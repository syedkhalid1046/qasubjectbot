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32"/>
  </p:notesMasterIdLst>
  <p:sldIdLst>
    <p:sldId id="256" r:id="rId2"/>
    <p:sldId id="259" r:id="rId3"/>
    <p:sldId id="265" r:id="rId4"/>
    <p:sldId id="262" r:id="rId5"/>
    <p:sldId id="312" r:id="rId6"/>
    <p:sldId id="313" r:id="rId7"/>
    <p:sldId id="257" r:id="rId8"/>
    <p:sldId id="273" r:id="rId9"/>
    <p:sldId id="314" r:id="rId10"/>
    <p:sldId id="315" r:id="rId11"/>
    <p:sldId id="316" r:id="rId12"/>
    <p:sldId id="317" r:id="rId13"/>
    <p:sldId id="318" r:id="rId14"/>
    <p:sldId id="319" r:id="rId15"/>
    <p:sldId id="320" r:id="rId16"/>
    <p:sldId id="321" r:id="rId17"/>
    <p:sldId id="322" r:id="rId18"/>
    <p:sldId id="323" r:id="rId19"/>
    <p:sldId id="324" r:id="rId20"/>
    <p:sldId id="325" r:id="rId21"/>
    <p:sldId id="326" r:id="rId22"/>
    <p:sldId id="327" r:id="rId23"/>
    <p:sldId id="328" r:id="rId24"/>
    <p:sldId id="329" r:id="rId25"/>
    <p:sldId id="330" r:id="rId26"/>
    <p:sldId id="331" r:id="rId27"/>
    <p:sldId id="332" r:id="rId28"/>
    <p:sldId id="333" r:id="rId29"/>
    <p:sldId id="334" r:id="rId30"/>
    <p:sldId id="290" r:id="rId31"/>
  </p:sldIdLst>
  <p:sldSz cx="9144000" cy="5143500" type="screen16x9"/>
  <p:notesSz cx="6858000" cy="9144000"/>
  <p:embeddedFontLst>
    <p:embeddedFont>
      <p:font typeface="Catamaran" panose="020B0604020202020204" charset="0"/>
      <p:regular r:id="rId33"/>
      <p:bold r:id="rId34"/>
    </p:embeddedFont>
    <p:embeddedFont>
      <p:font typeface="Lexend" panose="020B0604020202020204" charset="0"/>
      <p:regular r:id="rId35"/>
      <p:bold r:id="rId36"/>
    </p:embeddedFont>
    <p:embeddedFont>
      <p:font typeface="Nunito Light" pitchFamily="2" charset="0"/>
      <p:regular r:id="rId37"/>
      <p: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0EABA1-D03F-445C-A533-DABC70ED89A9}" v="49" dt="2026-08-27T10:25:01.772"/>
  </p1510:revLst>
</p1510:revInfo>
</file>

<file path=ppt/tableStyles.xml><?xml version="1.0" encoding="utf-8"?>
<a:tblStyleLst xmlns:a="http://schemas.openxmlformats.org/drawingml/2006/main" def="{F22DEABC-F492-44D9-B299-139734E1CD1A}">
  <a:tblStyle styleId="{F22DEABC-F492-44D9-B299-139734E1CD1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6A8B946-D66F-4B01-9D82-53B5E8D5E797}"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wmyashree1602@outlook.com" userId="a65da4c59ee27870" providerId="LiveId" clId="{106106DD-22D5-4262-BA02-F54AA46B8C74}"/>
    <pc:docChg chg="undo redo custSel addSld delSld modSld sldOrd delMainMaster">
      <pc:chgData name="sowmyashree1602@outlook.com" userId="a65da4c59ee27870" providerId="LiveId" clId="{106106DD-22D5-4262-BA02-F54AA46B8C74}" dt="2026-08-27T10:25:56.980" v="3038" actId="1076"/>
      <pc:docMkLst>
        <pc:docMk/>
      </pc:docMkLst>
      <pc:sldChg chg="modSp mod">
        <pc:chgData name="sowmyashree1602@outlook.com" userId="a65da4c59ee27870" providerId="LiveId" clId="{106106DD-22D5-4262-BA02-F54AA46B8C74}" dt="2026-08-13T17:31:16.483" v="2809" actId="20577"/>
        <pc:sldMkLst>
          <pc:docMk/>
          <pc:sldMk cId="0" sldId="256"/>
        </pc:sldMkLst>
        <pc:spChg chg="mod">
          <ac:chgData name="sowmyashree1602@outlook.com" userId="a65da4c59ee27870" providerId="LiveId" clId="{106106DD-22D5-4262-BA02-F54AA46B8C74}" dt="2026-08-13T17:31:16.483" v="2809" actId="20577"/>
          <ac:spMkLst>
            <pc:docMk/>
            <pc:sldMk cId="0" sldId="256"/>
            <ac:spMk id="427" creationId="{00000000-0000-0000-0000-000000000000}"/>
          </ac:spMkLst>
        </pc:spChg>
      </pc:sldChg>
      <pc:sldChg chg="addSp delSp modSp mod ord">
        <pc:chgData name="sowmyashree1602@outlook.com" userId="a65da4c59ee27870" providerId="LiveId" clId="{106106DD-22D5-4262-BA02-F54AA46B8C74}" dt="2026-08-27T10:25:56.980" v="3038" actId="1076"/>
        <pc:sldMkLst>
          <pc:docMk/>
          <pc:sldMk cId="0" sldId="290"/>
        </pc:sldMkLst>
        <pc:spChg chg="add mod">
          <ac:chgData name="sowmyashree1602@outlook.com" userId="a65da4c59ee27870" providerId="LiveId" clId="{106106DD-22D5-4262-BA02-F54AA46B8C74}" dt="2026-08-27T10:23:50.453" v="3028" actId="1076"/>
          <ac:spMkLst>
            <pc:docMk/>
            <pc:sldMk cId="0" sldId="290"/>
            <ac:spMk id="3" creationId="{DA1C5F47-0B3F-2D88-875B-D0638F90DAD7}"/>
          </ac:spMkLst>
        </pc:spChg>
        <pc:spChg chg="add mod">
          <ac:chgData name="sowmyashree1602@outlook.com" userId="a65da4c59ee27870" providerId="LiveId" clId="{106106DD-22D5-4262-BA02-F54AA46B8C74}" dt="2026-08-27T10:25:49.953" v="3037" actId="207"/>
          <ac:spMkLst>
            <pc:docMk/>
            <pc:sldMk cId="0" sldId="290"/>
            <ac:spMk id="7" creationId="{C15CFAD4-5ACE-74FD-FE06-CB52D18F4E5E}"/>
          </ac:spMkLst>
        </pc:spChg>
        <pc:spChg chg="mod">
          <ac:chgData name="sowmyashree1602@outlook.com" userId="a65da4c59ee27870" providerId="LiveId" clId="{106106DD-22D5-4262-BA02-F54AA46B8C74}" dt="2026-08-27T10:25:56.980" v="3038" actId="1076"/>
          <ac:spMkLst>
            <pc:docMk/>
            <pc:sldMk cId="0" sldId="290"/>
            <ac:spMk id="2201" creationId="{00000000-0000-0000-0000-000000000000}"/>
          </ac:spMkLst>
        </pc:spChg>
        <pc:grpChg chg="mod">
          <ac:chgData name="sowmyashree1602@outlook.com" userId="a65da4c59ee27870" providerId="LiveId" clId="{106106DD-22D5-4262-BA02-F54AA46B8C74}" dt="2026-08-13T17:34:28.977" v="2957" actId="1076"/>
          <ac:grpSpMkLst>
            <pc:docMk/>
            <pc:sldMk cId="0" sldId="290"/>
            <ac:grpSpMk id="2216" creationId="{00000000-0000-0000-0000-000000000000}"/>
          </ac:grpSpMkLst>
        </pc:grpChg>
      </pc:sldChg>
      <pc:sldChg chg="modSp add mod">
        <pc:chgData name="sowmyashree1602@outlook.com" userId="a65da4c59ee27870" providerId="LiveId" clId="{106106DD-22D5-4262-BA02-F54AA46B8C74}" dt="2026-08-10T07:20:01.257" v="2802" actId="14100"/>
        <pc:sldMkLst>
          <pc:docMk/>
          <pc:sldMk cId="1792809889" sldId="332"/>
        </pc:sldMkLst>
        <pc:spChg chg="mod">
          <ac:chgData name="sowmyashree1602@outlook.com" userId="a65da4c59ee27870" providerId="LiveId" clId="{106106DD-22D5-4262-BA02-F54AA46B8C74}" dt="2026-08-10T07:20:01.257" v="2802" actId="14100"/>
          <ac:spMkLst>
            <pc:docMk/>
            <pc:sldMk cId="1792809889" sldId="332"/>
            <ac:spMk id="1526" creationId="{D47069EF-EC28-1740-698E-57D9BA4CBC95}"/>
          </ac:spMkLst>
        </pc:spChg>
      </pc:sldChg>
      <pc:sldChg chg="modSp add mod">
        <pc:chgData name="sowmyashree1602@outlook.com" userId="a65da4c59ee27870" providerId="LiveId" clId="{106106DD-22D5-4262-BA02-F54AA46B8C74}" dt="2026-08-10T07:19:54.310" v="2801" actId="14100"/>
        <pc:sldMkLst>
          <pc:docMk/>
          <pc:sldMk cId="2787336689" sldId="334"/>
        </pc:sldMkLst>
        <pc:spChg chg="mod">
          <ac:chgData name="sowmyashree1602@outlook.com" userId="a65da4c59ee27870" providerId="LiveId" clId="{106106DD-22D5-4262-BA02-F54AA46B8C74}" dt="2026-08-10T07:19:54.310" v="2801" actId="14100"/>
          <ac:spMkLst>
            <pc:docMk/>
            <pc:sldMk cId="2787336689" sldId="334"/>
            <ac:spMk id="1526" creationId="{EB27DBFB-B6E5-7797-6FA6-2CB747BE2F07}"/>
          </ac:spMkLst>
        </pc:spChg>
      </pc:sldChg>
      <pc:sldMasterChg chg="delSldLayout">
        <pc:chgData name="sowmyashree1602@outlook.com" userId="a65da4c59ee27870" providerId="LiveId" clId="{106106DD-22D5-4262-BA02-F54AA46B8C74}" dt="2026-08-13T17:35:18.274" v="3010" actId="47"/>
        <pc:sldMasterMkLst>
          <pc:docMk/>
          <pc:sldMasterMk cId="0" sldId="2147483683"/>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 name="Google Shape;71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7" name="Google Shape;1147;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9" name="Google Shape;979;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a:extLst>
            <a:ext uri="{FF2B5EF4-FFF2-40B4-BE49-F238E27FC236}">
              <a16:creationId xmlns:a16="http://schemas.microsoft.com/office/drawing/2014/main" id="{78C064C9-2FC9-4EB6-205C-C0E0D9073232}"/>
            </a:ext>
          </a:extLst>
        </p:cNvPr>
        <p:cNvGrpSpPr/>
        <p:nvPr/>
      </p:nvGrpSpPr>
      <p:grpSpPr>
        <a:xfrm>
          <a:off x="0" y="0"/>
          <a:ext cx="0" cy="0"/>
          <a:chOff x="0" y="0"/>
          <a:chExt cx="0" cy="0"/>
        </a:xfrm>
      </p:grpSpPr>
      <p:sp>
        <p:nvSpPr>
          <p:cNvPr id="978" name="Google Shape;978;g54dda1946d_6_322:notes">
            <a:extLst>
              <a:ext uri="{FF2B5EF4-FFF2-40B4-BE49-F238E27FC236}">
                <a16:creationId xmlns:a16="http://schemas.microsoft.com/office/drawing/2014/main" id="{D2BC0400-6A09-2188-01E6-001C02063D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9" name="Google Shape;979;g54dda1946d_6_322:notes">
            <a:extLst>
              <a:ext uri="{FF2B5EF4-FFF2-40B4-BE49-F238E27FC236}">
                <a16:creationId xmlns:a16="http://schemas.microsoft.com/office/drawing/2014/main" id="{8FE18293-7FE8-401B-FD38-056A92327E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4354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a:extLst>
            <a:ext uri="{FF2B5EF4-FFF2-40B4-BE49-F238E27FC236}">
              <a16:creationId xmlns:a16="http://schemas.microsoft.com/office/drawing/2014/main" id="{C38490A9-34CE-8462-875A-B73EAD16F258}"/>
            </a:ext>
          </a:extLst>
        </p:cNvPr>
        <p:cNvGrpSpPr/>
        <p:nvPr/>
      </p:nvGrpSpPr>
      <p:grpSpPr>
        <a:xfrm>
          <a:off x="0" y="0"/>
          <a:ext cx="0" cy="0"/>
          <a:chOff x="0" y="0"/>
          <a:chExt cx="0" cy="0"/>
        </a:xfrm>
      </p:grpSpPr>
      <p:sp>
        <p:nvSpPr>
          <p:cNvPr id="978" name="Google Shape;978;g54dda1946d_6_322:notes">
            <a:extLst>
              <a:ext uri="{FF2B5EF4-FFF2-40B4-BE49-F238E27FC236}">
                <a16:creationId xmlns:a16="http://schemas.microsoft.com/office/drawing/2014/main" id="{C7538361-6DF6-8BCB-5BD7-B9F3F2C4E3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9" name="Google Shape;979;g54dda1946d_6_322:notes">
            <a:extLst>
              <a:ext uri="{FF2B5EF4-FFF2-40B4-BE49-F238E27FC236}">
                <a16:creationId xmlns:a16="http://schemas.microsoft.com/office/drawing/2014/main" id="{4FF3C971-D3DA-5ABD-24DD-08681967A2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6957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p:cNvGrpSpPr/>
        <p:nvPr/>
      </p:nvGrpSpPr>
      <p:grpSpPr>
        <a:xfrm>
          <a:off x="0" y="0"/>
          <a:ext cx="0" cy="0"/>
          <a:chOff x="0" y="0"/>
          <a:chExt cx="0" cy="0"/>
        </a:xfrm>
      </p:grpSpPr>
      <p:sp>
        <p:nvSpPr>
          <p:cNvPr id="1522" name="Google Shape;1522;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p:cNvGrpSpPr/>
        <p:nvPr/>
      </p:nvGrpSpPr>
      <p:grpSpPr>
        <a:xfrm>
          <a:off x="0" y="0"/>
          <a:ext cx="0" cy="0"/>
          <a:chOff x="0" y="0"/>
          <a:chExt cx="0" cy="0"/>
        </a:xfrm>
      </p:grpSpPr>
      <p:sp>
        <p:nvSpPr>
          <p:cNvPr id="1522" name="Google Shape;1522;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6619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FED5356B-48C9-A6DE-E47D-0F8BF2B39287}"/>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80519DF8-3C7C-00B2-E5BD-29A7501D62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63A7EA4B-D1EB-10E9-57C5-8818F7FBA2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3249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FED5356B-48C9-A6DE-E47D-0F8BF2B39287}"/>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80519DF8-3C7C-00B2-E5BD-29A7501D62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63A7EA4B-D1EB-10E9-57C5-8818F7FBA2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2389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FED5356B-48C9-A6DE-E47D-0F8BF2B39287}"/>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80519DF8-3C7C-00B2-E5BD-29A7501D62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63A7EA4B-D1EB-10E9-57C5-8818F7FBA2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5069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8AF268E3-D21A-33EB-29E9-7BDFCAAF640D}"/>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27661CC3-55A0-0F87-F255-71096A9E30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849FCB10-9B59-F16F-703E-0012333A2D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19799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8AF268E3-D21A-33EB-29E9-7BDFCAAF640D}"/>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27661CC3-55A0-0F87-F255-71096A9E30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849FCB10-9B59-F16F-703E-0012333A2D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30767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a:extLst>
            <a:ext uri="{FF2B5EF4-FFF2-40B4-BE49-F238E27FC236}">
              <a16:creationId xmlns:a16="http://schemas.microsoft.com/office/drawing/2014/main" id="{A63A5FF9-58E3-6012-6B52-EC3266AF722E}"/>
            </a:ext>
          </a:extLst>
        </p:cNvPr>
        <p:cNvGrpSpPr/>
        <p:nvPr/>
      </p:nvGrpSpPr>
      <p:grpSpPr>
        <a:xfrm>
          <a:off x="0" y="0"/>
          <a:ext cx="0" cy="0"/>
          <a:chOff x="0" y="0"/>
          <a:chExt cx="0" cy="0"/>
        </a:xfrm>
      </p:grpSpPr>
      <p:sp>
        <p:nvSpPr>
          <p:cNvPr id="978" name="Google Shape;978;g54dda1946d_6_322:notes">
            <a:extLst>
              <a:ext uri="{FF2B5EF4-FFF2-40B4-BE49-F238E27FC236}">
                <a16:creationId xmlns:a16="http://schemas.microsoft.com/office/drawing/2014/main" id="{85C8380F-E9FC-37C9-21BC-38384D24B9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9" name="Google Shape;979;g54dda1946d_6_322:notes">
            <a:extLst>
              <a:ext uri="{FF2B5EF4-FFF2-40B4-BE49-F238E27FC236}">
                <a16:creationId xmlns:a16="http://schemas.microsoft.com/office/drawing/2014/main" id="{4B085CCD-7D39-2E2C-A858-2994CCD706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7994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8AF268E3-D21A-33EB-29E9-7BDFCAAF640D}"/>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27661CC3-55A0-0F87-F255-71096A9E30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849FCB10-9B59-F16F-703E-0012333A2D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87839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A9350A14-0F8F-4530-7852-86A42B484918}"/>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7C201BDC-F676-37B1-3834-ED4B1CCC0D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B4397CFE-7322-E24F-851E-9868A239BC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6362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6F599D4F-FA2E-08FC-C22C-71D183E4147C}"/>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F50B894C-AF94-D567-4987-F935A3E9E9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D2704222-2C9A-71EB-4CBC-41EDE4717A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63818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85C37ED0-62BE-5B17-8462-E56024551B99}"/>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51F0E2FB-FA1B-50DC-5793-E8DB561E5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B3C7D387-8735-A764-2C93-BBD7F827E6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47218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B8443DE5-AB96-C3F1-1300-FE88845DA864}"/>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2EA3FC9D-02EC-76A1-EBF4-3E0BE32F54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E9045C8E-D0C3-2AEA-7CBB-53BACBF4B2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43112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8DE4EF1F-69AD-C98B-B754-E52484AE19CF}"/>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90687336-9A3A-14BA-2B0F-AC838A84BD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EC298537-88A6-C3FF-A83C-C53AEA5256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81089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C01D6628-A110-50D4-6E15-D76428A6390F}"/>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0538619E-DF1F-B76E-CE44-A5599A80B5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C3FE936D-4DCE-7771-05AC-CDE19B30D8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23213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D6E5AA6E-92A5-CF7F-4A94-7092A8E290E6}"/>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5482C9CE-DB3E-7D70-B435-1E4B0333D5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493466CD-43C5-B3BE-6261-80590A3F80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10857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D6E5AA6E-92A5-CF7F-4A94-7092A8E290E6}"/>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5482C9CE-DB3E-7D70-B435-1E4B0333D5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493466CD-43C5-B3BE-6261-80590A3F80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1087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01EB497B-A125-D439-8191-C4E0BCCC01D8}"/>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3F4C714A-3BDE-FFEB-2B40-120E288074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07B9B047-04C5-BB8C-AA54-120B0BD6ED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03793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0439661B-9134-C300-B863-80F13736FECA}"/>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D6D1782C-AB5A-A097-4E0B-C8DD6F4E54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9211A692-AD4A-615D-D9FB-3BD73D6CEF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16266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7C5A99C6-F933-1E0D-55A3-4798B19ED4C4}"/>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5DE5798B-42B7-A73E-2EB5-648D4B2D2C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506133D5-5D0A-7A6B-E1E8-F8F89AC978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55378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89609554-8CA1-24FA-33F0-C908E319EC67}"/>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0AEFB982-ECD4-A213-BF6D-3514736E46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EF790B47-83E5-E98C-CDEF-5473A4BE06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70394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1">
          <a:extLst>
            <a:ext uri="{FF2B5EF4-FFF2-40B4-BE49-F238E27FC236}">
              <a16:creationId xmlns:a16="http://schemas.microsoft.com/office/drawing/2014/main" id="{FEA356C0-2B65-6FBC-8A7B-9E3214B2B193}"/>
            </a:ext>
          </a:extLst>
        </p:cNvPr>
        <p:cNvGrpSpPr/>
        <p:nvPr/>
      </p:nvGrpSpPr>
      <p:grpSpPr>
        <a:xfrm>
          <a:off x="0" y="0"/>
          <a:ext cx="0" cy="0"/>
          <a:chOff x="0" y="0"/>
          <a:chExt cx="0" cy="0"/>
        </a:xfrm>
      </p:grpSpPr>
      <p:sp>
        <p:nvSpPr>
          <p:cNvPr id="1522" name="Google Shape;1522;g54dda1946d_4_2726:notes">
            <a:extLst>
              <a:ext uri="{FF2B5EF4-FFF2-40B4-BE49-F238E27FC236}">
                <a16:creationId xmlns:a16="http://schemas.microsoft.com/office/drawing/2014/main" id="{9C42C1C9-FAC6-62E4-DE89-745E852CFA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3" name="Google Shape;1523;g54dda1946d_4_2726:notes">
            <a:extLst>
              <a:ext uri="{FF2B5EF4-FFF2-40B4-BE49-F238E27FC236}">
                <a16:creationId xmlns:a16="http://schemas.microsoft.com/office/drawing/2014/main" id="{711CB0E3-C557-1FF1-29C7-9F16A513B1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79034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7"/>
        <p:cNvGrpSpPr/>
        <p:nvPr/>
      </p:nvGrpSpPr>
      <p:grpSpPr>
        <a:xfrm>
          <a:off x="0" y="0"/>
          <a:ext cx="0" cy="0"/>
          <a:chOff x="0" y="0"/>
          <a:chExt cx="0" cy="0"/>
        </a:xfrm>
      </p:grpSpPr>
      <p:sp>
        <p:nvSpPr>
          <p:cNvPr id="2198" name="Google Shape;2198;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9" name="Google Shape;2199;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87050" y="87050"/>
            <a:ext cx="8988300" cy="4976700"/>
          </a:xfrm>
          <a:prstGeom prst="frame">
            <a:avLst>
              <a:gd name="adj1" fmla="val 10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13225" y="1137538"/>
            <a:ext cx="4196100" cy="23022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225" y="3679123"/>
            <a:ext cx="4196100" cy="384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9" name="Google Shape;39;p6"/>
          <p:cNvSpPr/>
          <p:nvPr/>
        </p:nvSpPr>
        <p:spPr>
          <a:xfrm>
            <a:off x="87050" y="87050"/>
            <a:ext cx="8988300" cy="4976700"/>
          </a:xfrm>
          <a:prstGeom prst="frame">
            <a:avLst>
              <a:gd name="adj1" fmla="val 10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 name="Google Shape;40;p6"/>
          <p:cNvGrpSpPr/>
          <p:nvPr/>
        </p:nvGrpSpPr>
        <p:grpSpPr>
          <a:xfrm>
            <a:off x="327474" y="428844"/>
            <a:ext cx="8595632" cy="4445282"/>
            <a:chOff x="327474" y="428844"/>
            <a:chExt cx="8595632" cy="4445282"/>
          </a:xfrm>
        </p:grpSpPr>
        <p:grpSp>
          <p:nvGrpSpPr>
            <p:cNvPr id="41" name="Google Shape;41;p6"/>
            <p:cNvGrpSpPr/>
            <p:nvPr/>
          </p:nvGrpSpPr>
          <p:grpSpPr>
            <a:xfrm>
              <a:off x="8430774" y="428844"/>
              <a:ext cx="492332" cy="787857"/>
              <a:chOff x="1883474" y="-27056"/>
              <a:chExt cx="492332" cy="787857"/>
            </a:xfrm>
          </p:grpSpPr>
          <p:grpSp>
            <p:nvGrpSpPr>
              <p:cNvPr id="42" name="Google Shape;42;p6"/>
              <p:cNvGrpSpPr/>
              <p:nvPr/>
            </p:nvGrpSpPr>
            <p:grpSpPr>
              <a:xfrm>
                <a:off x="1883474" y="267669"/>
                <a:ext cx="221307" cy="221307"/>
                <a:chOff x="1968739" y="-164699"/>
                <a:chExt cx="435300" cy="435300"/>
              </a:xfrm>
            </p:grpSpPr>
            <p:sp>
              <p:nvSpPr>
                <p:cNvPr id="43" name="Google Shape;43;p6"/>
                <p:cNvSpPr/>
                <p:nvPr/>
              </p:nvSpPr>
              <p:spPr>
                <a:xfrm rot="5400000">
                  <a:off x="2106589" y="-164699"/>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10800000">
                  <a:off x="2106589" y="-164699"/>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 name="Google Shape;45;p6"/>
              <p:cNvGrpSpPr/>
              <p:nvPr/>
            </p:nvGrpSpPr>
            <p:grpSpPr>
              <a:xfrm>
                <a:off x="2053324" y="-27056"/>
                <a:ext cx="221307" cy="221307"/>
                <a:chOff x="1867539" y="-186090"/>
                <a:chExt cx="435300" cy="435300"/>
              </a:xfrm>
            </p:grpSpPr>
            <p:sp>
              <p:nvSpPr>
                <p:cNvPr id="46" name="Google Shape;46;p6"/>
                <p:cNvSpPr/>
                <p:nvPr/>
              </p:nvSpPr>
              <p:spPr>
                <a:xfrm rot="5400000">
                  <a:off x="2005389" y="-186090"/>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p:nvPr/>
              </p:nvSpPr>
              <p:spPr>
                <a:xfrm rot="10800000">
                  <a:off x="2005389" y="-186090"/>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 name="Google Shape;48;p6"/>
              <p:cNvGrpSpPr/>
              <p:nvPr/>
            </p:nvGrpSpPr>
            <p:grpSpPr>
              <a:xfrm>
                <a:off x="2154499" y="539494"/>
                <a:ext cx="221307" cy="221307"/>
                <a:chOff x="1795450" y="152325"/>
                <a:chExt cx="435300" cy="435300"/>
              </a:xfrm>
            </p:grpSpPr>
            <p:sp>
              <p:nvSpPr>
                <p:cNvPr id="49" name="Google Shape;49;p6"/>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6"/>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 name="Google Shape;51;p6"/>
            <p:cNvGrpSpPr/>
            <p:nvPr/>
          </p:nvGrpSpPr>
          <p:grpSpPr>
            <a:xfrm>
              <a:off x="327474" y="4169944"/>
              <a:ext cx="613832" cy="704182"/>
              <a:chOff x="1644149" y="137769"/>
              <a:chExt cx="613832" cy="704182"/>
            </a:xfrm>
          </p:grpSpPr>
          <p:grpSp>
            <p:nvGrpSpPr>
              <p:cNvPr id="52" name="Google Shape;52;p6"/>
              <p:cNvGrpSpPr/>
              <p:nvPr/>
            </p:nvGrpSpPr>
            <p:grpSpPr>
              <a:xfrm>
                <a:off x="1644149" y="469419"/>
                <a:ext cx="221307" cy="221307"/>
                <a:chOff x="1497997" y="232134"/>
                <a:chExt cx="435300" cy="435300"/>
              </a:xfrm>
            </p:grpSpPr>
            <p:sp>
              <p:nvSpPr>
                <p:cNvPr id="53" name="Google Shape;53;p6"/>
                <p:cNvSpPr/>
                <p:nvPr/>
              </p:nvSpPr>
              <p:spPr>
                <a:xfrm rot="5400000">
                  <a:off x="1635847" y="232134"/>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6"/>
                <p:cNvSpPr/>
                <p:nvPr/>
              </p:nvSpPr>
              <p:spPr>
                <a:xfrm rot="10800000">
                  <a:off x="1635847" y="232134"/>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55;p6"/>
              <p:cNvGrpSpPr/>
              <p:nvPr/>
            </p:nvGrpSpPr>
            <p:grpSpPr>
              <a:xfrm>
                <a:off x="1795374" y="137769"/>
                <a:ext cx="221307" cy="221307"/>
                <a:chOff x="1360163" y="138114"/>
                <a:chExt cx="435300" cy="435300"/>
              </a:xfrm>
            </p:grpSpPr>
            <p:sp>
              <p:nvSpPr>
                <p:cNvPr id="56" name="Google Shape;56;p6"/>
                <p:cNvSpPr/>
                <p:nvPr/>
              </p:nvSpPr>
              <p:spPr>
                <a:xfrm rot="5400000">
                  <a:off x="1498013" y="138114"/>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6"/>
                <p:cNvSpPr/>
                <p:nvPr/>
              </p:nvSpPr>
              <p:spPr>
                <a:xfrm rot="10800000">
                  <a:off x="1498013" y="138114"/>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6"/>
              <p:cNvGrpSpPr/>
              <p:nvPr/>
            </p:nvGrpSpPr>
            <p:grpSpPr>
              <a:xfrm>
                <a:off x="2036674" y="620644"/>
                <a:ext cx="221307" cy="221307"/>
                <a:chOff x="1563694" y="311943"/>
                <a:chExt cx="435300" cy="435300"/>
              </a:xfrm>
            </p:grpSpPr>
            <p:sp>
              <p:nvSpPr>
                <p:cNvPr id="59" name="Google Shape;59;p6"/>
                <p:cNvSpPr/>
                <p:nvPr/>
              </p:nvSpPr>
              <p:spPr>
                <a:xfrm rot="5400000">
                  <a:off x="1701544" y="311943"/>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6"/>
                <p:cNvSpPr/>
                <p:nvPr/>
              </p:nvSpPr>
              <p:spPr>
                <a:xfrm rot="10800000">
                  <a:off x="1701544" y="311943"/>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1"/>
        <p:cNvGrpSpPr/>
        <p:nvPr/>
      </p:nvGrpSpPr>
      <p:grpSpPr>
        <a:xfrm>
          <a:off x="0" y="0"/>
          <a:ext cx="0" cy="0"/>
          <a:chOff x="0" y="0"/>
          <a:chExt cx="0" cy="0"/>
        </a:xfrm>
      </p:grpSpPr>
      <p:sp>
        <p:nvSpPr>
          <p:cNvPr id="62" name="Google Shape;62;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3" name="Google Shape;63;p7"/>
          <p:cNvSpPr txBox="1">
            <a:spLocks noGrp="1"/>
          </p:cNvSpPr>
          <p:nvPr>
            <p:ph type="subTitle" idx="1"/>
          </p:nvPr>
        </p:nvSpPr>
        <p:spPr>
          <a:xfrm>
            <a:off x="720000" y="1700300"/>
            <a:ext cx="4294800" cy="1825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5"/>
              </a:buClr>
              <a:buSzPts val="1600"/>
              <a:buFont typeface="Catamaran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64" name="Google Shape;64;p7"/>
          <p:cNvSpPr/>
          <p:nvPr/>
        </p:nvSpPr>
        <p:spPr>
          <a:xfrm>
            <a:off x="87050" y="87050"/>
            <a:ext cx="8988300" cy="4976700"/>
          </a:xfrm>
          <a:prstGeom prst="frame">
            <a:avLst>
              <a:gd name="adj1" fmla="val 10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9"/>
          <p:cNvSpPr txBox="1">
            <a:spLocks noGrp="1"/>
          </p:cNvSpPr>
          <p:nvPr>
            <p:ph type="title"/>
          </p:nvPr>
        </p:nvSpPr>
        <p:spPr>
          <a:xfrm>
            <a:off x="3848275" y="1690687"/>
            <a:ext cx="4582500" cy="1036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6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70" name="Google Shape;70;p9"/>
          <p:cNvSpPr txBox="1">
            <a:spLocks noGrp="1"/>
          </p:cNvSpPr>
          <p:nvPr>
            <p:ph type="subTitle" idx="1"/>
          </p:nvPr>
        </p:nvSpPr>
        <p:spPr>
          <a:xfrm>
            <a:off x="3848275" y="2869637"/>
            <a:ext cx="45825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1" name="Google Shape;71;p9"/>
          <p:cNvSpPr/>
          <p:nvPr/>
        </p:nvSpPr>
        <p:spPr>
          <a:xfrm>
            <a:off x="87050" y="87050"/>
            <a:ext cx="8988300" cy="4976700"/>
          </a:xfrm>
          <a:prstGeom prst="frame">
            <a:avLst>
              <a:gd name="adj1" fmla="val 10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5"/>
        <p:cNvGrpSpPr/>
        <p:nvPr/>
      </p:nvGrpSpPr>
      <p:grpSpPr>
        <a:xfrm>
          <a:off x="0" y="0"/>
          <a:ext cx="0" cy="0"/>
          <a:chOff x="0" y="0"/>
          <a:chExt cx="0" cy="0"/>
        </a:xfrm>
      </p:grpSpPr>
      <p:sp>
        <p:nvSpPr>
          <p:cNvPr id="76" name="Google Shape;76;p11"/>
          <p:cNvSpPr txBox="1">
            <a:spLocks noGrp="1"/>
          </p:cNvSpPr>
          <p:nvPr>
            <p:ph type="title" hasCustomPrompt="1"/>
          </p:nvPr>
        </p:nvSpPr>
        <p:spPr>
          <a:xfrm>
            <a:off x="3685675" y="1166700"/>
            <a:ext cx="4745100" cy="1025400"/>
          </a:xfrm>
          <a:prstGeom prst="rect">
            <a:avLst/>
          </a:prstGeom>
        </p:spPr>
        <p:txBody>
          <a:bodyPr spcFirstLastPara="1" wrap="square" lIns="91425" tIns="91425" rIns="91425" bIns="91425" anchor="b" anchorCtr="0">
            <a:noAutofit/>
          </a:bodyPr>
          <a:lstStyle>
            <a:lvl1pPr lvl="0" algn="r">
              <a:spcBef>
                <a:spcPts val="0"/>
              </a:spcBef>
              <a:spcAft>
                <a:spcPts val="0"/>
              </a:spcAft>
              <a:buSzPts val="9600"/>
              <a:buNone/>
              <a:defRPr sz="6000">
                <a:solidFill>
                  <a:schemeClr val="accent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7" name="Google Shape;77;p11"/>
          <p:cNvSpPr txBox="1">
            <a:spLocks noGrp="1"/>
          </p:cNvSpPr>
          <p:nvPr>
            <p:ph type="subTitle" idx="1"/>
          </p:nvPr>
        </p:nvSpPr>
        <p:spPr>
          <a:xfrm>
            <a:off x="3685675" y="2288669"/>
            <a:ext cx="4745100" cy="379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78" name="Google Shape;78;p11"/>
          <p:cNvSpPr/>
          <p:nvPr/>
        </p:nvSpPr>
        <p:spPr>
          <a:xfrm>
            <a:off x="87050" y="87050"/>
            <a:ext cx="8988300" cy="4976700"/>
          </a:xfrm>
          <a:prstGeom prst="frame">
            <a:avLst>
              <a:gd name="adj1" fmla="val 10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33"/>
        <p:cNvGrpSpPr/>
        <p:nvPr/>
      </p:nvGrpSpPr>
      <p:grpSpPr>
        <a:xfrm>
          <a:off x="0" y="0"/>
          <a:ext cx="0" cy="0"/>
          <a:chOff x="0" y="0"/>
          <a:chExt cx="0" cy="0"/>
        </a:xfrm>
      </p:grpSpPr>
      <p:sp>
        <p:nvSpPr>
          <p:cNvPr id="234" name="Google Shape;234;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5" name="Google Shape;235;p26"/>
          <p:cNvSpPr txBox="1">
            <a:spLocks noGrp="1"/>
          </p:cNvSpPr>
          <p:nvPr>
            <p:ph type="subTitle" idx="1"/>
          </p:nvPr>
        </p:nvSpPr>
        <p:spPr>
          <a:xfrm>
            <a:off x="1793013" y="1748900"/>
            <a:ext cx="25071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6" name="Google Shape;236;p26"/>
          <p:cNvSpPr txBox="1">
            <a:spLocks noGrp="1"/>
          </p:cNvSpPr>
          <p:nvPr>
            <p:ph type="subTitle" idx="2"/>
          </p:nvPr>
        </p:nvSpPr>
        <p:spPr>
          <a:xfrm>
            <a:off x="4843825" y="1748900"/>
            <a:ext cx="25071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7" name="Google Shape;237;p26"/>
          <p:cNvSpPr txBox="1">
            <a:spLocks noGrp="1"/>
          </p:cNvSpPr>
          <p:nvPr>
            <p:ph type="subTitle" idx="3"/>
          </p:nvPr>
        </p:nvSpPr>
        <p:spPr>
          <a:xfrm>
            <a:off x="1793013" y="3409475"/>
            <a:ext cx="25071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8" name="Google Shape;238;p26"/>
          <p:cNvSpPr txBox="1">
            <a:spLocks noGrp="1"/>
          </p:cNvSpPr>
          <p:nvPr>
            <p:ph type="subTitle" idx="4"/>
          </p:nvPr>
        </p:nvSpPr>
        <p:spPr>
          <a:xfrm>
            <a:off x="4843825" y="3409475"/>
            <a:ext cx="25071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9" name="Google Shape;239;p26"/>
          <p:cNvSpPr txBox="1">
            <a:spLocks noGrp="1"/>
          </p:cNvSpPr>
          <p:nvPr>
            <p:ph type="subTitle" idx="5"/>
          </p:nvPr>
        </p:nvSpPr>
        <p:spPr>
          <a:xfrm>
            <a:off x="1793013" y="1455550"/>
            <a:ext cx="2507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Lexend"/>
              <a:buNone/>
              <a:defRPr sz="2000" b="1">
                <a:solidFill>
                  <a:schemeClr val="dk1"/>
                </a:solidFill>
                <a:latin typeface="Lexend"/>
                <a:ea typeface="Lexend"/>
                <a:cs typeface="Lexend"/>
                <a:sym typeface="Lexend"/>
              </a:defRPr>
            </a:lvl1pPr>
            <a:lvl2pPr lvl="1" algn="ctr" rtl="0">
              <a:lnSpc>
                <a:spcPct val="100000"/>
              </a:lnSpc>
              <a:spcBef>
                <a:spcPts val="0"/>
              </a:spcBef>
              <a:spcAft>
                <a:spcPts val="0"/>
              </a:spcAft>
              <a:buSzPts val="2000"/>
              <a:buFont typeface="Lexend"/>
              <a:buNone/>
              <a:defRPr sz="2000" b="1">
                <a:latin typeface="Lexend"/>
                <a:ea typeface="Lexend"/>
                <a:cs typeface="Lexend"/>
                <a:sym typeface="Lexend"/>
              </a:defRPr>
            </a:lvl2pPr>
            <a:lvl3pPr lvl="2" algn="ctr" rtl="0">
              <a:lnSpc>
                <a:spcPct val="100000"/>
              </a:lnSpc>
              <a:spcBef>
                <a:spcPts val="0"/>
              </a:spcBef>
              <a:spcAft>
                <a:spcPts val="0"/>
              </a:spcAft>
              <a:buSzPts val="2000"/>
              <a:buFont typeface="Lexend"/>
              <a:buNone/>
              <a:defRPr sz="2000" b="1">
                <a:latin typeface="Lexend"/>
                <a:ea typeface="Lexend"/>
                <a:cs typeface="Lexend"/>
                <a:sym typeface="Lexend"/>
              </a:defRPr>
            </a:lvl3pPr>
            <a:lvl4pPr lvl="3" algn="ctr" rtl="0">
              <a:lnSpc>
                <a:spcPct val="100000"/>
              </a:lnSpc>
              <a:spcBef>
                <a:spcPts val="0"/>
              </a:spcBef>
              <a:spcAft>
                <a:spcPts val="0"/>
              </a:spcAft>
              <a:buSzPts val="2000"/>
              <a:buFont typeface="Lexend"/>
              <a:buNone/>
              <a:defRPr sz="2000" b="1">
                <a:latin typeface="Lexend"/>
                <a:ea typeface="Lexend"/>
                <a:cs typeface="Lexend"/>
                <a:sym typeface="Lexend"/>
              </a:defRPr>
            </a:lvl4pPr>
            <a:lvl5pPr lvl="4" algn="ctr" rtl="0">
              <a:lnSpc>
                <a:spcPct val="100000"/>
              </a:lnSpc>
              <a:spcBef>
                <a:spcPts val="0"/>
              </a:spcBef>
              <a:spcAft>
                <a:spcPts val="0"/>
              </a:spcAft>
              <a:buSzPts val="2000"/>
              <a:buFont typeface="Lexend"/>
              <a:buNone/>
              <a:defRPr sz="2000" b="1">
                <a:latin typeface="Lexend"/>
                <a:ea typeface="Lexend"/>
                <a:cs typeface="Lexend"/>
                <a:sym typeface="Lexend"/>
              </a:defRPr>
            </a:lvl5pPr>
            <a:lvl6pPr lvl="5" algn="ctr" rtl="0">
              <a:lnSpc>
                <a:spcPct val="100000"/>
              </a:lnSpc>
              <a:spcBef>
                <a:spcPts val="0"/>
              </a:spcBef>
              <a:spcAft>
                <a:spcPts val="0"/>
              </a:spcAft>
              <a:buSzPts val="2000"/>
              <a:buFont typeface="Lexend"/>
              <a:buNone/>
              <a:defRPr sz="2000" b="1">
                <a:latin typeface="Lexend"/>
                <a:ea typeface="Lexend"/>
                <a:cs typeface="Lexend"/>
                <a:sym typeface="Lexend"/>
              </a:defRPr>
            </a:lvl6pPr>
            <a:lvl7pPr lvl="6" algn="ctr" rtl="0">
              <a:lnSpc>
                <a:spcPct val="100000"/>
              </a:lnSpc>
              <a:spcBef>
                <a:spcPts val="0"/>
              </a:spcBef>
              <a:spcAft>
                <a:spcPts val="0"/>
              </a:spcAft>
              <a:buSzPts val="2000"/>
              <a:buFont typeface="Lexend"/>
              <a:buNone/>
              <a:defRPr sz="2000" b="1">
                <a:latin typeface="Lexend"/>
                <a:ea typeface="Lexend"/>
                <a:cs typeface="Lexend"/>
                <a:sym typeface="Lexend"/>
              </a:defRPr>
            </a:lvl7pPr>
            <a:lvl8pPr lvl="7" algn="ctr" rtl="0">
              <a:lnSpc>
                <a:spcPct val="100000"/>
              </a:lnSpc>
              <a:spcBef>
                <a:spcPts val="0"/>
              </a:spcBef>
              <a:spcAft>
                <a:spcPts val="0"/>
              </a:spcAft>
              <a:buSzPts val="2000"/>
              <a:buFont typeface="Lexend"/>
              <a:buNone/>
              <a:defRPr sz="2000" b="1">
                <a:latin typeface="Lexend"/>
                <a:ea typeface="Lexend"/>
                <a:cs typeface="Lexend"/>
                <a:sym typeface="Lexend"/>
              </a:defRPr>
            </a:lvl8pPr>
            <a:lvl9pPr lvl="8" algn="ctr" rtl="0">
              <a:lnSpc>
                <a:spcPct val="100000"/>
              </a:lnSpc>
              <a:spcBef>
                <a:spcPts val="0"/>
              </a:spcBef>
              <a:spcAft>
                <a:spcPts val="0"/>
              </a:spcAft>
              <a:buSzPts val="2000"/>
              <a:buFont typeface="Lexend"/>
              <a:buNone/>
              <a:defRPr sz="2000" b="1">
                <a:latin typeface="Lexend"/>
                <a:ea typeface="Lexend"/>
                <a:cs typeface="Lexend"/>
                <a:sym typeface="Lexend"/>
              </a:defRPr>
            </a:lvl9pPr>
          </a:lstStyle>
          <a:p>
            <a:endParaRPr/>
          </a:p>
        </p:txBody>
      </p:sp>
      <p:sp>
        <p:nvSpPr>
          <p:cNvPr id="240" name="Google Shape;240;p26"/>
          <p:cNvSpPr txBox="1">
            <a:spLocks noGrp="1"/>
          </p:cNvSpPr>
          <p:nvPr>
            <p:ph type="subTitle" idx="6"/>
          </p:nvPr>
        </p:nvSpPr>
        <p:spPr>
          <a:xfrm>
            <a:off x="1793013" y="3116200"/>
            <a:ext cx="2507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Lexend"/>
              <a:buNone/>
              <a:defRPr sz="2000" b="1">
                <a:solidFill>
                  <a:schemeClr val="dk1"/>
                </a:solidFill>
                <a:latin typeface="Lexend"/>
                <a:ea typeface="Lexend"/>
                <a:cs typeface="Lexend"/>
                <a:sym typeface="Lexend"/>
              </a:defRPr>
            </a:lvl1pPr>
            <a:lvl2pPr lvl="1" algn="ctr" rtl="0">
              <a:lnSpc>
                <a:spcPct val="100000"/>
              </a:lnSpc>
              <a:spcBef>
                <a:spcPts val="0"/>
              </a:spcBef>
              <a:spcAft>
                <a:spcPts val="0"/>
              </a:spcAft>
              <a:buSzPts val="2000"/>
              <a:buFont typeface="Lexend"/>
              <a:buNone/>
              <a:defRPr sz="2000" b="1">
                <a:latin typeface="Lexend"/>
                <a:ea typeface="Lexend"/>
                <a:cs typeface="Lexend"/>
                <a:sym typeface="Lexend"/>
              </a:defRPr>
            </a:lvl2pPr>
            <a:lvl3pPr lvl="2" algn="ctr" rtl="0">
              <a:lnSpc>
                <a:spcPct val="100000"/>
              </a:lnSpc>
              <a:spcBef>
                <a:spcPts val="0"/>
              </a:spcBef>
              <a:spcAft>
                <a:spcPts val="0"/>
              </a:spcAft>
              <a:buSzPts val="2000"/>
              <a:buFont typeface="Lexend"/>
              <a:buNone/>
              <a:defRPr sz="2000" b="1">
                <a:latin typeface="Lexend"/>
                <a:ea typeface="Lexend"/>
                <a:cs typeface="Lexend"/>
                <a:sym typeface="Lexend"/>
              </a:defRPr>
            </a:lvl3pPr>
            <a:lvl4pPr lvl="3" algn="ctr" rtl="0">
              <a:lnSpc>
                <a:spcPct val="100000"/>
              </a:lnSpc>
              <a:spcBef>
                <a:spcPts val="0"/>
              </a:spcBef>
              <a:spcAft>
                <a:spcPts val="0"/>
              </a:spcAft>
              <a:buSzPts val="2000"/>
              <a:buFont typeface="Lexend"/>
              <a:buNone/>
              <a:defRPr sz="2000" b="1">
                <a:latin typeface="Lexend"/>
                <a:ea typeface="Lexend"/>
                <a:cs typeface="Lexend"/>
                <a:sym typeface="Lexend"/>
              </a:defRPr>
            </a:lvl4pPr>
            <a:lvl5pPr lvl="4" algn="ctr" rtl="0">
              <a:lnSpc>
                <a:spcPct val="100000"/>
              </a:lnSpc>
              <a:spcBef>
                <a:spcPts val="0"/>
              </a:spcBef>
              <a:spcAft>
                <a:spcPts val="0"/>
              </a:spcAft>
              <a:buSzPts val="2000"/>
              <a:buFont typeface="Lexend"/>
              <a:buNone/>
              <a:defRPr sz="2000" b="1">
                <a:latin typeface="Lexend"/>
                <a:ea typeface="Lexend"/>
                <a:cs typeface="Lexend"/>
                <a:sym typeface="Lexend"/>
              </a:defRPr>
            </a:lvl5pPr>
            <a:lvl6pPr lvl="5" algn="ctr" rtl="0">
              <a:lnSpc>
                <a:spcPct val="100000"/>
              </a:lnSpc>
              <a:spcBef>
                <a:spcPts val="0"/>
              </a:spcBef>
              <a:spcAft>
                <a:spcPts val="0"/>
              </a:spcAft>
              <a:buSzPts val="2000"/>
              <a:buFont typeface="Lexend"/>
              <a:buNone/>
              <a:defRPr sz="2000" b="1">
                <a:latin typeface="Lexend"/>
                <a:ea typeface="Lexend"/>
                <a:cs typeface="Lexend"/>
                <a:sym typeface="Lexend"/>
              </a:defRPr>
            </a:lvl6pPr>
            <a:lvl7pPr lvl="6" algn="ctr" rtl="0">
              <a:lnSpc>
                <a:spcPct val="100000"/>
              </a:lnSpc>
              <a:spcBef>
                <a:spcPts val="0"/>
              </a:spcBef>
              <a:spcAft>
                <a:spcPts val="0"/>
              </a:spcAft>
              <a:buSzPts val="2000"/>
              <a:buFont typeface="Lexend"/>
              <a:buNone/>
              <a:defRPr sz="2000" b="1">
                <a:latin typeface="Lexend"/>
                <a:ea typeface="Lexend"/>
                <a:cs typeface="Lexend"/>
                <a:sym typeface="Lexend"/>
              </a:defRPr>
            </a:lvl7pPr>
            <a:lvl8pPr lvl="7" algn="ctr" rtl="0">
              <a:lnSpc>
                <a:spcPct val="100000"/>
              </a:lnSpc>
              <a:spcBef>
                <a:spcPts val="0"/>
              </a:spcBef>
              <a:spcAft>
                <a:spcPts val="0"/>
              </a:spcAft>
              <a:buSzPts val="2000"/>
              <a:buFont typeface="Lexend"/>
              <a:buNone/>
              <a:defRPr sz="2000" b="1">
                <a:latin typeface="Lexend"/>
                <a:ea typeface="Lexend"/>
                <a:cs typeface="Lexend"/>
                <a:sym typeface="Lexend"/>
              </a:defRPr>
            </a:lvl8pPr>
            <a:lvl9pPr lvl="8" algn="ctr" rtl="0">
              <a:lnSpc>
                <a:spcPct val="100000"/>
              </a:lnSpc>
              <a:spcBef>
                <a:spcPts val="0"/>
              </a:spcBef>
              <a:spcAft>
                <a:spcPts val="0"/>
              </a:spcAft>
              <a:buSzPts val="2000"/>
              <a:buFont typeface="Lexend"/>
              <a:buNone/>
              <a:defRPr sz="2000" b="1">
                <a:latin typeface="Lexend"/>
                <a:ea typeface="Lexend"/>
                <a:cs typeface="Lexend"/>
                <a:sym typeface="Lexend"/>
              </a:defRPr>
            </a:lvl9pPr>
          </a:lstStyle>
          <a:p>
            <a:endParaRPr/>
          </a:p>
        </p:txBody>
      </p:sp>
      <p:sp>
        <p:nvSpPr>
          <p:cNvPr id="241" name="Google Shape;241;p26"/>
          <p:cNvSpPr txBox="1">
            <a:spLocks noGrp="1"/>
          </p:cNvSpPr>
          <p:nvPr>
            <p:ph type="subTitle" idx="7"/>
          </p:nvPr>
        </p:nvSpPr>
        <p:spPr>
          <a:xfrm>
            <a:off x="4843801" y="1455550"/>
            <a:ext cx="2507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Lexend"/>
              <a:buNone/>
              <a:defRPr sz="2000" b="1">
                <a:solidFill>
                  <a:schemeClr val="dk1"/>
                </a:solidFill>
                <a:latin typeface="Lexend"/>
                <a:ea typeface="Lexend"/>
                <a:cs typeface="Lexend"/>
                <a:sym typeface="Lexend"/>
              </a:defRPr>
            </a:lvl1pPr>
            <a:lvl2pPr lvl="1" algn="ctr" rtl="0">
              <a:lnSpc>
                <a:spcPct val="100000"/>
              </a:lnSpc>
              <a:spcBef>
                <a:spcPts val="0"/>
              </a:spcBef>
              <a:spcAft>
                <a:spcPts val="0"/>
              </a:spcAft>
              <a:buSzPts val="2000"/>
              <a:buFont typeface="Lexend"/>
              <a:buNone/>
              <a:defRPr sz="2000" b="1">
                <a:latin typeface="Lexend"/>
                <a:ea typeface="Lexend"/>
                <a:cs typeface="Lexend"/>
                <a:sym typeface="Lexend"/>
              </a:defRPr>
            </a:lvl2pPr>
            <a:lvl3pPr lvl="2" algn="ctr" rtl="0">
              <a:lnSpc>
                <a:spcPct val="100000"/>
              </a:lnSpc>
              <a:spcBef>
                <a:spcPts val="0"/>
              </a:spcBef>
              <a:spcAft>
                <a:spcPts val="0"/>
              </a:spcAft>
              <a:buSzPts val="2000"/>
              <a:buFont typeface="Lexend"/>
              <a:buNone/>
              <a:defRPr sz="2000" b="1">
                <a:latin typeface="Lexend"/>
                <a:ea typeface="Lexend"/>
                <a:cs typeface="Lexend"/>
                <a:sym typeface="Lexend"/>
              </a:defRPr>
            </a:lvl3pPr>
            <a:lvl4pPr lvl="3" algn="ctr" rtl="0">
              <a:lnSpc>
                <a:spcPct val="100000"/>
              </a:lnSpc>
              <a:spcBef>
                <a:spcPts val="0"/>
              </a:spcBef>
              <a:spcAft>
                <a:spcPts val="0"/>
              </a:spcAft>
              <a:buSzPts val="2000"/>
              <a:buFont typeface="Lexend"/>
              <a:buNone/>
              <a:defRPr sz="2000" b="1">
                <a:latin typeface="Lexend"/>
                <a:ea typeface="Lexend"/>
                <a:cs typeface="Lexend"/>
                <a:sym typeface="Lexend"/>
              </a:defRPr>
            </a:lvl4pPr>
            <a:lvl5pPr lvl="4" algn="ctr" rtl="0">
              <a:lnSpc>
                <a:spcPct val="100000"/>
              </a:lnSpc>
              <a:spcBef>
                <a:spcPts val="0"/>
              </a:spcBef>
              <a:spcAft>
                <a:spcPts val="0"/>
              </a:spcAft>
              <a:buSzPts val="2000"/>
              <a:buFont typeface="Lexend"/>
              <a:buNone/>
              <a:defRPr sz="2000" b="1">
                <a:latin typeface="Lexend"/>
                <a:ea typeface="Lexend"/>
                <a:cs typeface="Lexend"/>
                <a:sym typeface="Lexend"/>
              </a:defRPr>
            </a:lvl5pPr>
            <a:lvl6pPr lvl="5" algn="ctr" rtl="0">
              <a:lnSpc>
                <a:spcPct val="100000"/>
              </a:lnSpc>
              <a:spcBef>
                <a:spcPts val="0"/>
              </a:spcBef>
              <a:spcAft>
                <a:spcPts val="0"/>
              </a:spcAft>
              <a:buSzPts val="2000"/>
              <a:buFont typeface="Lexend"/>
              <a:buNone/>
              <a:defRPr sz="2000" b="1">
                <a:latin typeface="Lexend"/>
                <a:ea typeface="Lexend"/>
                <a:cs typeface="Lexend"/>
                <a:sym typeface="Lexend"/>
              </a:defRPr>
            </a:lvl6pPr>
            <a:lvl7pPr lvl="6" algn="ctr" rtl="0">
              <a:lnSpc>
                <a:spcPct val="100000"/>
              </a:lnSpc>
              <a:spcBef>
                <a:spcPts val="0"/>
              </a:spcBef>
              <a:spcAft>
                <a:spcPts val="0"/>
              </a:spcAft>
              <a:buSzPts val="2000"/>
              <a:buFont typeface="Lexend"/>
              <a:buNone/>
              <a:defRPr sz="2000" b="1">
                <a:latin typeface="Lexend"/>
                <a:ea typeface="Lexend"/>
                <a:cs typeface="Lexend"/>
                <a:sym typeface="Lexend"/>
              </a:defRPr>
            </a:lvl7pPr>
            <a:lvl8pPr lvl="7" algn="ctr" rtl="0">
              <a:lnSpc>
                <a:spcPct val="100000"/>
              </a:lnSpc>
              <a:spcBef>
                <a:spcPts val="0"/>
              </a:spcBef>
              <a:spcAft>
                <a:spcPts val="0"/>
              </a:spcAft>
              <a:buSzPts val="2000"/>
              <a:buFont typeface="Lexend"/>
              <a:buNone/>
              <a:defRPr sz="2000" b="1">
                <a:latin typeface="Lexend"/>
                <a:ea typeface="Lexend"/>
                <a:cs typeface="Lexend"/>
                <a:sym typeface="Lexend"/>
              </a:defRPr>
            </a:lvl8pPr>
            <a:lvl9pPr lvl="8" algn="ctr" rtl="0">
              <a:lnSpc>
                <a:spcPct val="100000"/>
              </a:lnSpc>
              <a:spcBef>
                <a:spcPts val="0"/>
              </a:spcBef>
              <a:spcAft>
                <a:spcPts val="0"/>
              </a:spcAft>
              <a:buSzPts val="2000"/>
              <a:buFont typeface="Lexend"/>
              <a:buNone/>
              <a:defRPr sz="2000" b="1">
                <a:latin typeface="Lexend"/>
                <a:ea typeface="Lexend"/>
                <a:cs typeface="Lexend"/>
                <a:sym typeface="Lexend"/>
              </a:defRPr>
            </a:lvl9pPr>
          </a:lstStyle>
          <a:p>
            <a:endParaRPr/>
          </a:p>
        </p:txBody>
      </p:sp>
      <p:sp>
        <p:nvSpPr>
          <p:cNvPr id="242" name="Google Shape;242;p26"/>
          <p:cNvSpPr txBox="1">
            <a:spLocks noGrp="1"/>
          </p:cNvSpPr>
          <p:nvPr>
            <p:ph type="subTitle" idx="8"/>
          </p:nvPr>
        </p:nvSpPr>
        <p:spPr>
          <a:xfrm>
            <a:off x="4843801" y="3116200"/>
            <a:ext cx="2507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Lexend"/>
              <a:buNone/>
              <a:defRPr sz="2000" b="1">
                <a:solidFill>
                  <a:schemeClr val="dk1"/>
                </a:solidFill>
                <a:latin typeface="Lexend"/>
                <a:ea typeface="Lexend"/>
                <a:cs typeface="Lexend"/>
                <a:sym typeface="Lexend"/>
              </a:defRPr>
            </a:lvl1pPr>
            <a:lvl2pPr lvl="1" algn="ctr" rtl="0">
              <a:lnSpc>
                <a:spcPct val="100000"/>
              </a:lnSpc>
              <a:spcBef>
                <a:spcPts val="0"/>
              </a:spcBef>
              <a:spcAft>
                <a:spcPts val="0"/>
              </a:spcAft>
              <a:buSzPts val="2000"/>
              <a:buFont typeface="Lexend"/>
              <a:buNone/>
              <a:defRPr sz="2000" b="1">
                <a:latin typeface="Lexend"/>
                <a:ea typeface="Lexend"/>
                <a:cs typeface="Lexend"/>
                <a:sym typeface="Lexend"/>
              </a:defRPr>
            </a:lvl2pPr>
            <a:lvl3pPr lvl="2" algn="ctr" rtl="0">
              <a:lnSpc>
                <a:spcPct val="100000"/>
              </a:lnSpc>
              <a:spcBef>
                <a:spcPts val="0"/>
              </a:spcBef>
              <a:spcAft>
                <a:spcPts val="0"/>
              </a:spcAft>
              <a:buSzPts val="2000"/>
              <a:buFont typeface="Lexend"/>
              <a:buNone/>
              <a:defRPr sz="2000" b="1">
                <a:latin typeface="Lexend"/>
                <a:ea typeface="Lexend"/>
                <a:cs typeface="Lexend"/>
                <a:sym typeface="Lexend"/>
              </a:defRPr>
            </a:lvl3pPr>
            <a:lvl4pPr lvl="3" algn="ctr" rtl="0">
              <a:lnSpc>
                <a:spcPct val="100000"/>
              </a:lnSpc>
              <a:spcBef>
                <a:spcPts val="0"/>
              </a:spcBef>
              <a:spcAft>
                <a:spcPts val="0"/>
              </a:spcAft>
              <a:buSzPts val="2000"/>
              <a:buFont typeface="Lexend"/>
              <a:buNone/>
              <a:defRPr sz="2000" b="1">
                <a:latin typeface="Lexend"/>
                <a:ea typeface="Lexend"/>
                <a:cs typeface="Lexend"/>
                <a:sym typeface="Lexend"/>
              </a:defRPr>
            </a:lvl4pPr>
            <a:lvl5pPr lvl="4" algn="ctr" rtl="0">
              <a:lnSpc>
                <a:spcPct val="100000"/>
              </a:lnSpc>
              <a:spcBef>
                <a:spcPts val="0"/>
              </a:spcBef>
              <a:spcAft>
                <a:spcPts val="0"/>
              </a:spcAft>
              <a:buSzPts val="2000"/>
              <a:buFont typeface="Lexend"/>
              <a:buNone/>
              <a:defRPr sz="2000" b="1">
                <a:latin typeface="Lexend"/>
                <a:ea typeface="Lexend"/>
                <a:cs typeface="Lexend"/>
                <a:sym typeface="Lexend"/>
              </a:defRPr>
            </a:lvl5pPr>
            <a:lvl6pPr lvl="5" algn="ctr" rtl="0">
              <a:lnSpc>
                <a:spcPct val="100000"/>
              </a:lnSpc>
              <a:spcBef>
                <a:spcPts val="0"/>
              </a:spcBef>
              <a:spcAft>
                <a:spcPts val="0"/>
              </a:spcAft>
              <a:buSzPts val="2000"/>
              <a:buFont typeface="Lexend"/>
              <a:buNone/>
              <a:defRPr sz="2000" b="1">
                <a:latin typeface="Lexend"/>
                <a:ea typeface="Lexend"/>
                <a:cs typeface="Lexend"/>
                <a:sym typeface="Lexend"/>
              </a:defRPr>
            </a:lvl6pPr>
            <a:lvl7pPr lvl="6" algn="ctr" rtl="0">
              <a:lnSpc>
                <a:spcPct val="100000"/>
              </a:lnSpc>
              <a:spcBef>
                <a:spcPts val="0"/>
              </a:spcBef>
              <a:spcAft>
                <a:spcPts val="0"/>
              </a:spcAft>
              <a:buSzPts val="2000"/>
              <a:buFont typeface="Lexend"/>
              <a:buNone/>
              <a:defRPr sz="2000" b="1">
                <a:latin typeface="Lexend"/>
                <a:ea typeface="Lexend"/>
                <a:cs typeface="Lexend"/>
                <a:sym typeface="Lexend"/>
              </a:defRPr>
            </a:lvl7pPr>
            <a:lvl8pPr lvl="7" algn="ctr" rtl="0">
              <a:lnSpc>
                <a:spcPct val="100000"/>
              </a:lnSpc>
              <a:spcBef>
                <a:spcPts val="0"/>
              </a:spcBef>
              <a:spcAft>
                <a:spcPts val="0"/>
              </a:spcAft>
              <a:buSzPts val="2000"/>
              <a:buFont typeface="Lexend"/>
              <a:buNone/>
              <a:defRPr sz="2000" b="1">
                <a:latin typeface="Lexend"/>
                <a:ea typeface="Lexend"/>
                <a:cs typeface="Lexend"/>
                <a:sym typeface="Lexend"/>
              </a:defRPr>
            </a:lvl8pPr>
            <a:lvl9pPr lvl="8" algn="ctr" rtl="0">
              <a:lnSpc>
                <a:spcPct val="100000"/>
              </a:lnSpc>
              <a:spcBef>
                <a:spcPts val="0"/>
              </a:spcBef>
              <a:spcAft>
                <a:spcPts val="0"/>
              </a:spcAft>
              <a:buSzPts val="2000"/>
              <a:buFont typeface="Lexend"/>
              <a:buNone/>
              <a:defRPr sz="2000" b="1">
                <a:latin typeface="Lexend"/>
                <a:ea typeface="Lexend"/>
                <a:cs typeface="Lexend"/>
                <a:sym typeface="Lexend"/>
              </a:defRPr>
            </a:lvl9pPr>
          </a:lstStyle>
          <a:p>
            <a:endParaRPr/>
          </a:p>
        </p:txBody>
      </p:sp>
      <p:sp>
        <p:nvSpPr>
          <p:cNvPr id="243" name="Google Shape;243;p26"/>
          <p:cNvSpPr/>
          <p:nvPr/>
        </p:nvSpPr>
        <p:spPr>
          <a:xfrm>
            <a:off x="87050" y="87050"/>
            <a:ext cx="8988300" cy="4976700"/>
          </a:xfrm>
          <a:prstGeom prst="frame">
            <a:avLst>
              <a:gd name="adj1" fmla="val 10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99"/>
        <p:cNvGrpSpPr/>
        <p:nvPr/>
      </p:nvGrpSpPr>
      <p:grpSpPr>
        <a:xfrm>
          <a:off x="0" y="0"/>
          <a:ext cx="0" cy="0"/>
          <a:chOff x="0" y="0"/>
          <a:chExt cx="0" cy="0"/>
        </a:xfrm>
      </p:grpSpPr>
      <p:sp>
        <p:nvSpPr>
          <p:cNvPr id="300" name="Google Shape;300;p30"/>
          <p:cNvSpPr txBox="1">
            <a:spLocks noGrp="1"/>
          </p:cNvSpPr>
          <p:nvPr>
            <p:ph type="title"/>
          </p:nvPr>
        </p:nvSpPr>
        <p:spPr>
          <a:xfrm>
            <a:off x="713225" y="1026350"/>
            <a:ext cx="3858900" cy="9675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1" name="Google Shape;301;p30"/>
          <p:cNvSpPr txBox="1">
            <a:spLocks noGrp="1"/>
          </p:cNvSpPr>
          <p:nvPr>
            <p:ph type="subTitle" idx="1"/>
          </p:nvPr>
        </p:nvSpPr>
        <p:spPr>
          <a:xfrm>
            <a:off x="713225" y="1841450"/>
            <a:ext cx="3858900" cy="1058700"/>
          </a:xfrm>
          <a:prstGeom prst="rect">
            <a:avLst/>
          </a:prstGeom>
        </p:spPr>
        <p:txBody>
          <a:bodyPr spcFirstLastPara="1" wrap="square" lIns="91425" tIns="91425" rIns="91425" bIns="91425" anchor="ctr" anchorCtr="0">
            <a:noAutofit/>
          </a:bodyPr>
          <a:lstStyle>
            <a:lvl1pPr lvl="0" rtl="0">
              <a:spcBef>
                <a:spcPts val="0"/>
              </a:spcBef>
              <a:spcAft>
                <a:spcPts val="0"/>
              </a:spcAft>
              <a:buSzPts val="1200"/>
              <a:buNone/>
              <a:defRPr sz="14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302" name="Google Shape;302;p30"/>
          <p:cNvSpPr txBox="1"/>
          <p:nvPr/>
        </p:nvSpPr>
        <p:spPr>
          <a:xfrm>
            <a:off x="713225" y="3611950"/>
            <a:ext cx="3858600" cy="556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dk1"/>
                </a:solidFill>
                <a:latin typeface="Catamaran"/>
                <a:ea typeface="Catamaran"/>
                <a:cs typeface="Catamaran"/>
                <a:sym typeface="Catamaran"/>
              </a:rPr>
              <a:t>CREDITS:</a:t>
            </a:r>
            <a:r>
              <a:rPr lang="en" sz="1000">
                <a:solidFill>
                  <a:schemeClr val="dk1"/>
                </a:solidFill>
                <a:latin typeface="Catamaran"/>
                <a:ea typeface="Catamaran"/>
                <a:cs typeface="Catamaran"/>
                <a:sym typeface="Catamaran"/>
              </a:rPr>
              <a:t> This presentation template was created by </a:t>
            </a:r>
            <a:r>
              <a:rPr lang="en" sz="1000" b="1" u="sng">
                <a:solidFill>
                  <a:schemeClr val="dk1"/>
                </a:solidFill>
                <a:latin typeface="Catamaran"/>
                <a:ea typeface="Catamaran"/>
                <a:cs typeface="Catamaran"/>
                <a:sym typeface="Catamaran"/>
                <a:hlinkClick r:id="rId2">
                  <a:extLst>
                    <a:ext uri="{A12FA001-AC4F-418D-AE19-62706E023703}">
                      <ahyp:hlinkClr xmlns:ahyp="http://schemas.microsoft.com/office/drawing/2018/hyperlinkcolor" val="tx"/>
                    </a:ext>
                  </a:extLst>
                </a:hlinkClick>
              </a:rPr>
              <a:t>Slidesgo</a:t>
            </a:r>
            <a:r>
              <a:rPr lang="en" sz="1000">
                <a:solidFill>
                  <a:schemeClr val="dk1"/>
                </a:solidFill>
                <a:latin typeface="Catamaran"/>
                <a:ea typeface="Catamaran"/>
                <a:cs typeface="Catamaran"/>
                <a:sym typeface="Catamaran"/>
              </a:rPr>
              <a:t>, and includes icons by </a:t>
            </a:r>
            <a:r>
              <a:rPr lang="en" sz="1000" b="1" u="sng">
                <a:solidFill>
                  <a:schemeClr val="dk1"/>
                </a:solidFill>
                <a:latin typeface="Catamaran"/>
                <a:ea typeface="Catamaran"/>
                <a:cs typeface="Catamaran"/>
                <a:sym typeface="Catamaran"/>
                <a:hlinkClick r:id="rId3">
                  <a:extLst>
                    <a:ext uri="{A12FA001-AC4F-418D-AE19-62706E023703}">
                      <ahyp:hlinkClr xmlns:ahyp="http://schemas.microsoft.com/office/drawing/2018/hyperlinkcolor" val="tx"/>
                    </a:ext>
                  </a:extLst>
                </a:hlinkClick>
              </a:rPr>
              <a:t>Flaticon</a:t>
            </a:r>
            <a:r>
              <a:rPr lang="en" sz="1000">
                <a:solidFill>
                  <a:schemeClr val="dk1"/>
                </a:solidFill>
                <a:latin typeface="Catamaran"/>
                <a:ea typeface="Catamaran"/>
                <a:cs typeface="Catamaran"/>
                <a:sym typeface="Catamaran"/>
              </a:rPr>
              <a:t>, and infographics &amp; images by </a:t>
            </a:r>
            <a:r>
              <a:rPr lang="en" sz="1000" b="1" u="sng">
                <a:solidFill>
                  <a:schemeClr val="dk1"/>
                </a:solidFill>
                <a:latin typeface="Catamaran"/>
                <a:ea typeface="Catamaran"/>
                <a:cs typeface="Catamaran"/>
                <a:sym typeface="Catamaran"/>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Catamaran"/>
                <a:ea typeface="Catamaran"/>
                <a:cs typeface="Catamaran"/>
                <a:sym typeface="Catamaran"/>
              </a:rPr>
              <a:t> </a:t>
            </a:r>
            <a:endParaRPr sz="1000" b="1" u="sng">
              <a:solidFill>
                <a:schemeClr val="dk1"/>
              </a:solidFill>
              <a:latin typeface="Catamaran"/>
              <a:ea typeface="Catamaran"/>
              <a:cs typeface="Catamaran"/>
              <a:sym typeface="Catamaran"/>
            </a:endParaRPr>
          </a:p>
        </p:txBody>
      </p:sp>
      <p:sp>
        <p:nvSpPr>
          <p:cNvPr id="303" name="Google Shape;303;p30"/>
          <p:cNvSpPr/>
          <p:nvPr/>
        </p:nvSpPr>
        <p:spPr>
          <a:xfrm>
            <a:off x="87050" y="87050"/>
            <a:ext cx="8988300" cy="4976700"/>
          </a:xfrm>
          <a:prstGeom prst="frame">
            <a:avLst>
              <a:gd name="adj1" fmla="val 10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04"/>
        <p:cNvGrpSpPr/>
        <p:nvPr/>
      </p:nvGrpSpPr>
      <p:grpSpPr>
        <a:xfrm>
          <a:off x="0" y="0"/>
          <a:ext cx="0" cy="0"/>
          <a:chOff x="0" y="0"/>
          <a:chExt cx="0" cy="0"/>
        </a:xfrm>
      </p:grpSpPr>
      <p:sp>
        <p:nvSpPr>
          <p:cNvPr id="305" name="Google Shape;305;p31"/>
          <p:cNvSpPr/>
          <p:nvPr/>
        </p:nvSpPr>
        <p:spPr>
          <a:xfrm>
            <a:off x="87050" y="87050"/>
            <a:ext cx="8988300" cy="4976700"/>
          </a:xfrm>
          <a:prstGeom prst="frame">
            <a:avLst>
              <a:gd name="adj1" fmla="val 10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 name="Google Shape;306;p31"/>
          <p:cNvGrpSpPr/>
          <p:nvPr/>
        </p:nvGrpSpPr>
        <p:grpSpPr>
          <a:xfrm rot="140995">
            <a:off x="460467" y="2571139"/>
            <a:ext cx="1937711" cy="2190253"/>
            <a:chOff x="5667624" y="1991567"/>
            <a:chExt cx="1937825" cy="2190383"/>
          </a:xfrm>
        </p:grpSpPr>
        <p:grpSp>
          <p:nvGrpSpPr>
            <p:cNvPr id="307" name="Google Shape;307;p31"/>
            <p:cNvGrpSpPr/>
            <p:nvPr/>
          </p:nvGrpSpPr>
          <p:grpSpPr>
            <a:xfrm>
              <a:off x="5667624" y="1991567"/>
              <a:ext cx="1937825" cy="2190383"/>
              <a:chOff x="6262730" y="1524357"/>
              <a:chExt cx="1960766" cy="2216313"/>
            </a:xfrm>
          </p:grpSpPr>
          <p:sp>
            <p:nvSpPr>
              <p:cNvPr id="308" name="Google Shape;308;p31"/>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1"/>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 name="Google Shape;310;p31"/>
            <p:cNvGrpSpPr/>
            <p:nvPr/>
          </p:nvGrpSpPr>
          <p:grpSpPr>
            <a:xfrm rot="-264529">
              <a:off x="6107476" y="2265649"/>
              <a:ext cx="1006554" cy="1642219"/>
              <a:chOff x="7952800" y="2238838"/>
              <a:chExt cx="747598" cy="1219725"/>
            </a:xfrm>
          </p:grpSpPr>
          <p:sp>
            <p:nvSpPr>
              <p:cNvPr id="311" name="Google Shape;311;p31"/>
              <p:cNvSpPr/>
              <p:nvPr/>
            </p:nvSpPr>
            <p:spPr>
              <a:xfrm>
                <a:off x="8271482" y="3333457"/>
                <a:ext cx="114546" cy="52807"/>
              </a:xfrm>
              <a:custGeom>
                <a:avLst/>
                <a:gdLst/>
                <a:ahLst/>
                <a:cxnLst/>
                <a:rect l="l" t="t" r="r" b="b"/>
                <a:pathLst>
                  <a:path w="1616" h="745" extrusionOk="0">
                    <a:moveTo>
                      <a:pt x="0" y="0"/>
                    </a:moveTo>
                    <a:lnTo>
                      <a:pt x="0" y="745"/>
                    </a:lnTo>
                    <a:lnTo>
                      <a:pt x="1615" y="745"/>
                    </a:lnTo>
                    <a:lnTo>
                      <a:pt x="16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1"/>
              <p:cNvSpPr/>
              <p:nvPr/>
            </p:nvSpPr>
            <p:spPr>
              <a:xfrm>
                <a:off x="8218676" y="3370882"/>
                <a:ext cx="222217" cy="26439"/>
              </a:xfrm>
              <a:custGeom>
                <a:avLst/>
                <a:gdLst/>
                <a:ahLst/>
                <a:cxnLst/>
                <a:rect l="l" t="t" r="r" b="b"/>
                <a:pathLst>
                  <a:path w="3135" h="373" extrusionOk="0">
                    <a:moveTo>
                      <a:pt x="1" y="1"/>
                    </a:moveTo>
                    <a:lnTo>
                      <a:pt x="1" y="373"/>
                    </a:lnTo>
                    <a:lnTo>
                      <a:pt x="3134" y="373"/>
                    </a:lnTo>
                    <a:lnTo>
                      <a:pt x="313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1"/>
              <p:cNvSpPr/>
              <p:nvPr/>
            </p:nvSpPr>
            <p:spPr>
              <a:xfrm>
                <a:off x="8271482" y="3397250"/>
                <a:ext cx="114546" cy="52878"/>
              </a:xfrm>
              <a:custGeom>
                <a:avLst/>
                <a:gdLst/>
                <a:ahLst/>
                <a:cxnLst/>
                <a:rect l="l" t="t" r="r" b="b"/>
                <a:pathLst>
                  <a:path w="1616" h="746" extrusionOk="0">
                    <a:moveTo>
                      <a:pt x="0" y="1"/>
                    </a:moveTo>
                    <a:lnTo>
                      <a:pt x="0" y="745"/>
                    </a:lnTo>
                    <a:lnTo>
                      <a:pt x="1615" y="745"/>
                    </a:lnTo>
                    <a:lnTo>
                      <a:pt x="161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1"/>
              <p:cNvSpPr/>
              <p:nvPr/>
            </p:nvSpPr>
            <p:spPr>
              <a:xfrm>
                <a:off x="8218676" y="3432124"/>
                <a:ext cx="222217" cy="26439"/>
              </a:xfrm>
              <a:custGeom>
                <a:avLst/>
                <a:gdLst/>
                <a:ahLst/>
                <a:cxnLst/>
                <a:rect l="l" t="t" r="r" b="b"/>
                <a:pathLst>
                  <a:path w="3135" h="373" extrusionOk="0">
                    <a:moveTo>
                      <a:pt x="1" y="0"/>
                    </a:moveTo>
                    <a:lnTo>
                      <a:pt x="1" y="372"/>
                    </a:lnTo>
                    <a:lnTo>
                      <a:pt x="3134" y="372"/>
                    </a:lnTo>
                    <a:lnTo>
                      <a:pt x="31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1"/>
              <p:cNvSpPr/>
              <p:nvPr/>
            </p:nvSpPr>
            <p:spPr>
              <a:xfrm>
                <a:off x="8271482" y="3232168"/>
                <a:ext cx="114546" cy="90304"/>
              </a:xfrm>
              <a:custGeom>
                <a:avLst/>
                <a:gdLst/>
                <a:ahLst/>
                <a:cxnLst/>
                <a:rect l="l" t="t" r="r" b="b"/>
                <a:pathLst>
                  <a:path w="1616" h="1274" extrusionOk="0">
                    <a:moveTo>
                      <a:pt x="0" y="0"/>
                    </a:moveTo>
                    <a:lnTo>
                      <a:pt x="0" y="1273"/>
                    </a:lnTo>
                    <a:lnTo>
                      <a:pt x="1615" y="1273"/>
                    </a:lnTo>
                    <a:lnTo>
                      <a:pt x="16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1"/>
              <p:cNvSpPr/>
              <p:nvPr/>
            </p:nvSpPr>
            <p:spPr>
              <a:xfrm>
                <a:off x="8218676" y="3307089"/>
                <a:ext cx="222217" cy="26439"/>
              </a:xfrm>
              <a:custGeom>
                <a:avLst/>
                <a:gdLst/>
                <a:ahLst/>
                <a:cxnLst/>
                <a:rect l="l" t="t" r="r" b="b"/>
                <a:pathLst>
                  <a:path w="3135" h="373" extrusionOk="0">
                    <a:moveTo>
                      <a:pt x="1" y="0"/>
                    </a:moveTo>
                    <a:lnTo>
                      <a:pt x="1" y="372"/>
                    </a:lnTo>
                    <a:lnTo>
                      <a:pt x="3134" y="372"/>
                    </a:lnTo>
                    <a:lnTo>
                      <a:pt x="31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1"/>
              <p:cNvSpPr/>
              <p:nvPr/>
            </p:nvSpPr>
            <p:spPr>
              <a:xfrm>
                <a:off x="7952800" y="2238838"/>
                <a:ext cx="747598" cy="1024536"/>
              </a:xfrm>
              <a:custGeom>
                <a:avLst/>
                <a:gdLst/>
                <a:ahLst/>
                <a:cxnLst/>
                <a:rect l="l" t="t" r="r" b="b"/>
                <a:pathLst>
                  <a:path w="10547" h="14454" extrusionOk="0">
                    <a:moveTo>
                      <a:pt x="5277" y="0"/>
                    </a:moveTo>
                    <a:cubicBezTo>
                      <a:pt x="217" y="0"/>
                      <a:pt x="1" y="4652"/>
                      <a:pt x="98" y="5857"/>
                    </a:cubicBezTo>
                    <a:cubicBezTo>
                      <a:pt x="187" y="7071"/>
                      <a:pt x="157" y="9147"/>
                      <a:pt x="373" y="9579"/>
                    </a:cubicBezTo>
                    <a:cubicBezTo>
                      <a:pt x="559" y="10048"/>
                      <a:pt x="1489" y="10851"/>
                      <a:pt x="1489" y="10851"/>
                    </a:cubicBezTo>
                    <a:cubicBezTo>
                      <a:pt x="1489" y="10851"/>
                      <a:pt x="1519" y="12466"/>
                      <a:pt x="1802" y="12742"/>
                    </a:cubicBezTo>
                    <a:cubicBezTo>
                      <a:pt x="2077" y="13025"/>
                      <a:pt x="2702" y="13240"/>
                      <a:pt x="3290" y="13739"/>
                    </a:cubicBezTo>
                    <a:cubicBezTo>
                      <a:pt x="3849" y="14200"/>
                      <a:pt x="5277" y="14453"/>
                      <a:pt x="5277" y="14453"/>
                    </a:cubicBezTo>
                    <a:cubicBezTo>
                      <a:pt x="5277" y="14453"/>
                      <a:pt x="6669" y="14200"/>
                      <a:pt x="7257" y="13739"/>
                    </a:cubicBezTo>
                    <a:cubicBezTo>
                      <a:pt x="7815" y="13240"/>
                      <a:pt x="8441" y="13025"/>
                      <a:pt x="8716" y="12742"/>
                    </a:cubicBezTo>
                    <a:cubicBezTo>
                      <a:pt x="8999" y="12466"/>
                      <a:pt x="9028" y="10851"/>
                      <a:pt x="9028" y="10851"/>
                    </a:cubicBezTo>
                    <a:cubicBezTo>
                      <a:pt x="9028" y="10851"/>
                      <a:pt x="9959" y="10048"/>
                      <a:pt x="10145" y="9579"/>
                    </a:cubicBezTo>
                    <a:cubicBezTo>
                      <a:pt x="10361" y="9147"/>
                      <a:pt x="10331" y="7071"/>
                      <a:pt x="10420" y="5857"/>
                    </a:cubicBezTo>
                    <a:cubicBezTo>
                      <a:pt x="10547" y="4652"/>
                      <a:pt x="10301" y="0"/>
                      <a:pt x="52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1"/>
              <p:cNvSpPr/>
              <p:nvPr/>
            </p:nvSpPr>
            <p:spPr>
              <a:xfrm>
                <a:off x="8403321" y="2622872"/>
                <a:ext cx="191595" cy="182735"/>
              </a:xfrm>
              <a:custGeom>
                <a:avLst/>
                <a:gdLst/>
                <a:ahLst/>
                <a:cxnLst/>
                <a:rect l="l" t="t" r="r" b="b"/>
                <a:pathLst>
                  <a:path w="2703" h="2578" extrusionOk="0">
                    <a:moveTo>
                      <a:pt x="1010" y="1"/>
                    </a:moveTo>
                    <a:cubicBezTo>
                      <a:pt x="869" y="1"/>
                      <a:pt x="728" y="32"/>
                      <a:pt x="596" y="105"/>
                    </a:cubicBezTo>
                    <a:cubicBezTo>
                      <a:pt x="254" y="253"/>
                      <a:pt x="68" y="566"/>
                      <a:pt x="38" y="879"/>
                    </a:cubicBezTo>
                    <a:cubicBezTo>
                      <a:pt x="1" y="1340"/>
                      <a:pt x="157" y="1839"/>
                      <a:pt x="470" y="2151"/>
                    </a:cubicBezTo>
                    <a:cubicBezTo>
                      <a:pt x="724" y="2424"/>
                      <a:pt x="1096" y="2578"/>
                      <a:pt x="1463" y="2578"/>
                    </a:cubicBezTo>
                    <a:cubicBezTo>
                      <a:pt x="1547" y="2578"/>
                      <a:pt x="1630" y="2570"/>
                      <a:pt x="1712" y="2553"/>
                    </a:cubicBezTo>
                    <a:cubicBezTo>
                      <a:pt x="2085" y="2486"/>
                      <a:pt x="2390" y="2211"/>
                      <a:pt x="2516" y="1839"/>
                    </a:cubicBezTo>
                    <a:cubicBezTo>
                      <a:pt x="2702" y="1310"/>
                      <a:pt x="2390" y="782"/>
                      <a:pt x="1988" y="410"/>
                    </a:cubicBezTo>
                    <a:cubicBezTo>
                      <a:pt x="1722" y="192"/>
                      <a:pt x="1362" y="1"/>
                      <a:pt x="1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1"/>
              <p:cNvSpPr/>
              <p:nvPr/>
            </p:nvSpPr>
            <p:spPr>
              <a:xfrm>
                <a:off x="8489300" y="2911430"/>
                <a:ext cx="70245" cy="109797"/>
              </a:xfrm>
              <a:custGeom>
                <a:avLst/>
                <a:gdLst/>
                <a:ahLst/>
                <a:cxnLst/>
                <a:rect l="l" t="t" r="r" b="b"/>
                <a:pathLst>
                  <a:path w="991" h="1549" extrusionOk="0">
                    <a:moveTo>
                      <a:pt x="775" y="0"/>
                    </a:moveTo>
                    <a:cubicBezTo>
                      <a:pt x="31" y="0"/>
                      <a:pt x="1" y="1303"/>
                      <a:pt x="1" y="1303"/>
                    </a:cubicBezTo>
                    <a:lnTo>
                      <a:pt x="1" y="1548"/>
                    </a:lnTo>
                    <a:cubicBezTo>
                      <a:pt x="991" y="1548"/>
                      <a:pt x="775" y="0"/>
                      <a:pt x="77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1"/>
              <p:cNvSpPr/>
              <p:nvPr/>
            </p:nvSpPr>
            <p:spPr>
              <a:xfrm>
                <a:off x="8056216" y="2622872"/>
                <a:ext cx="193651" cy="182735"/>
              </a:xfrm>
              <a:custGeom>
                <a:avLst/>
                <a:gdLst/>
                <a:ahLst/>
                <a:cxnLst/>
                <a:rect l="l" t="t" r="r" b="b"/>
                <a:pathLst>
                  <a:path w="2732" h="2578" extrusionOk="0">
                    <a:moveTo>
                      <a:pt x="1692" y="1"/>
                    </a:moveTo>
                    <a:cubicBezTo>
                      <a:pt x="1340" y="1"/>
                      <a:pt x="980" y="192"/>
                      <a:pt x="715" y="410"/>
                    </a:cubicBezTo>
                    <a:cubicBezTo>
                      <a:pt x="313" y="782"/>
                      <a:pt x="1" y="1310"/>
                      <a:pt x="187" y="1839"/>
                    </a:cubicBezTo>
                    <a:cubicBezTo>
                      <a:pt x="313" y="2211"/>
                      <a:pt x="618" y="2486"/>
                      <a:pt x="990" y="2553"/>
                    </a:cubicBezTo>
                    <a:cubicBezTo>
                      <a:pt x="1072" y="2570"/>
                      <a:pt x="1156" y="2578"/>
                      <a:pt x="1240" y="2578"/>
                    </a:cubicBezTo>
                    <a:cubicBezTo>
                      <a:pt x="1607" y="2578"/>
                      <a:pt x="1979" y="2424"/>
                      <a:pt x="2233" y="2151"/>
                    </a:cubicBezTo>
                    <a:cubicBezTo>
                      <a:pt x="2546" y="1839"/>
                      <a:pt x="2732" y="1340"/>
                      <a:pt x="2665" y="879"/>
                    </a:cubicBezTo>
                    <a:cubicBezTo>
                      <a:pt x="2635" y="566"/>
                      <a:pt x="2449" y="253"/>
                      <a:pt x="2107" y="105"/>
                    </a:cubicBezTo>
                    <a:cubicBezTo>
                      <a:pt x="1974" y="32"/>
                      <a:pt x="1834" y="1"/>
                      <a:pt x="16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1"/>
              <p:cNvSpPr/>
              <p:nvPr/>
            </p:nvSpPr>
            <p:spPr>
              <a:xfrm>
                <a:off x="8091586" y="2911430"/>
                <a:ext cx="72300" cy="109797"/>
              </a:xfrm>
              <a:custGeom>
                <a:avLst/>
                <a:gdLst/>
                <a:ahLst/>
                <a:cxnLst/>
                <a:rect l="l" t="t" r="r" b="b"/>
                <a:pathLst>
                  <a:path w="1020" h="1549" extrusionOk="0">
                    <a:moveTo>
                      <a:pt x="246" y="0"/>
                    </a:moveTo>
                    <a:cubicBezTo>
                      <a:pt x="246" y="0"/>
                      <a:pt x="0" y="1548"/>
                      <a:pt x="1020" y="1548"/>
                    </a:cubicBezTo>
                    <a:lnTo>
                      <a:pt x="1020" y="1303"/>
                    </a:lnTo>
                    <a:cubicBezTo>
                      <a:pt x="1020" y="1303"/>
                      <a:pt x="960" y="0"/>
                      <a:pt x="2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1"/>
              <p:cNvSpPr/>
              <p:nvPr/>
            </p:nvSpPr>
            <p:spPr>
              <a:xfrm>
                <a:off x="8159632" y="2996346"/>
                <a:ext cx="331872" cy="97676"/>
              </a:xfrm>
              <a:custGeom>
                <a:avLst/>
                <a:gdLst/>
                <a:ahLst/>
                <a:cxnLst/>
                <a:rect l="l" t="t" r="r" b="b"/>
                <a:pathLst>
                  <a:path w="4682" h="1378" extrusionOk="0">
                    <a:moveTo>
                      <a:pt x="1997" y="1"/>
                    </a:moveTo>
                    <a:cubicBezTo>
                      <a:pt x="1982" y="1"/>
                      <a:pt x="1966" y="3"/>
                      <a:pt x="1950" y="8"/>
                    </a:cubicBezTo>
                    <a:lnTo>
                      <a:pt x="1920" y="45"/>
                    </a:lnTo>
                    <a:cubicBezTo>
                      <a:pt x="1831" y="75"/>
                      <a:pt x="1831" y="194"/>
                      <a:pt x="1801" y="261"/>
                    </a:cubicBezTo>
                    <a:cubicBezTo>
                      <a:pt x="1764" y="164"/>
                      <a:pt x="1675" y="45"/>
                      <a:pt x="1548" y="45"/>
                    </a:cubicBezTo>
                    <a:cubicBezTo>
                      <a:pt x="1534" y="41"/>
                      <a:pt x="1519" y="39"/>
                      <a:pt x="1505" y="39"/>
                    </a:cubicBezTo>
                    <a:cubicBezTo>
                      <a:pt x="1400" y="39"/>
                      <a:pt x="1299" y="150"/>
                      <a:pt x="1273" y="261"/>
                    </a:cubicBezTo>
                    <a:cubicBezTo>
                      <a:pt x="1243" y="194"/>
                      <a:pt x="1176" y="135"/>
                      <a:pt x="1117" y="75"/>
                    </a:cubicBezTo>
                    <a:cubicBezTo>
                      <a:pt x="1087" y="45"/>
                      <a:pt x="1057" y="45"/>
                      <a:pt x="990" y="45"/>
                    </a:cubicBezTo>
                    <a:cubicBezTo>
                      <a:pt x="960" y="45"/>
                      <a:pt x="901" y="75"/>
                      <a:pt x="871" y="105"/>
                    </a:cubicBezTo>
                    <a:cubicBezTo>
                      <a:pt x="834" y="135"/>
                      <a:pt x="804" y="194"/>
                      <a:pt x="804" y="231"/>
                    </a:cubicBezTo>
                    <a:cubicBezTo>
                      <a:pt x="744" y="164"/>
                      <a:pt x="685" y="105"/>
                      <a:pt x="588" y="105"/>
                    </a:cubicBezTo>
                    <a:cubicBezTo>
                      <a:pt x="529" y="135"/>
                      <a:pt x="499" y="164"/>
                      <a:pt x="462" y="231"/>
                    </a:cubicBezTo>
                    <a:cubicBezTo>
                      <a:pt x="410" y="199"/>
                      <a:pt x="381" y="129"/>
                      <a:pt x="312" y="129"/>
                    </a:cubicBezTo>
                    <a:cubicBezTo>
                      <a:pt x="301" y="129"/>
                      <a:pt x="289" y="130"/>
                      <a:pt x="276" y="135"/>
                    </a:cubicBezTo>
                    <a:cubicBezTo>
                      <a:pt x="216" y="135"/>
                      <a:pt x="186" y="194"/>
                      <a:pt x="186" y="231"/>
                    </a:cubicBezTo>
                    <a:cubicBezTo>
                      <a:pt x="186" y="291"/>
                      <a:pt x="157" y="380"/>
                      <a:pt x="127" y="447"/>
                    </a:cubicBezTo>
                    <a:cubicBezTo>
                      <a:pt x="127" y="477"/>
                      <a:pt x="127" y="477"/>
                      <a:pt x="90" y="477"/>
                    </a:cubicBezTo>
                    <a:cubicBezTo>
                      <a:pt x="30" y="536"/>
                      <a:pt x="0" y="633"/>
                      <a:pt x="30" y="693"/>
                    </a:cubicBezTo>
                    <a:cubicBezTo>
                      <a:pt x="30" y="790"/>
                      <a:pt x="60" y="849"/>
                      <a:pt x="90" y="938"/>
                    </a:cubicBezTo>
                    <a:cubicBezTo>
                      <a:pt x="90" y="976"/>
                      <a:pt x="90" y="976"/>
                      <a:pt x="127" y="1005"/>
                    </a:cubicBezTo>
                    <a:cubicBezTo>
                      <a:pt x="142" y="1020"/>
                      <a:pt x="164" y="1028"/>
                      <a:pt x="190" y="1028"/>
                    </a:cubicBezTo>
                    <a:cubicBezTo>
                      <a:pt x="216" y="1028"/>
                      <a:pt x="246" y="1020"/>
                      <a:pt x="276" y="1005"/>
                    </a:cubicBezTo>
                    <a:lnTo>
                      <a:pt x="276" y="1005"/>
                    </a:lnTo>
                    <a:cubicBezTo>
                      <a:pt x="216" y="1065"/>
                      <a:pt x="276" y="1124"/>
                      <a:pt x="343" y="1124"/>
                    </a:cubicBezTo>
                    <a:cubicBezTo>
                      <a:pt x="382" y="1124"/>
                      <a:pt x="422" y="1111"/>
                      <a:pt x="455" y="1111"/>
                    </a:cubicBezTo>
                    <a:cubicBezTo>
                      <a:pt x="472" y="1111"/>
                      <a:pt x="486" y="1114"/>
                      <a:pt x="499" y="1124"/>
                    </a:cubicBezTo>
                    <a:cubicBezTo>
                      <a:pt x="529" y="1124"/>
                      <a:pt x="558" y="1162"/>
                      <a:pt x="588" y="1191"/>
                    </a:cubicBezTo>
                    <a:cubicBezTo>
                      <a:pt x="609" y="1212"/>
                      <a:pt x="634" y="1222"/>
                      <a:pt x="660" y="1222"/>
                    </a:cubicBezTo>
                    <a:cubicBezTo>
                      <a:pt x="707" y="1222"/>
                      <a:pt x="755" y="1187"/>
                      <a:pt x="774" y="1124"/>
                    </a:cubicBezTo>
                    <a:cubicBezTo>
                      <a:pt x="811" y="1202"/>
                      <a:pt x="894" y="1243"/>
                      <a:pt x="969" y="1243"/>
                    </a:cubicBezTo>
                    <a:cubicBezTo>
                      <a:pt x="1017" y="1243"/>
                      <a:pt x="1061" y="1226"/>
                      <a:pt x="1087" y="1191"/>
                    </a:cubicBezTo>
                    <a:cubicBezTo>
                      <a:pt x="1087" y="1281"/>
                      <a:pt x="1176" y="1377"/>
                      <a:pt x="1303" y="1377"/>
                    </a:cubicBezTo>
                    <a:cubicBezTo>
                      <a:pt x="1392" y="1377"/>
                      <a:pt x="1489" y="1310"/>
                      <a:pt x="1548" y="1221"/>
                    </a:cubicBezTo>
                    <a:cubicBezTo>
                      <a:pt x="1578" y="1281"/>
                      <a:pt x="1645" y="1348"/>
                      <a:pt x="1705" y="1348"/>
                    </a:cubicBezTo>
                    <a:cubicBezTo>
                      <a:pt x="1764" y="1348"/>
                      <a:pt x="1831" y="1310"/>
                      <a:pt x="1861" y="1251"/>
                    </a:cubicBezTo>
                    <a:cubicBezTo>
                      <a:pt x="1882" y="1230"/>
                      <a:pt x="1903" y="1209"/>
                      <a:pt x="1924" y="1209"/>
                    </a:cubicBezTo>
                    <a:cubicBezTo>
                      <a:pt x="1933" y="1209"/>
                      <a:pt x="1941" y="1212"/>
                      <a:pt x="1950" y="1221"/>
                    </a:cubicBezTo>
                    <a:lnTo>
                      <a:pt x="1950" y="1251"/>
                    </a:lnTo>
                    <a:cubicBezTo>
                      <a:pt x="1980" y="1294"/>
                      <a:pt x="2020" y="1310"/>
                      <a:pt x="2061" y="1310"/>
                    </a:cubicBezTo>
                    <a:cubicBezTo>
                      <a:pt x="2112" y="1310"/>
                      <a:pt x="2166" y="1284"/>
                      <a:pt x="2203" y="1251"/>
                    </a:cubicBezTo>
                    <a:cubicBezTo>
                      <a:pt x="2263" y="1281"/>
                      <a:pt x="2322" y="1310"/>
                      <a:pt x="2389" y="1310"/>
                    </a:cubicBezTo>
                    <a:lnTo>
                      <a:pt x="2575" y="1310"/>
                    </a:lnTo>
                    <a:cubicBezTo>
                      <a:pt x="2635" y="1310"/>
                      <a:pt x="2694" y="1310"/>
                      <a:pt x="2732" y="1251"/>
                    </a:cubicBezTo>
                    <a:lnTo>
                      <a:pt x="2732" y="1221"/>
                    </a:lnTo>
                    <a:cubicBezTo>
                      <a:pt x="2740" y="1212"/>
                      <a:pt x="2752" y="1209"/>
                      <a:pt x="2763" y="1209"/>
                    </a:cubicBezTo>
                    <a:cubicBezTo>
                      <a:pt x="2791" y="1209"/>
                      <a:pt x="2821" y="1230"/>
                      <a:pt x="2821" y="1251"/>
                    </a:cubicBezTo>
                    <a:cubicBezTo>
                      <a:pt x="2880" y="1310"/>
                      <a:pt x="2947" y="1348"/>
                      <a:pt x="3007" y="1348"/>
                    </a:cubicBezTo>
                    <a:cubicBezTo>
                      <a:pt x="3067" y="1348"/>
                      <a:pt x="3134" y="1281"/>
                      <a:pt x="3134" y="1221"/>
                    </a:cubicBezTo>
                    <a:cubicBezTo>
                      <a:pt x="3193" y="1310"/>
                      <a:pt x="3290" y="1377"/>
                      <a:pt x="3409" y="1377"/>
                    </a:cubicBezTo>
                    <a:cubicBezTo>
                      <a:pt x="3506" y="1377"/>
                      <a:pt x="3595" y="1281"/>
                      <a:pt x="3595" y="1191"/>
                    </a:cubicBezTo>
                    <a:cubicBezTo>
                      <a:pt x="3633" y="1226"/>
                      <a:pt x="3679" y="1243"/>
                      <a:pt x="3726" y="1243"/>
                    </a:cubicBezTo>
                    <a:cubicBezTo>
                      <a:pt x="3799" y="1243"/>
                      <a:pt x="3871" y="1202"/>
                      <a:pt x="3908" y="1124"/>
                    </a:cubicBezTo>
                    <a:cubicBezTo>
                      <a:pt x="3927" y="1187"/>
                      <a:pt x="3975" y="1222"/>
                      <a:pt x="4022" y="1222"/>
                    </a:cubicBezTo>
                    <a:cubicBezTo>
                      <a:pt x="4048" y="1222"/>
                      <a:pt x="4073" y="1212"/>
                      <a:pt x="4094" y="1191"/>
                    </a:cubicBezTo>
                    <a:cubicBezTo>
                      <a:pt x="4123" y="1162"/>
                      <a:pt x="4153" y="1124"/>
                      <a:pt x="4183" y="1124"/>
                    </a:cubicBezTo>
                    <a:cubicBezTo>
                      <a:pt x="4195" y="1114"/>
                      <a:pt x="4210" y="1111"/>
                      <a:pt x="4227" y="1111"/>
                    </a:cubicBezTo>
                    <a:cubicBezTo>
                      <a:pt x="4260" y="1111"/>
                      <a:pt x="4299" y="1124"/>
                      <a:pt x="4339" y="1124"/>
                    </a:cubicBezTo>
                    <a:cubicBezTo>
                      <a:pt x="4406" y="1124"/>
                      <a:pt x="4466" y="1065"/>
                      <a:pt x="4436" y="1005"/>
                    </a:cubicBezTo>
                    <a:lnTo>
                      <a:pt x="4436" y="1005"/>
                    </a:lnTo>
                    <a:cubicBezTo>
                      <a:pt x="4451" y="1020"/>
                      <a:pt x="4473" y="1028"/>
                      <a:pt x="4495" y="1028"/>
                    </a:cubicBezTo>
                    <a:cubicBezTo>
                      <a:pt x="4518" y="1028"/>
                      <a:pt x="4540" y="1020"/>
                      <a:pt x="4555" y="1005"/>
                    </a:cubicBezTo>
                    <a:cubicBezTo>
                      <a:pt x="4592" y="976"/>
                      <a:pt x="4592" y="976"/>
                      <a:pt x="4592" y="938"/>
                    </a:cubicBezTo>
                    <a:cubicBezTo>
                      <a:pt x="4652" y="849"/>
                      <a:pt x="4682" y="790"/>
                      <a:pt x="4682" y="693"/>
                    </a:cubicBezTo>
                    <a:cubicBezTo>
                      <a:pt x="4682" y="633"/>
                      <a:pt x="4652" y="536"/>
                      <a:pt x="4592" y="477"/>
                    </a:cubicBezTo>
                    <a:cubicBezTo>
                      <a:pt x="4592" y="477"/>
                      <a:pt x="4555" y="477"/>
                      <a:pt x="4555" y="447"/>
                    </a:cubicBezTo>
                    <a:cubicBezTo>
                      <a:pt x="4525" y="380"/>
                      <a:pt x="4525" y="291"/>
                      <a:pt x="4495" y="231"/>
                    </a:cubicBezTo>
                    <a:cubicBezTo>
                      <a:pt x="4495" y="194"/>
                      <a:pt x="4466" y="135"/>
                      <a:pt x="4406" y="135"/>
                    </a:cubicBezTo>
                    <a:cubicBezTo>
                      <a:pt x="4397" y="130"/>
                      <a:pt x="4388" y="129"/>
                      <a:pt x="4379" y="129"/>
                    </a:cubicBezTo>
                    <a:cubicBezTo>
                      <a:pt x="4323" y="129"/>
                      <a:pt x="4276" y="199"/>
                      <a:pt x="4250" y="231"/>
                    </a:cubicBezTo>
                    <a:cubicBezTo>
                      <a:pt x="4183" y="164"/>
                      <a:pt x="4153" y="135"/>
                      <a:pt x="4094" y="105"/>
                    </a:cubicBezTo>
                    <a:cubicBezTo>
                      <a:pt x="3997" y="105"/>
                      <a:pt x="3937" y="164"/>
                      <a:pt x="3908" y="231"/>
                    </a:cubicBezTo>
                    <a:cubicBezTo>
                      <a:pt x="3878" y="194"/>
                      <a:pt x="3848" y="135"/>
                      <a:pt x="3811" y="105"/>
                    </a:cubicBezTo>
                    <a:cubicBezTo>
                      <a:pt x="3781" y="75"/>
                      <a:pt x="3751" y="45"/>
                      <a:pt x="3692" y="45"/>
                    </a:cubicBezTo>
                    <a:cubicBezTo>
                      <a:pt x="3662" y="45"/>
                      <a:pt x="3595" y="45"/>
                      <a:pt x="3565" y="75"/>
                    </a:cubicBezTo>
                    <a:cubicBezTo>
                      <a:pt x="3506" y="135"/>
                      <a:pt x="3476" y="194"/>
                      <a:pt x="3409" y="261"/>
                    </a:cubicBezTo>
                    <a:cubicBezTo>
                      <a:pt x="3383" y="150"/>
                      <a:pt x="3311" y="39"/>
                      <a:pt x="3187" y="39"/>
                    </a:cubicBezTo>
                    <a:cubicBezTo>
                      <a:pt x="3170" y="39"/>
                      <a:pt x="3152" y="41"/>
                      <a:pt x="3134" y="45"/>
                    </a:cubicBezTo>
                    <a:cubicBezTo>
                      <a:pt x="3007" y="45"/>
                      <a:pt x="2947" y="164"/>
                      <a:pt x="2880" y="261"/>
                    </a:cubicBezTo>
                    <a:cubicBezTo>
                      <a:pt x="2880" y="194"/>
                      <a:pt x="2851" y="75"/>
                      <a:pt x="2761" y="45"/>
                    </a:cubicBezTo>
                    <a:lnTo>
                      <a:pt x="2732" y="8"/>
                    </a:lnTo>
                    <a:cubicBezTo>
                      <a:pt x="2716" y="3"/>
                      <a:pt x="2701" y="1"/>
                      <a:pt x="2687" y="1"/>
                    </a:cubicBezTo>
                    <a:cubicBezTo>
                      <a:pt x="2615" y="1"/>
                      <a:pt x="2564" y="60"/>
                      <a:pt x="2508" y="135"/>
                    </a:cubicBezTo>
                    <a:cubicBezTo>
                      <a:pt x="2508" y="72"/>
                      <a:pt x="2455" y="18"/>
                      <a:pt x="2391" y="18"/>
                    </a:cubicBezTo>
                    <a:cubicBezTo>
                      <a:pt x="2325" y="18"/>
                      <a:pt x="2248" y="74"/>
                      <a:pt x="2203" y="231"/>
                    </a:cubicBezTo>
                    <a:cubicBezTo>
                      <a:pt x="2203" y="194"/>
                      <a:pt x="2173" y="164"/>
                      <a:pt x="2173" y="135"/>
                    </a:cubicBezTo>
                    <a:cubicBezTo>
                      <a:pt x="2142" y="60"/>
                      <a:pt x="2075" y="1"/>
                      <a:pt x="19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1"/>
              <p:cNvSpPr/>
              <p:nvPr/>
            </p:nvSpPr>
            <p:spPr>
              <a:xfrm>
                <a:off x="8276231" y="2751026"/>
                <a:ext cx="107671" cy="170898"/>
              </a:xfrm>
              <a:custGeom>
                <a:avLst/>
                <a:gdLst/>
                <a:ahLst/>
                <a:cxnLst/>
                <a:rect l="l" t="t" r="r" b="b"/>
                <a:pathLst>
                  <a:path w="1519" h="2411" extrusionOk="0">
                    <a:moveTo>
                      <a:pt x="774" y="1"/>
                    </a:moveTo>
                    <a:cubicBezTo>
                      <a:pt x="774" y="1"/>
                      <a:pt x="0" y="373"/>
                      <a:pt x="0" y="1519"/>
                    </a:cubicBezTo>
                    <a:cubicBezTo>
                      <a:pt x="0" y="2214"/>
                      <a:pt x="68" y="2410"/>
                      <a:pt x="253" y="2410"/>
                    </a:cubicBezTo>
                    <a:cubicBezTo>
                      <a:pt x="350" y="2410"/>
                      <a:pt x="479" y="2357"/>
                      <a:pt x="648" y="2293"/>
                    </a:cubicBezTo>
                    <a:lnTo>
                      <a:pt x="744" y="492"/>
                    </a:lnTo>
                    <a:lnTo>
                      <a:pt x="863" y="2293"/>
                    </a:lnTo>
                    <a:cubicBezTo>
                      <a:pt x="1024" y="2357"/>
                      <a:pt x="1151" y="2410"/>
                      <a:pt x="1250" y="2410"/>
                    </a:cubicBezTo>
                    <a:cubicBezTo>
                      <a:pt x="1438" y="2410"/>
                      <a:pt x="1518" y="2214"/>
                      <a:pt x="1518" y="1519"/>
                    </a:cubicBezTo>
                    <a:cubicBezTo>
                      <a:pt x="1518" y="373"/>
                      <a:pt x="774" y="1"/>
                      <a:pt x="7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4" name="Google Shape;324;p31"/>
          <p:cNvGrpSpPr/>
          <p:nvPr/>
        </p:nvGrpSpPr>
        <p:grpSpPr>
          <a:xfrm>
            <a:off x="249436" y="1610019"/>
            <a:ext cx="2905007" cy="3306282"/>
            <a:chOff x="249436" y="1610019"/>
            <a:chExt cx="2905007" cy="3306282"/>
          </a:xfrm>
        </p:grpSpPr>
        <p:grpSp>
          <p:nvGrpSpPr>
            <p:cNvPr id="325" name="Google Shape;325;p31"/>
            <p:cNvGrpSpPr/>
            <p:nvPr/>
          </p:nvGrpSpPr>
          <p:grpSpPr>
            <a:xfrm flipH="1">
              <a:off x="249436" y="1610019"/>
              <a:ext cx="429207" cy="942307"/>
              <a:chOff x="2027199" y="144994"/>
              <a:chExt cx="429207" cy="942307"/>
            </a:xfrm>
          </p:grpSpPr>
          <p:grpSp>
            <p:nvGrpSpPr>
              <p:cNvPr id="326" name="Google Shape;326;p31"/>
              <p:cNvGrpSpPr/>
              <p:nvPr/>
            </p:nvGrpSpPr>
            <p:grpSpPr>
              <a:xfrm>
                <a:off x="2027199" y="865994"/>
                <a:ext cx="221307" cy="221307"/>
                <a:chOff x="2251439" y="1012179"/>
                <a:chExt cx="435300" cy="435300"/>
              </a:xfrm>
            </p:grpSpPr>
            <p:sp>
              <p:nvSpPr>
                <p:cNvPr id="327" name="Google Shape;327;p31"/>
                <p:cNvSpPr/>
                <p:nvPr/>
              </p:nvSpPr>
              <p:spPr>
                <a:xfrm rot="5400000">
                  <a:off x="2389289" y="1012179"/>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1"/>
                <p:cNvSpPr/>
                <p:nvPr/>
              </p:nvSpPr>
              <p:spPr>
                <a:xfrm rot="10800000">
                  <a:off x="2389289" y="1012179"/>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 name="Google Shape;329;p31"/>
              <p:cNvGrpSpPr/>
              <p:nvPr/>
            </p:nvGrpSpPr>
            <p:grpSpPr>
              <a:xfrm>
                <a:off x="2097274" y="144994"/>
                <a:ext cx="221307" cy="221307"/>
                <a:chOff x="1953987" y="152325"/>
                <a:chExt cx="435300" cy="435300"/>
              </a:xfrm>
            </p:grpSpPr>
            <p:sp>
              <p:nvSpPr>
                <p:cNvPr id="330" name="Google Shape;330;p31"/>
                <p:cNvSpPr/>
                <p:nvPr/>
              </p:nvSpPr>
              <p:spPr>
                <a:xfrm rot="5400000">
                  <a:off x="2091837"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1"/>
                <p:cNvSpPr/>
                <p:nvPr/>
              </p:nvSpPr>
              <p:spPr>
                <a:xfrm rot="10800000">
                  <a:off x="2091837"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 name="Google Shape;332;p31"/>
              <p:cNvGrpSpPr/>
              <p:nvPr/>
            </p:nvGrpSpPr>
            <p:grpSpPr>
              <a:xfrm>
                <a:off x="2235099" y="539494"/>
                <a:ext cx="221307" cy="221307"/>
                <a:chOff x="1953987" y="152325"/>
                <a:chExt cx="435300" cy="435300"/>
              </a:xfrm>
            </p:grpSpPr>
            <p:sp>
              <p:nvSpPr>
                <p:cNvPr id="333" name="Google Shape;333;p31"/>
                <p:cNvSpPr/>
                <p:nvPr/>
              </p:nvSpPr>
              <p:spPr>
                <a:xfrm rot="5400000">
                  <a:off x="2091837"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1"/>
                <p:cNvSpPr/>
                <p:nvPr/>
              </p:nvSpPr>
              <p:spPr>
                <a:xfrm rot="10800000">
                  <a:off x="2091837"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5" name="Google Shape;335;p31"/>
            <p:cNvGrpSpPr/>
            <p:nvPr/>
          </p:nvGrpSpPr>
          <p:grpSpPr>
            <a:xfrm flipH="1">
              <a:off x="2540611" y="4212119"/>
              <a:ext cx="613832" cy="704182"/>
              <a:chOff x="1644149" y="137769"/>
              <a:chExt cx="613832" cy="704182"/>
            </a:xfrm>
          </p:grpSpPr>
          <p:grpSp>
            <p:nvGrpSpPr>
              <p:cNvPr id="336" name="Google Shape;336;p31"/>
              <p:cNvGrpSpPr/>
              <p:nvPr/>
            </p:nvGrpSpPr>
            <p:grpSpPr>
              <a:xfrm>
                <a:off x="1644149" y="469419"/>
                <a:ext cx="221307" cy="221307"/>
                <a:chOff x="1497997" y="232134"/>
                <a:chExt cx="435300" cy="435300"/>
              </a:xfrm>
            </p:grpSpPr>
            <p:sp>
              <p:nvSpPr>
                <p:cNvPr id="337" name="Google Shape;337;p31"/>
                <p:cNvSpPr/>
                <p:nvPr/>
              </p:nvSpPr>
              <p:spPr>
                <a:xfrm rot="5400000">
                  <a:off x="1635847" y="232134"/>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1"/>
                <p:cNvSpPr/>
                <p:nvPr/>
              </p:nvSpPr>
              <p:spPr>
                <a:xfrm rot="10800000">
                  <a:off x="1635847" y="232134"/>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 name="Google Shape;339;p31"/>
              <p:cNvGrpSpPr/>
              <p:nvPr/>
            </p:nvGrpSpPr>
            <p:grpSpPr>
              <a:xfrm>
                <a:off x="1795374" y="137769"/>
                <a:ext cx="221307" cy="221307"/>
                <a:chOff x="1360163" y="138114"/>
                <a:chExt cx="435300" cy="435300"/>
              </a:xfrm>
            </p:grpSpPr>
            <p:sp>
              <p:nvSpPr>
                <p:cNvPr id="340" name="Google Shape;340;p31"/>
                <p:cNvSpPr/>
                <p:nvPr/>
              </p:nvSpPr>
              <p:spPr>
                <a:xfrm rot="5400000">
                  <a:off x="1498013" y="138114"/>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1"/>
                <p:cNvSpPr/>
                <p:nvPr/>
              </p:nvSpPr>
              <p:spPr>
                <a:xfrm rot="10800000">
                  <a:off x="1498013" y="138114"/>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 name="Google Shape;342;p31"/>
              <p:cNvGrpSpPr/>
              <p:nvPr/>
            </p:nvGrpSpPr>
            <p:grpSpPr>
              <a:xfrm>
                <a:off x="2036674" y="620644"/>
                <a:ext cx="221307" cy="221307"/>
                <a:chOff x="1563694" y="311943"/>
                <a:chExt cx="435300" cy="435300"/>
              </a:xfrm>
            </p:grpSpPr>
            <p:sp>
              <p:nvSpPr>
                <p:cNvPr id="343" name="Google Shape;343;p31"/>
                <p:cNvSpPr/>
                <p:nvPr/>
              </p:nvSpPr>
              <p:spPr>
                <a:xfrm rot="5400000">
                  <a:off x="1701544" y="311943"/>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1"/>
                <p:cNvSpPr/>
                <p:nvPr/>
              </p:nvSpPr>
              <p:spPr>
                <a:xfrm rot="10800000">
                  <a:off x="1701544" y="311943"/>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45"/>
        <p:cNvGrpSpPr/>
        <p:nvPr/>
      </p:nvGrpSpPr>
      <p:grpSpPr>
        <a:xfrm>
          <a:off x="0" y="0"/>
          <a:ext cx="0" cy="0"/>
          <a:chOff x="0" y="0"/>
          <a:chExt cx="0" cy="0"/>
        </a:xfrm>
      </p:grpSpPr>
      <p:sp>
        <p:nvSpPr>
          <p:cNvPr id="346" name="Google Shape;346;p32"/>
          <p:cNvSpPr/>
          <p:nvPr/>
        </p:nvSpPr>
        <p:spPr>
          <a:xfrm>
            <a:off x="87050" y="87050"/>
            <a:ext cx="8988300" cy="4976700"/>
          </a:xfrm>
          <a:prstGeom prst="frame">
            <a:avLst>
              <a:gd name="adj1" fmla="val 102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7" name="Google Shape;347;p32"/>
          <p:cNvGrpSpPr/>
          <p:nvPr/>
        </p:nvGrpSpPr>
        <p:grpSpPr>
          <a:xfrm rot="131363">
            <a:off x="6400978" y="2172745"/>
            <a:ext cx="1937689" cy="2190229"/>
            <a:chOff x="7041899" y="2938567"/>
            <a:chExt cx="1937825" cy="2190383"/>
          </a:xfrm>
        </p:grpSpPr>
        <p:grpSp>
          <p:nvGrpSpPr>
            <p:cNvPr id="348" name="Google Shape;348;p32"/>
            <p:cNvGrpSpPr/>
            <p:nvPr/>
          </p:nvGrpSpPr>
          <p:grpSpPr>
            <a:xfrm>
              <a:off x="7041899" y="2938567"/>
              <a:ext cx="1937825" cy="2190383"/>
              <a:chOff x="6262730" y="1524357"/>
              <a:chExt cx="1960766" cy="2216313"/>
            </a:xfrm>
          </p:grpSpPr>
          <p:sp>
            <p:nvSpPr>
              <p:cNvPr id="349" name="Google Shape;349;p32"/>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2"/>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1" name="Google Shape;351;p32"/>
            <p:cNvGrpSpPr/>
            <p:nvPr/>
          </p:nvGrpSpPr>
          <p:grpSpPr>
            <a:xfrm rot="-322559">
              <a:off x="7471000" y="3195435"/>
              <a:ext cx="428047" cy="1737414"/>
              <a:chOff x="6325325" y="2224000"/>
              <a:chExt cx="176050" cy="714575"/>
            </a:xfrm>
          </p:grpSpPr>
          <p:sp>
            <p:nvSpPr>
              <p:cNvPr id="352" name="Google Shape;352;p32"/>
              <p:cNvSpPr/>
              <p:nvPr/>
            </p:nvSpPr>
            <p:spPr>
              <a:xfrm rot="10800000">
                <a:off x="6368875" y="2493050"/>
                <a:ext cx="71275" cy="445525"/>
              </a:xfrm>
              <a:custGeom>
                <a:avLst/>
                <a:gdLst/>
                <a:ahLst/>
                <a:cxnLst/>
                <a:rect l="l" t="t" r="r" b="b"/>
                <a:pathLst>
                  <a:path w="2851" h="17821" extrusionOk="0">
                    <a:moveTo>
                      <a:pt x="1676" y="0"/>
                    </a:moveTo>
                    <a:cubicBezTo>
                      <a:pt x="1655" y="0"/>
                      <a:pt x="1635" y="3"/>
                      <a:pt x="1615" y="13"/>
                    </a:cubicBezTo>
                    <a:cubicBezTo>
                      <a:pt x="1459" y="73"/>
                      <a:pt x="1392" y="259"/>
                      <a:pt x="1362" y="415"/>
                    </a:cubicBezTo>
                    <a:cubicBezTo>
                      <a:pt x="1332" y="884"/>
                      <a:pt x="1518" y="1316"/>
                      <a:pt x="1615" y="1785"/>
                    </a:cubicBezTo>
                    <a:cubicBezTo>
                      <a:pt x="1890" y="3020"/>
                      <a:pt x="1459" y="4293"/>
                      <a:pt x="1273" y="5536"/>
                    </a:cubicBezTo>
                    <a:cubicBezTo>
                      <a:pt x="1087" y="6622"/>
                      <a:pt x="1116" y="7739"/>
                      <a:pt x="1087" y="8855"/>
                    </a:cubicBezTo>
                    <a:cubicBezTo>
                      <a:pt x="990" y="11490"/>
                      <a:pt x="499" y="14124"/>
                      <a:pt x="60" y="16759"/>
                    </a:cubicBezTo>
                    <a:cubicBezTo>
                      <a:pt x="30" y="16945"/>
                      <a:pt x="0" y="17161"/>
                      <a:pt x="60" y="17377"/>
                    </a:cubicBezTo>
                    <a:cubicBezTo>
                      <a:pt x="89" y="17563"/>
                      <a:pt x="246" y="17749"/>
                      <a:pt x="461" y="17816"/>
                    </a:cubicBezTo>
                    <a:cubicBezTo>
                      <a:pt x="482" y="17819"/>
                      <a:pt x="503" y="17821"/>
                      <a:pt x="523" y="17821"/>
                    </a:cubicBezTo>
                    <a:cubicBezTo>
                      <a:pt x="866" y="17821"/>
                      <a:pt x="1137" y="17373"/>
                      <a:pt x="1489" y="17317"/>
                    </a:cubicBezTo>
                    <a:cubicBezTo>
                      <a:pt x="1521" y="17314"/>
                      <a:pt x="1554" y="17312"/>
                      <a:pt x="1587" y="17312"/>
                    </a:cubicBezTo>
                    <a:cubicBezTo>
                      <a:pt x="1695" y="17312"/>
                      <a:pt x="1804" y="17326"/>
                      <a:pt x="1905" y="17326"/>
                    </a:cubicBezTo>
                    <a:cubicBezTo>
                      <a:pt x="2037" y="17326"/>
                      <a:pt x="2155" y="17302"/>
                      <a:pt x="2233" y="17191"/>
                    </a:cubicBezTo>
                    <a:cubicBezTo>
                      <a:pt x="2419" y="17004"/>
                      <a:pt x="2263" y="16729"/>
                      <a:pt x="2136" y="16513"/>
                    </a:cubicBezTo>
                    <a:cubicBezTo>
                      <a:pt x="1489" y="15300"/>
                      <a:pt x="1831" y="13812"/>
                      <a:pt x="1987" y="12450"/>
                    </a:cubicBezTo>
                    <a:cubicBezTo>
                      <a:pt x="2292" y="9599"/>
                      <a:pt x="1764" y="6682"/>
                      <a:pt x="2508" y="3921"/>
                    </a:cubicBezTo>
                    <a:cubicBezTo>
                      <a:pt x="2664" y="3333"/>
                      <a:pt x="2850" y="2774"/>
                      <a:pt x="2761" y="2157"/>
                    </a:cubicBezTo>
                    <a:cubicBezTo>
                      <a:pt x="2664" y="1599"/>
                      <a:pt x="2791" y="1003"/>
                      <a:pt x="2821" y="445"/>
                    </a:cubicBezTo>
                    <a:cubicBezTo>
                      <a:pt x="2850" y="385"/>
                      <a:pt x="2850" y="326"/>
                      <a:pt x="2821" y="259"/>
                    </a:cubicBezTo>
                    <a:cubicBezTo>
                      <a:pt x="2761" y="140"/>
                      <a:pt x="2605" y="110"/>
                      <a:pt x="2478" y="73"/>
                    </a:cubicBezTo>
                    <a:cubicBezTo>
                      <a:pt x="2263" y="43"/>
                      <a:pt x="2047" y="43"/>
                      <a:pt x="1831" y="13"/>
                    </a:cubicBezTo>
                    <a:cubicBezTo>
                      <a:pt x="1766" y="13"/>
                      <a:pt x="1718" y="0"/>
                      <a:pt x="16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2"/>
              <p:cNvSpPr/>
              <p:nvPr/>
            </p:nvSpPr>
            <p:spPr>
              <a:xfrm rot="10800000">
                <a:off x="6325325" y="2498500"/>
                <a:ext cx="71475" cy="431975"/>
              </a:xfrm>
              <a:custGeom>
                <a:avLst/>
                <a:gdLst/>
                <a:ahLst/>
                <a:cxnLst/>
                <a:rect l="l" t="t" r="r" b="b"/>
                <a:pathLst>
                  <a:path w="2859" h="17279" extrusionOk="0">
                    <a:moveTo>
                      <a:pt x="1942" y="0"/>
                    </a:moveTo>
                    <a:cubicBezTo>
                      <a:pt x="1502" y="0"/>
                      <a:pt x="1265" y="415"/>
                      <a:pt x="1027" y="746"/>
                    </a:cubicBezTo>
                    <a:cubicBezTo>
                      <a:pt x="30" y="1982"/>
                      <a:pt x="0" y="3626"/>
                      <a:pt x="30" y="5182"/>
                    </a:cubicBezTo>
                    <a:cubicBezTo>
                      <a:pt x="30" y="6574"/>
                      <a:pt x="127" y="7973"/>
                      <a:pt x="216" y="9365"/>
                    </a:cubicBezTo>
                    <a:cubicBezTo>
                      <a:pt x="402" y="11627"/>
                      <a:pt x="715" y="13890"/>
                      <a:pt x="372" y="16122"/>
                    </a:cubicBezTo>
                    <a:cubicBezTo>
                      <a:pt x="342" y="16375"/>
                      <a:pt x="313" y="16621"/>
                      <a:pt x="372" y="16867"/>
                    </a:cubicBezTo>
                    <a:cubicBezTo>
                      <a:pt x="463" y="17076"/>
                      <a:pt x="658" y="17279"/>
                      <a:pt x="885" y="17279"/>
                    </a:cubicBezTo>
                    <a:cubicBezTo>
                      <a:pt x="900" y="17279"/>
                      <a:pt x="915" y="17278"/>
                      <a:pt x="930" y="17276"/>
                    </a:cubicBezTo>
                    <a:cubicBezTo>
                      <a:pt x="1116" y="17239"/>
                      <a:pt x="1273" y="17053"/>
                      <a:pt x="1303" y="16867"/>
                    </a:cubicBezTo>
                    <a:cubicBezTo>
                      <a:pt x="1370" y="16680"/>
                      <a:pt x="1332" y="16494"/>
                      <a:pt x="1332" y="16279"/>
                    </a:cubicBezTo>
                    <a:cubicBezTo>
                      <a:pt x="1243" y="15043"/>
                      <a:pt x="1429" y="13800"/>
                      <a:pt x="1489" y="12557"/>
                    </a:cubicBezTo>
                    <a:cubicBezTo>
                      <a:pt x="1556" y="11724"/>
                      <a:pt x="1585" y="10883"/>
                      <a:pt x="1556" y="10049"/>
                    </a:cubicBezTo>
                    <a:cubicBezTo>
                      <a:pt x="1459" y="7630"/>
                      <a:pt x="1087" y="5115"/>
                      <a:pt x="1987" y="2882"/>
                    </a:cubicBezTo>
                    <a:cubicBezTo>
                      <a:pt x="2263" y="2205"/>
                      <a:pt x="2635" y="1580"/>
                      <a:pt x="2791" y="865"/>
                    </a:cubicBezTo>
                    <a:cubicBezTo>
                      <a:pt x="2821" y="746"/>
                      <a:pt x="2858" y="620"/>
                      <a:pt x="2821" y="530"/>
                    </a:cubicBezTo>
                    <a:cubicBezTo>
                      <a:pt x="2761" y="404"/>
                      <a:pt x="2672" y="307"/>
                      <a:pt x="2545" y="247"/>
                    </a:cubicBezTo>
                    <a:cubicBezTo>
                      <a:pt x="2389" y="121"/>
                      <a:pt x="2203" y="2"/>
                      <a:pt x="1987" y="2"/>
                    </a:cubicBezTo>
                    <a:cubicBezTo>
                      <a:pt x="1972" y="1"/>
                      <a:pt x="1957" y="0"/>
                      <a:pt x="19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2"/>
              <p:cNvSpPr/>
              <p:nvPr/>
            </p:nvSpPr>
            <p:spPr>
              <a:xfrm rot="10800000">
                <a:off x="6359575" y="2444150"/>
                <a:ext cx="95275" cy="55625"/>
              </a:xfrm>
              <a:custGeom>
                <a:avLst/>
                <a:gdLst/>
                <a:ahLst/>
                <a:cxnLst/>
                <a:rect l="l" t="t" r="r" b="b"/>
                <a:pathLst>
                  <a:path w="3811" h="2225" extrusionOk="0">
                    <a:moveTo>
                      <a:pt x="2311" y="0"/>
                    </a:moveTo>
                    <a:cubicBezTo>
                      <a:pt x="2048" y="0"/>
                      <a:pt x="1827" y="178"/>
                      <a:pt x="1578" y="264"/>
                    </a:cubicBezTo>
                    <a:cubicBezTo>
                      <a:pt x="1236" y="450"/>
                      <a:pt x="863" y="569"/>
                      <a:pt x="491" y="636"/>
                    </a:cubicBezTo>
                    <a:cubicBezTo>
                      <a:pt x="372" y="666"/>
                      <a:pt x="275" y="666"/>
                      <a:pt x="186" y="725"/>
                    </a:cubicBezTo>
                    <a:cubicBezTo>
                      <a:pt x="89" y="792"/>
                      <a:pt x="0" y="911"/>
                      <a:pt x="60" y="1008"/>
                    </a:cubicBezTo>
                    <a:cubicBezTo>
                      <a:pt x="60" y="1097"/>
                      <a:pt x="119" y="1127"/>
                      <a:pt x="186" y="1194"/>
                    </a:cubicBezTo>
                    <a:cubicBezTo>
                      <a:pt x="588" y="1499"/>
                      <a:pt x="1020" y="1812"/>
                      <a:pt x="1489" y="2028"/>
                    </a:cubicBezTo>
                    <a:cubicBezTo>
                      <a:pt x="1776" y="2143"/>
                      <a:pt x="2100" y="2225"/>
                      <a:pt x="2417" y="2225"/>
                    </a:cubicBezTo>
                    <a:cubicBezTo>
                      <a:pt x="2610" y="2225"/>
                      <a:pt x="2800" y="2195"/>
                      <a:pt x="2977" y="2124"/>
                    </a:cubicBezTo>
                    <a:cubicBezTo>
                      <a:pt x="3438" y="1908"/>
                      <a:pt x="3811" y="1410"/>
                      <a:pt x="3721" y="911"/>
                    </a:cubicBezTo>
                    <a:cubicBezTo>
                      <a:pt x="3692" y="822"/>
                      <a:pt x="3654" y="725"/>
                      <a:pt x="3565" y="666"/>
                    </a:cubicBezTo>
                    <a:cubicBezTo>
                      <a:pt x="3535" y="636"/>
                      <a:pt x="3505" y="636"/>
                      <a:pt x="3468" y="636"/>
                    </a:cubicBezTo>
                    <a:cubicBezTo>
                      <a:pt x="3319" y="569"/>
                      <a:pt x="3163" y="509"/>
                      <a:pt x="3037" y="420"/>
                    </a:cubicBezTo>
                    <a:cubicBezTo>
                      <a:pt x="2821" y="264"/>
                      <a:pt x="2664" y="48"/>
                      <a:pt x="2419" y="11"/>
                    </a:cubicBezTo>
                    <a:cubicBezTo>
                      <a:pt x="2382" y="4"/>
                      <a:pt x="2346" y="0"/>
                      <a:pt x="23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2"/>
              <p:cNvSpPr/>
              <p:nvPr/>
            </p:nvSpPr>
            <p:spPr>
              <a:xfrm rot="10800000">
                <a:off x="6341700" y="2369250"/>
                <a:ext cx="41150" cy="78275"/>
              </a:xfrm>
              <a:custGeom>
                <a:avLst/>
                <a:gdLst/>
                <a:ahLst/>
                <a:cxnLst/>
                <a:rect l="l" t="t" r="r" b="b"/>
                <a:pathLst>
                  <a:path w="1646" h="3131" extrusionOk="0">
                    <a:moveTo>
                      <a:pt x="584" y="0"/>
                    </a:moveTo>
                    <a:cubicBezTo>
                      <a:pt x="566" y="0"/>
                      <a:pt x="548" y="2"/>
                      <a:pt x="529" y="5"/>
                    </a:cubicBezTo>
                    <a:cubicBezTo>
                      <a:pt x="469" y="5"/>
                      <a:pt x="439" y="34"/>
                      <a:pt x="402" y="64"/>
                    </a:cubicBezTo>
                    <a:cubicBezTo>
                      <a:pt x="216" y="124"/>
                      <a:pt x="30" y="250"/>
                      <a:pt x="0" y="436"/>
                    </a:cubicBezTo>
                    <a:cubicBezTo>
                      <a:pt x="0" y="525"/>
                      <a:pt x="30" y="622"/>
                      <a:pt x="97" y="712"/>
                    </a:cubicBezTo>
                    <a:cubicBezTo>
                      <a:pt x="313" y="1151"/>
                      <a:pt x="625" y="1582"/>
                      <a:pt x="685" y="2081"/>
                    </a:cubicBezTo>
                    <a:cubicBezTo>
                      <a:pt x="715" y="2386"/>
                      <a:pt x="655" y="2699"/>
                      <a:pt x="774" y="2982"/>
                    </a:cubicBezTo>
                    <a:cubicBezTo>
                      <a:pt x="774" y="3041"/>
                      <a:pt x="812" y="3071"/>
                      <a:pt x="871" y="3101"/>
                    </a:cubicBezTo>
                    <a:cubicBezTo>
                      <a:pt x="901" y="3130"/>
                      <a:pt x="960" y="3130"/>
                      <a:pt x="1027" y="3130"/>
                    </a:cubicBezTo>
                    <a:lnTo>
                      <a:pt x="1399" y="3130"/>
                    </a:lnTo>
                    <a:cubicBezTo>
                      <a:pt x="1489" y="3130"/>
                      <a:pt x="1556" y="3130"/>
                      <a:pt x="1615" y="3071"/>
                    </a:cubicBezTo>
                    <a:cubicBezTo>
                      <a:pt x="1645" y="3041"/>
                      <a:pt x="1645" y="2982"/>
                      <a:pt x="1645" y="2915"/>
                    </a:cubicBezTo>
                    <a:cubicBezTo>
                      <a:pt x="1645" y="2728"/>
                      <a:pt x="1519" y="2572"/>
                      <a:pt x="1429" y="2386"/>
                    </a:cubicBezTo>
                    <a:cubicBezTo>
                      <a:pt x="1213" y="1954"/>
                      <a:pt x="1184" y="1426"/>
                      <a:pt x="1087" y="935"/>
                    </a:cubicBezTo>
                    <a:cubicBezTo>
                      <a:pt x="1030" y="665"/>
                      <a:pt x="966" y="0"/>
                      <a:pt x="5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2"/>
              <p:cNvSpPr/>
              <p:nvPr/>
            </p:nvSpPr>
            <p:spPr>
              <a:xfrm rot="10800000">
                <a:off x="6333000" y="2318375"/>
                <a:ext cx="27350" cy="48075"/>
              </a:xfrm>
              <a:custGeom>
                <a:avLst/>
                <a:gdLst/>
                <a:ahLst/>
                <a:cxnLst/>
                <a:rect l="l" t="t" r="r" b="b"/>
                <a:pathLst>
                  <a:path w="1094" h="1923" extrusionOk="0">
                    <a:moveTo>
                      <a:pt x="664" y="1"/>
                    </a:moveTo>
                    <a:cubicBezTo>
                      <a:pt x="642" y="1"/>
                      <a:pt x="617" y="5"/>
                      <a:pt x="589" y="14"/>
                    </a:cubicBezTo>
                    <a:cubicBezTo>
                      <a:pt x="499" y="44"/>
                      <a:pt x="433" y="73"/>
                      <a:pt x="343" y="73"/>
                    </a:cubicBezTo>
                    <a:cubicBezTo>
                      <a:pt x="284" y="73"/>
                      <a:pt x="246" y="44"/>
                      <a:pt x="187" y="44"/>
                    </a:cubicBezTo>
                    <a:cubicBezTo>
                      <a:pt x="178" y="35"/>
                      <a:pt x="167" y="31"/>
                      <a:pt x="154" y="31"/>
                    </a:cubicBezTo>
                    <a:cubicBezTo>
                      <a:pt x="124" y="31"/>
                      <a:pt x="87" y="52"/>
                      <a:pt x="60" y="73"/>
                    </a:cubicBezTo>
                    <a:cubicBezTo>
                      <a:pt x="31" y="73"/>
                      <a:pt x="31" y="111"/>
                      <a:pt x="31" y="140"/>
                    </a:cubicBezTo>
                    <a:cubicBezTo>
                      <a:pt x="1" y="356"/>
                      <a:pt x="98" y="542"/>
                      <a:pt x="157" y="758"/>
                    </a:cubicBezTo>
                    <a:cubicBezTo>
                      <a:pt x="246" y="974"/>
                      <a:pt x="313" y="1190"/>
                      <a:pt x="313" y="1443"/>
                    </a:cubicBezTo>
                    <a:cubicBezTo>
                      <a:pt x="343" y="1562"/>
                      <a:pt x="343" y="1688"/>
                      <a:pt x="403" y="1785"/>
                    </a:cubicBezTo>
                    <a:cubicBezTo>
                      <a:pt x="470" y="1845"/>
                      <a:pt x="559" y="1874"/>
                      <a:pt x="656" y="1904"/>
                    </a:cubicBezTo>
                    <a:cubicBezTo>
                      <a:pt x="696" y="1917"/>
                      <a:pt x="730" y="1923"/>
                      <a:pt x="760" y="1923"/>
                    </a:cubicBezTo>
                    <a:cubicBezTo>
                      <a:pt x="1093" y="1923"/>
                      <a:pt x="805" y="1172"/>
                      <a:pt x="805" y="974"/>
                    </a:cubicBezTo>
                    <a:cubicBezTo>
                      <a:pt x="805" y="745"/>
                      <a:pt x="966" y="1"/>
                      <a:pt x="6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2"/>
              <p:cNvSpPr/>
              <p:nvPr/>
            </p:nvSpPr>
            <p:spPr>
              <a:xfrm rot="10800000">
                <a:off x="6333375" y="2267675"/>
                <a:ext cx="17675" cy="49500"/>
              </a:xfrm>
              <a:custGeom>
                <a:avLst/>
                <a:gdLst/>
                <a:ahLst/>
                <a:cxnLst/>
                <a:rect l="l" t="t" r="r" b="b"/>
                <a:pathLst>
                  <a:path w="707" h="1980" extrusionOk="0">
                    <a:moveTo>
                      <a:pt x="98" y="0"/>
                    </a:moveTo>
                    <a:cubicBezTo>
                      <a:pt x="61" y="0"/>
                      <a:pt x="31" y="30"/>
                      <a:pt x="31" y="60"/>
                    </a:cubicBezTo>
                    <a:cubicBezTo>
                      <a:pt x="1" y="90"/>
                      <a:pt x="31" y="119"/>
                      <a:pt x="31" y="149"/>
                    </a:cubicBezTo>
                    <a:cubicBezTo>
                      <a:pt x="61" y="588"/>
                      <a:pt x="127" y="990"/>
                      <a:pt x="157" y="1422"/>
                    </a:cubicBezTo>
                    <a:cubicBezTo>
                      <a:pt x="187" y="1578"/>
                      <a:pt x="217" y="1734"/>
                      <a:pt x="247" y="1891"/>
                    </a:cubicBezTo>
                    <a:lnTo>
                      <a:pt x="247" y="1950"/>
                    </a:lnTo>
                    <a:cubicBezTo>
                      <a:pt x="284" y="1980"/>
                      <a:pt x="343" y="1980"/>
                      <a:pt x="373" y="1980"/>
                    </a:cubicBezTo>
                    <a:cubicBezTo>
                      <a:pt x="433" y="1950"/>
                      <a:pt x="470" y="1920"/>
                      <a:pt x="470" y="1861"/>
                    </a:cubicBezTo>
                    <a:cubicBezTo>
                      <a:pt x="529" y="1734"/>
                      <a:pt x="500" y="1608"/>
                      <a:pt x="529" y="1452"/>
                    </a:cubicBezTo>
                    <a:cubicBezTo>
                      <a:pt x="559" y="1362"/>
                      <a:pt x="589" y="1265"/>
                      <a:pt x="619" y="1146"/>
                    </a:cubicBezTo>
                    <a:cubicBezTo>
                      <a:pt x="656" y="960"/>
                      <a:pt x="589" y="774"/>
                      <a:pt x="589" y="588"/>
                    </a:cubicBezTo>
                    <a:cubicBezTo>
                      <a:pt x="589" y="432"/>
                      <a:pt x="686" y="305"/>
                      <a:pt x="686" y="186"/>
                    </a:cubicBezTo>
                    <a:cubicBezTo>
                      <a:pt x="706" y="58"/>
                      <a:pt x="675" y="22"/>
                      <a:pt x="617" y="22"/>
                    </a:cubicBezTo>
                    <a:cubicBezTo>
                      <a:pt x="542" y="22"/>
                      <a:pt x="421" y="82"/>
                      <a:pt x="307" y="82"/>
                    </a:cubicBezTo>
                    <a:cubicBezTo>
                      <a:pt x="254" y="82"/>
                      <a:pt x="202" y="69"/>
                      <a:pt x="157" y="30"/>
                    </a:cubicBezTo>
                    <a:cubicBezTo>
                      <a:pt x="157" y="30"/>
                      <a:pt x="127" y="0"/>
                      <a:pt x="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2"/>
              <p:cNvSpPr/>
              <p:nvPr/>
            </p:nvSpPr>
            <p:spPr>
              <a:xfrm rot="10800000">
                <a:off x="6372775" y="2354375"/>
                <a:ext cx="27950" cy="86900"/>
              </a:xfrm>
              <a:custGeom>
                <a:avLst/>
                <a:gdLst/>
                <a:ahLst/>
                <a:cxnLst/>
                <a:rect l="l" t="t" r="r" b="b"/>
                <a:pathLst>
                  <a:path w="1118" h="3476" extrusionOk="0">
                    <a:moveTo>
                      <a:pt x="343" y="0"/>
                    </a:moveTo>
                    <a:cubicBezTo>
                      <a:pt x="284" y="0"/>
                      <a:pt x="187" y="30"/>
                      <a:pt x="127" y="89"/>
                    </a:cubicBezTo>
                    <a:cubicBezTo>
                      <a:pt x="1" y="275"/>
                      <a:pt x="38" y="529"/>
                      <a:pt x="68" y="744"/>
                    </a:cubicBezTo>
                    <a:cubicBezTo>
                      <a:pt x="127" y="1116"/>
                      <a:pt x="224" y="1459"/>
                      <a:pt x="284" y="1831"/>
                    </a:cubicBezTo>
                    <a:cubicBezTo>
                      <a:pt x="313" y="2047"/>
                      <a:pt x="373" y="2292"/>
                      <a:pt x="313" y="2508"/>
                    </a:cubicBezTo>
                    <a:cubicBezTo>
                      <a:pt x="284" y="2665"/>
                      <a:pt x="224" y="2791"/>
                      <a:pt x="187" y="2918"/>
                    </a:cubicBezTo>
                    <a:cubicBezTo>
                      <a:pt x="157" y="3066"/>
                      <a:pt x="157" y="3223"/>
                      <a:pt x="254" y="3349"/>
                    </a:cubicBezTo>
                    <a:cubicBezTo>
                      <a:pt x="343" y="3439"/>
                      <a:pt x="470" y="3476"/>
                      <a:pt x="596" y="3476"/>
                    </a:cubicBezTo>
                    <a:cubicBezTo>
                      <a:pt x="745" y="3476"/>
                      <a:pt x="901" y="3476"/>
                      <a:pt x="998" y="3349"/>
                    </a:cubicBezTo>
                    <a:cubicBezTo>
                      <a:pt x="1087" y="3252"/>
                      <a:pt x="1117" y="3104"/>
                      <a:pt x="1087" y="2977"/>
                    </a:cubicBezTo>
                    <a:cubicBezTo>
                      <a:pt x="1058" y="2851"/>
                      <a:pt x="998" y="2732"/>
                      <a:pt x="931" y="2605"/>
                    </a:cubicBezTo>
                    <a:cubicBezTo>
                      <a:pt x="745" y="2136"/>
                      <a:pt x="715" y="1615"/>
                      <a:pt x="656" y="1116"/>
                    </a:cubicBezTo>
                    <a:cubicBezTo>
                      <a:pt x="626" y="871"/>
                      <a:pt x="656" y="60"/>
                      <a:pt x="3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2"/>
              <p:cNvSpPr/>
              <p:nvPr/>
            </p:nvSpPr>
            <p:spPr>
              <a:xfrm rot="10800000">
                <a:off x="6368875" y="2289900"/>
                <a:ext cx="27200" cy="63750"/>
              </a:xfrm>
              <a:custGeom>
                <a:avLst/>
                <a:gdLst/>
                <a:ahLst/>
                <a:cxnLst/>
                <a:rect l="l" t="t" r="r" b="b"/>
                <a:pathLst>
                  <a:path w="1088" h="2550" extrusionOk="0">
                    <a:moveTo>
                      <a:pt x="842" y="1"/>
                    </a:moveTo>
                    <a:cubicBezTo>
                      <a:pt x="795" y="1"/>
                      <a:pt x="749" y="15"/>
                      <a:pt x="715" y="30"/>
                    </a:cubicBezTo>
                    <a:cubicBezTo>
                      <a:pt x="626" y="90"/>
                      <a:pt x="529" y="120"/>
                      <a:pt x="470" y="120"/>
                    </a:cubicBezTo>
                    <a:cubicBezTo>
                      <a:pt x="357" y="120"/>
                      <a:pt x="251" y="26"/>
                      <a:pt x="160" y="26"/>
                    </a:cubicBezTo>
                    <a:cubicBezTo>
                      <a:pt x="149" y="26"/>
                      <a:pt x="138" y="27"/>
                      <a:pt x="127" y="30"/>
                    </a:cubicBezTo>
                    <a:cubicBezTo>
                      <a:pt x="68" y="60"/>
                      <a:pt x="38" y="120"/>
                      <a:pt x="38" y="216"/>
                    </a:cubicBezTo>
                    <a:cubicBezTo>
                      <a:pt x="1" y="402"/>
                      <a:pt x="98" y="588"/>
                      <a:pt x="157" y="804"/>
                    </a:cubicBezTo>
                    <a:cubicBezTo>
                      <a:pt x="313" y="1236"/>
                      <a:pt x="373" y="1705"/>
                      <a:pt x="343" y="2166"/>
                    </a:cubicBezTo>
                    <a:cubicBezTo>
                      <a:pt x="343" y="2233"/>
                      <a:pt x="343" y="2323"/>
                      <a:pt x="373" y="2390"/>
                    </a:cubicBezTo>
                    <a:cubicBezTo>
                      <a:pt x="373" y="2479"/>
                      <a:pt x="470" y="2538"/>
                      <a:pt x="529" y="2538"/>
                    </a:cubicBezTo>
                    <a:cubicBezTo>
                      <a:pt x="549" y="2546"/>
                      <a:pt x="568" y="2549"/>
                      <a:pt x="585" y="2549"/>
                    </a:cubicBezTo>
                    <a:cubicBezTo>
                      <a:pt x="651" y="2549"/>
                      <a:pt x="698" y="2502"/>
                      <a:pt x="745" y="2479"/>
                    </a:cubicBezTo>
                    <a:cubicBezTo>
                      <a:pt x="794" y="2479"/>
                      <a:pt x="840" y="2486"/>
                      <a:pt x="887" y="2486"/>
                    </a:cubicBezTo>
                    <a:cubicBezTo>
                      <a:pt x="933" y="2486"/>
                      <a:pt x="980" y="2479"/>
                      <a:pt x="1028" y="2449"/>
                    </a:cubicBezTo>
                    <a:cubicBezTo>
                      <a:pt x="1087" y="2390"/>
                      <a:pt x="1087" y="2293"/>
                      <a:pt x="1087" y="2203"/>
                    </a:cubicBezTo>
                    <a:cubicBezTo>
                      <a:pt x="1058" y="1891"/>
                      <a:pt x="998" y="1608"/>
                      <a:pt x="968" y="1303"/>
                    </a:cubicBezTo>
                    <a:cubicBezTo>
                      <a:pt x="968" y="931"/>
                      <a:pt x="998" y="559"/>
                      <a:pt x="998" y="216"/>
                    </a:cubicBezTo>
                    <a:cubicBezTo>
                      <a:pt x="998" y="157"/>
                      <a:pt x="998" y="90"/>
                      <a:pt x="968" y="60"/>
                    </a:cubicBezTo>
                    <a:cubicBezTo>
                      <a:pt x="935" y="15"/>
                      <a:pt x="888" y="1"/>
                      <a:pt x="8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2"/>
              <p:cNvSpPr/>
              <p:nvPr/>
            </p:nvSpPr>
            <p:spPr>
              <a:xfrm rot="10800000">
                <a:off x="6368125" y="2234900"/>
                <a:ext cx="17700" cy="53025"/>
              </a:xfrm>
              <a:custGeom>
                <a:avLst/>
                <a:gdLst/>
                <a:ahLst/>
                <a:cxnLst/>
                <a:rect l="l" t="t" r="r" b="b"/>
                <a:pathLst>
                  <a:path w="708" h="2121" extrusionOk="0">
                    <a:moveTo>
                      <a:pt x="558" y="0"/>
                    </a:moveTo>
                    <a:cubicBezTo>
                      <a:pt x="496" y="0"/>
                      <a:pt x="418" y="66"/>
                      <a:pt x="335" y="66"/>
                    </a:cubicBezTo>
                    <a:cubicBezTo>
                      <a:pt x="267" y="66"/>
                      <a:pt x="197" y="46"/>
                      <a:pt x="138" y="46"/>
                    </a:cubicBezTo>
                    <a:cubicBezTo>
                      <a:pt x="93" y="46"/>
                      <a:pt x="56" y="57"/>
                      <a:pt x="30" y="95"/>
                    </a:cubicBezTo>
                    <a:cubicBezTo>
                      <a:pt x="0" y="133"/>
                      <a:pt x="0" y="192"/>
                      <a:pt x="0" y="222"/>
                    </a:cubicBezTo>
                    <a:cubicBezTo>
                      <a:pt x="0" y="564"/>
                      <a:pt x="30" y="877"/>
                      <a:pt x="60" y="1212"/>
                    </a:cubicBezTo>
                    <a:lnTo>
                      <a:pt x="60" y="1554"/>
                    </a:lnTo>
                    <a:cubicBezTo>
                      <a:pt x="90" y="1740"/>
                      <a:pt x="90" y="1897"/>
                      <a:pt x="186" y="2023"/>
                    </a:cubicBezTo>
                    <a:cubicBezTo>
                      <a:pt x="211" y="2072"/>
                      <a:pt x="255" y="2120"/>
                      <a:pt x="303" y="2120"/>
                    </a:cubicBezTo>
                    <a:cubicBezTo>
                      <a:pt x="313" y="2120"/>
                      <a:pt x="324" y="2118"/>
                      <a:pt x="335" y="2112"/>
                    </a:cubicBezTo>
                    <a:cubicBezTo>
                      <a:pt x="462" y="2112"/>
                      <a:pt x="491" y="1993"/>
                      <a:pt x="521" y="1867"/>
                    </a:cubicBezTo>
                    <a:cubicBezTo>
                      <a:pt x="618" y="1338"/>
                      <a:pt x="707" y="810"/>
                      <a:pt x="707" y="282"/>
                    </a:cubicBezTo>
                    <a:cubicBezTo>
                      <a:pt x="707" y="162"/>
                      <a:pt x="677" y="36"/>
                      <a:pt x="588" y="6"/>
                    </a:cubicBezTo>
                    <a:cubicBezTo>
                      <a:pt x="579" y="2"/>
                      <a:pt x="569" y="0"/>
                      <a:pt x="5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2"/>
              <p:cNvSpPr/>
              <p:nvPr/>
            </p:nvSpPr>
            <p:spPr>
              <a:xfrm rot="10800000">
                <a:off x="6401425" y="2345075"/>
                <a:ext cx="27200" cy="92775"/>
              </a:xfrm>
              <a:custGeom>
                <a:avLst/>
                <a:gdLst/>
                <a:ahLst/>
                <a:cxnLst/>
                <a:rect l="l" t="t" r="r" b="b"/>
                <a:pathLst>
                  <a:path w="1088" h="3711" extrusionOk="0">
                    <a:moveTo>
                      <a:pt x="835" y="1"/>
                    </a:moveTo>
                    <a:cubicBezTo>
                      <a:pt x="638" y="1"/>
                      <a:pt x="433" y="464"/>
                      <a:pt x="373" y="578"/>
                    </a:cubicBezTo>
                    <a:cubicBezTo>
                      <a:pt x="343" y="697"/>
                      <a:pt x="313" y="853"/>
                      <a:pt x="313" y="979"/>
                    </a:cubicBezTo>
                    <a:cubicBezTo>
                      <a:pt x="224" y="1538"/>
                      <a:pt x="157" y="2096"/>
                      <a:pt x="67" y="2684"/>
                    </a:cubicBezTo>
                    <a:cubicBezTo>
                      <a:pt x="38" y="2870"/>
                      <a:pt x="38" y="3056"/>
                      <a:pt x="0" y="3242"/>
                    </a:cubicBezTo>
                    <a:cubicBezTo>
                      <a:pt x="0" y="3339"/>
                      <a:pt x="0" y="3458"/>
                      <a:pt x="67" y="3525"/>
                    </a:cubicBezTo>
                    <a:cubicBezTo>
                      <a:pt x="114" y="3559"/>
                      <a:pt x="170" y="3567"/>
                      <a:pt x="229" y="3567"/>
                    </a:cubicBezTo>
                    <a:cubicBezTo>
                      <a:pt x="277" y="3567"/>
                      <a:pt x="326" y="3562"/>
                      <a:pt x="374" y="3562"/>
                    </a:cubicBezTo>
                    <a:cubicBezTo>
                      <a:pt x="419" y="3562"/>
                      <a:pt x="462" y="3567"/>
                      <a:pt x="499" y="3584"/>
                    </a:cubicBezTo>
                    <a:cubicBezTo>
                      <a:pt x="596" y="3614"/>
                      <a:pt x="655" y="3711"/>
                      <a:pt x="745" y="3711"/>
                    </a:cubicBezTo>
                    <a:cubicBezTo>
                      <a:pt x="841" y="3711"/>
                      <a:pt x="871" y="3614"/>
                      <a:pt x="901" y="3555"/>
                    </a:cubicBezTo>
                    <a:cubicBezTo>
                      <a:pt x="901" y="3488"/>
                      <a:pt x="871" y="3428"/>
                      <a:pt x="871" y="3339"/>
                    </a:cubicBezTo>
                    <a:cubicBezTo>
                      <a:pt x="655" y="2595"/>
                      <a:pt x="812" y="1783"/>
                      <a:pt x="901" y="1039"/>
                    </a:cubicBezTo>
                    <a:cubicBezTo>
                      <a:pt x="901" y="853"/>
                      <a:pt x="1087" y="109"/>
                      <a:pt x="901" y="19"/>
                    </a:cubicBezTo>
                    <a:cubicBezTo>
                      <a:pt x="879" y="7"/>
                      <a:pt x="857" y="1"/>
                      <a:pt x="8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2"/>
              <p:cNvSpPr/>
              <p:nvPr/>
            </p:nvSpPr>
            <p:spPr>
              <a:xfrm rot="10800000">
                <a:off x="6406825" y="2281625"/>
                <a:ext cx="26975" cy="64500"/>
              </a:xfrm>
              <a:custGeom>
                <a:avLst/>
                <a:gdLst/>
                <a:ahLst/>
                <a:cxnLst/>
                <a:rect l="l" t="t" r="r" b="b"/>
                <a:pathLst>
                  <a:path w="1079" h="2580" extrusionOk="0">
                    <a:moveTo>
                      <a:pt x="374" y="1"/>
                    </a:moveTo>
                    <a:cubicBezTo>
                      <a:pt x="0" y="1"/>
                      <a:pt x="90" y="574"/>
                      <a:pt x="118" y="816"/>
                    </a:cubicBezTo>
                    <a:cubicBezTo>
                      <a:pt x="148" y="1277"/>
                      <a:pt x="88" y="1806"/>
                      <a:pt x="88" y="2275"/>
                    </a:cubicBezTo>
                    <a:cubicBezTo>
                      <a:pt x="88" y="2334"/>
                      <a:pt x="88" y="2394"/>
                      <a:pt x="118" y="2461"/>
                    </a:cubicBezTo>
                    <a:cubicBezTo>
                      <a:pt x="118" y="2520"/>
                      <a:pt x="178" y="2580"/>
                      <a:pt x="245" y="2580"/>
                    </a:cubicBezTo>
                    <a:cubicBezTo>
                      <a:pt x="304" y="2550"/>
                      <a:pt x="334" y="2520"/>
                      <a:pt x="394" y="2490"/>
                    </a:cubicBezTo>
                    <a:cubicBezTo>
                      <a:pt x="414" y="2484"/>
                      <a:pt x="436" y="2482"/>
                      <a:pt x="458" y="2482"/>
                    </a:cubicBezTo>
                    <a:cubicBezTo>
                      <a:pt x="519" y="2482"/>
                      <a:pt x="582" y="2499"/>
                      <a:pt x="631" y="2499"/>
                    </a:cubicBezTo>
                    <a:cubicBezTo>
                      <a:pt x="648" y="2499"/>
                      <a:pt x="664" y="2497"/>
                      <a:pt x="676" y="2490"/>
                    </a:cubicBezTo>
                    <a:cubicBezTo>
                      <a:pt x="766" y="2423"/>
                      <a:pt x="766" y="2304"/>
                      <a:pt x="766" y="2178"/>
                    </a:cubicBezTo>
                    <a:cubicBezTo>
                      <a:pt x="736" y="1776"/>
                      <a:pt x="803" y="1344"/>
                      <a:pt x="952" y="935"/>
                    </a:cubicBezTo>
                    <a:cubicBezTo>
                      <a:pt x="1019" y="786"/>
                      <a:pt x="1078" y="630"/>
                      <a:pt x="1019" y="474"/>
                    </a:cubicBezTo>
                    <a:cubicBezTo>
                      <a:pt x="989" y="258"/>
                      <a:pt x="736" y="131"/>
                      <a:pt x="520" y="42"/>
                    </a:cubicBezTo>
                    <a:cubicBezTo>
                      <a:pt x="490" y="42"/>
                      <a:pt x="461" y="5"/>
                      <a:pt x="431" y="5"/>
                    </a:cubicBezTo>
                    <a:cubicBezTo>
                      <a:pt x="411" y="2"/>
                      <a:pt x="392" y="1"/>
                      <a:pt x="3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2"/>
              <p:cNvSpPr/>
              <p:nvPr/>
            </p:nvSpPr>
            <p:spPr>
              <a:xfrm rot="10800000">
                <a:off x="6412975" y="2224000"/>
                <a:ext cx="22525" cy="53550"/>
              </a:xfrm>
              <a:custGeom>
                <a:avLst/>
                <a:gdLst/>
                <a:ahLst/>
                <a:cxnLst/>
                <a:rect l="l" t="t" r="r" b="b"/>
                <a:pathLst>
                  <a:path w="901" h="2142" extrusionOk="0">
                    <a:moveTo>
                      <a:pt x="175" y="0"/>
                    </a:moveTo>
                    <a:cubicBezTo>
                      <a:pt x="156" y="0"/>
                      <a:pt x="141" y="8"/>
                      <a:pt x="127" y="23"/>
                    </a:cubicBezTo>
                    <a:cubicBezTo>
                      <a:pt x="0" y="149"/>
                      <a:pt x="156" y="648"/>
                      <a:pt x="156" y="834"/>
                    </a:cubicBezTo>
                    <a:cubicBezTo>
                      <a:pt x="216" y="1169"/>
                      <a:pt x="275" y="1541"/>
                      <a:pt x="342" y="1883"/>
                    </a:cubicBezTo>
                    <a:cubicBezTo>
                      <a:pt x="342" y="1980"/>
                      <a:pt x="372" y="2099"/>
                      <a:pt x="462" y="2136"/>
                    </a:cubicBezTo>
                    <a:cubicBezTo>
                      <a:pt x="477" y="2140"/>
                      <a:pt x="493" y="2142"/>
                      <a:pt x="508" y="2142"/>
                    </a:cubicBezTo>
                    <a:cubicBezTo>
                      <a:pt x="611" y="2142"/>
                      <a:pt x="689" y="2058"/>
                      <a:pt x="715" y="1980"/>
                    </a:cubicBezTo>
                    <a:cubicBezTo>
                      <a:pt x="871" y="1697"/>
                      <a:pt x="804" y="1355"/>
                      <a:pt x="834" y="1080"/>
                    </a:cubicBezTo>
                    <a:cubicBezTo>
                      <a:pt x="834" y="767"/>
                      <a:pt x="901" y="492"/>
                      <a:pt x="871" y="179"/>
                    </a:cubicBezTo>
                    <a:cubicBezTo>
                      <a:pt x="834" y="149"/>
                      <a:pt x="834" y="90"/>
                      <a:pt x="774" y="53"/>
                    </a:cubicBezTo>
                    <a:lnTo>
                      <a:pt x="715" y="53"/>
                    </a:lnTo>
                    <a:cubicBezTo>
                      <a:pt x="558" y="23"/>
                      <a:pt x="402" y="23"/>
                      <a:pt x="246" y="23"/>
                    </a:cubicBezTo>
                    <a:cubicBezTo>
                      <a:pt x="216" y="8"/>
                      <a:pt x="194" y="0"/>
                      <a:pt x="1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2"/>
              <p:cNvSpPr/>
              <p:nvPr/>
            </p:nvSpPr>
            <p:spPr>
              <a:xfrm rot="10800000">
                <a:off x="6416125" y="2351925"/>
                <a:ext cx="46550" cy="97925"/>
              </a:xfrm>
              <a:custGeom>
                <a:avLst/>
                <a:gdLst/>
                <a:ahLst/>
                <a:cxnLst/>
                <a:rect l="l" t="t" r="r" b="b"/>
                <a:pathLst>
                  <a:path w="1862" h="3917" extrusionOk="0">
                    <a:moveTo>
                      <a:pt x="931" y="1"/>
                    </a:moveTo>
                    <a:cubicBezTo>
                      <a:pt x="841" y="1"/>
                      <a:pt x="775" y="60"/>
                      <a:pt x="745" y="157"/>
                    </a:cubicBezTo>
                    <a:cubicBezTo>
                      <a:pt x="685" y="246"/>
                      <a:pt x="685" y="343"/>
                      <a:pt x="685" y="432"/>
                    </a:cubicBezTo>
                    <a:cubicBezTo>
                      <a:pt x="685" y="872"/>
                      <a:pt x="655" y="1177"/>
                      <a:pt x="529" y="1586"/>
                    </a:cubicBezTo>
                    <a:cubicBezTo>
                      <a:pt x="373" y="2018"/>
                      <a:pt x="246" y="2449"/>
                      <a:pt x="127" y="2918"/>
                    </a:cubicBezTo>
                    <a:cubicBezTo>
                      <a:pt x="60" y="3164"/>
                      <a:pt x="0" y="3409"/>
                      <a:pt x="30" y="3662"/>
                    </a:cubicBezTo>
                    <a:cubicBezTo>
                      <a:pt x="30" y="3722"/>
                      <a:pt x="60" y="3819"/>
                      <a:pt x="127" y="3849"/>
                    </a:cubicBezTo>
                    <a:lnTo>
                      <a:pt x="246" y="3849"/>
                    </a:lnTo>
                    <a:cubicBezTo>
                      <a:pt x="324" y="3873"/>
                      <a:pt x="422" y="3916"/>
                      <a:pt x="504" y="3916"/>
                    </a:cubicBezTo>
                    <a:cubicBezTo>
                      <a:pt x="523" y="3916"/>
                      <a:pt x="542" y="3914"/>
                      <a:pt x="559" y="3908"/>
                    </a:cubicBezTo>
                    <a:cubicBezTo>
                      <a:pt x="618" y="3908"/>
                      <a:pt x="685" y="3819"/>
                      <a:pt x="715" y="3752"/>
                    </a:cubicBezTo>
                    <a:cubicBezTo>
                      <a:pt x="990" y="3164"/>
                      <a:pt x="901" y="2449"/>
                      <a:pt x="1087" y="1861"/>
                    </a:cubicBezTo>
                    <a:cubicBezTo>
                      <a:pt x="1214" y="1549"/>
                      <a:pt x="1362" y="1244"/>
                      <a:pt x="1586" y="991"/>
                    </a:cubicBezTo>
                    <a:cubicBezTo>
                      <a:pt x="1705" y="872"/>
                      <a:pt x="1861" y="745"/>
                      <a:pt x="1831" y="559"/>
                    </a:cubicBezTo>
                    <a:cubicBezTo>
                      <a:pt x="1831" y="343"/>
                      <a:pt x="1586" y="217"/>
                      <a:pt x="1362" y="127"/>
                    </a:cubicBezTo>
                    <a:cubicBezTo>
                      <a:pt x="1273" y="98"/>
                      <a:pt x="1176" y="60"/>
                      <a:pt x="1087" y="31"/>
                    </a:cubicBezTo>
                    <a:cubicBezTo>
                      <a:pt x="1057" y="1"/>
                      <a:pt x="990" y="1"/>
                      <a:pt x="9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2"/>
              <p:cNvSpPr/>
              <p:nvPr/>
            </p:nvSpPr>
            <p:spPr>
              <a:xfrm rot="10800000">
                <a:off x="6446275" y="2294875"/>
                <a:ext cx="30350" cy="54875"/>
              </a:xfrm>
              <a:custGeom>
                <a:avLst/>
                <a:gdLst/>
                <a:ahLst/>
                <a:cxnLst/>
                <a:rect l="l" t="t" r="r" b="b"/>
                <a:pathLst>
                  <a:path w="1214" h="2195" extrusionOk="0">
                    <a:moveTo>
                      <a:pt x="499" y="1"/>
                    </a:moveTo>
                    <a:cubicBezTo>
                      <a:pt x="343" y="1"/>
                      <a:pt x="216" y="120"/>
                      <a:pt x="186" y="276"/>
                    </a:cubicBezTo>
                    <a:cubicBezTo>
                      <a:pt x="127" y="432"/>
                      <a:pt x="157" y="589"/>
                      <a:pt x="157" y="745"/>
                    </a:cubicBezTo>
                    <a:cubicBezTo>
                      <a:pt x="157" y="1177"/>
                      <a:pt x="0" y="1579"/>
                      <a:pt x="60" y="2010"/>
                    </a:cubicBezTo>
                    <a:cubicBezTo>
                      <a:pt x="60" y="2047"/>
                      <a:pt x="97" y="2077"/>
                      <a:pt x="97" y="2107"/>
                    </a:cubicBezTo>
                    <a:cubicBezTo>
                      <a:pt x="127" y="2137"/>
                      <a:pt x="186" y="2137"/>
                      <a:pt x="216" y="2167"/>
                    </a:cubicBezTo>
                    <a:cubicBezTo>
                      <a:pt x="288" y="2185"/>
                      <a:pt x="353" y="2195"/>
                      <a:pt x="412" y="2195"/>
                    </a:cubicBezTo>
                    <a:cubicBezTo>
                      <a:pt x="655" y="2195"/>
                      <a:pt x="780" y="2035"/>
                      <a:pt x="804" y="1735"/>
                    </a:cubicBezTo>
                    <a:cubicBezTo>
                      <a:pt x="841" y="1393"/>
                      <a:pt x="931" y="1080"/>
                      <a:pt x="1087" y="775"/>
                    </a:cubicBezTo>
                    <a:cubicBezTo>
                      <a:pt x="1146" y="619"/>
                      <a:pt x="1213" y="462"/>
                      <a:pt x="1176" y="306"/>
                    </a:cubicBezTo>
                    <a:cubicBezTo>
                      <a:pt x="1176" y="163"/>
                      <a:pt x="1052" y="27"/>
                      <a:pt x="912" y="27"/>
                    </a:cubicBezTo>
                    <a:cubicBezTo>
                      <a:pt x="898" y="27"/>
                      <a:pt x="885" y="28"/>
                      <a:pt x="871" y="31"/>
                    </a:cubicBezTo>
                    <a:cubicBezTo>
                      <a:pt x="841" y="31"/>
                      <a:pt x="774" y="60"/>
                      <a:pt x="745" y="60"/>
                    </a:cubicBezTo>
                    <a:cubicBezTo>
                      <a:pt x="727" y="66"/>
                      <a:pt x="711" y="68"/>
                      <a:pt x="696" y="68"/>
                    </a:cubicBezTo>
                    <a:cubicBezTo>
                      <a:pt x="629" y="68"/>
                      <a:pt x="571" y="25"/>
                      <a:pt x="4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2"/>
              <p:cNvSpPr/>
              <p:nvPr/>
            </p:nvSpPr>
            <p:spPr>
              <a:xfrm rot="10800000">
                <a:off x="6456500" y="2237225"/>
                <a:ext cx="22375" cy="55525"/>
              </a:xfrm>
              <a:custGeom>
                <a:avLst/>
                <a:gdLst/>
                <a:ahLst/>
                <a:cxnLst/>
                <a:rect l="l" t="t" r="r" b="b"/>
                <a:pathLst>
                  <a:path w="895" h="2221" extrusionOk="0">
                    <a:moveTo>
                      <a:pt x="715" y="1"/>
                    </a:moveTo>
                    <a:cubicBezTo>
                      <a:pt x="640" y="1"/>
                      <a:pt x="561" y="22"/>
                      <a:pt x="492" y="43"/>
                    </a:cubicBezTo>
                    <a:cubicBezTo>
                      <a:pt x="403" y="73"/>
                      <a:pt x="306" y="73"/>
                      <a:pt x="217" y="73"/>
                    </a:cubicBezTo>
                    <a:cubicBezTo>
                      <a:pt x="197" y="73"/>
                      <a:pt x="174" y="59"/>
                      <a:pt x="152" y="59"/>
                    </a:cubicBezTo>
                    <a:cubicBezTo>
                      <a:pt x="141" y="59"/>
                      <a:pt x="130" y="63"/>
                      <a:pt x="120" y="73"/>
                    </a:cubicBezTo>
                    <a:cubicBezTo>
                      <a:pt x="90" y="73"/>
                      <a:pt x="61" y="102"/>
                      <a:pt x="61" y="140"/>
                    </a:cubicBezTo>
                    <a:cubicBezTo>
                      <a:pt x="1" y="259"/>
                      <a:pt x="1" y="385"/>
                      <a:pt x="1" y="542"/>
                    </a:cubicBezTo>
                    <a:cubicBezTo>
                      <a:pt x="1" y="1003"/>
                      <a:pt x="1" y="1502"/>
                      <a:pt x="150" y="1963"/>
                    </a:cubicBezTo>
                    <a:cubicBezTo>
                      <a:pt x="187" y="2060"/>
                      <a:pt x="217" y="2119"/>
                      <a:pt x="276" y="2186"/>
                    </a:cubicBezTo>
                    <a:cubicBezTo>
                      <a:pt x="311" y="2203"/>
                      <a:pt x="358" y="2221"/>
                      <a:pt x="402" y="2221"/>
                    </a:cubicBezTo>
                    <a:cubicBezTo>
                      <a:pt x="435" y="2221"/>
                      <a:pt x="467" y="2211"/>
                      <a:pt x="492" y="2186"/>
                    </a:cubicBezTo>
                    <a:cubicBezTo>
                      <a:pt x="522" y="2149"/>
                      <a:pt x="559" y="2060"/>
                      <a:pt x="559" y="2000"/>
                    </a:cubicBezTo>
                    <a:cubicBezTo>
                      <a:pt x="559" y="1717"/>
                      <a:pt x="559" y="1405"/>
                      <a:pt x="589" y="1100"/>
                    </a:cubicBezTo>
                    <a:cubicBezTo>
                      <a:pt x="619" y="884"/>
                      <a:pt x="864" y="601"/>
                      <a:pt x="864" y="385"/>
                    </a:cubicBezTo>
                    <a:cubicBezTo>
                      <a:pt x="864" y="326"/>
                      <a:pt x="894" y="259"/>
                      <a:pt x="894" y="199"/>
                    </a:cubicBezTo>
                    <a:cubicBezTo>
                      <a:pt x="894" y="102"/>
                      <a:pt x="864" y="43"/>
                      <a:pt x="805" y="13"/>
                    </a:cubicBezTo>
                    <a:cubicBezTo>
                      <a:pt x="776" y="4"/>
                      <a:pt x="746" y="1"/>
                      <a:pt x="7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2"/>
              <p:cNvSpPr/>
              <p:nvPr/>
            </p:nvSpPr>
            <p:spPr>
              <a:xfrm rot="10800000">
                <a:off x="6440875" y="2422175"/>
                <a:ext cx="45050" cy="45525"/>
              </a:xfrm>
              <a:custGeom>
                <a:avLst/>
                <a:gdLst/>
                <a:ahLst/>
                <a:cxnLst/>
                <a:rect l="l" t="t" r="r" b="b"/>
                <a:pathLst>
                  <a:path w="1802" h="1821" extrusionOk="0">
                    <a:moveTo>
                      <a:pt x="1117" y="0"/>
                    </a:moveTo>
                    <a:cubicBezTo>
                      <a:pt x="990" y="0"/>
                      <a:pt x="871" y="30"/>
                      <a:pt x="804" y="157"/>
                    </a:cubicBezTo>
                    <a:cubicBezTo>
                      <a:pt x="685" y="313"/>
                      <a:pt x="685" y="529"/>
                      <a:pt x="558" y="685"/>
                    </a:cubicBezTo>
                    <a:cubicBezTo>
                      <a:pt x="469" y="871"/>
                      <a:pt x="283" y="1027"/>
                      <a:pt x="127" y="1213"/>
                    </a:cubicBezTo>
                    <a:cubicBezTo>
                      <a:pt x="97" y="1273"/>
                      <a:pt x="30" y="1332"/>
                      <a:pt x="30" y="1429"/>
                    </a:cubicBezTo>
                    <a:cubicBezTo>
                      <a:pt x="0" y="1519"/>
                      <a:pt x="30" y="1615"/>
                      <a:pt x="97" y="1645"/>
                    </a:cubicBezTo>
                    <a:cubicBezTo>
                      <a:pt x="186" y="1742"/>
                      <a:pt x="372" y="1675"/>
                      <a:pt x="499" y="1772"/>
                    </a:cubicBezTo>
                    <a:cubicBezTo>
                      <a:pt x="529" y="1772"/>
                      <a:pt x="529" y="1801"/>
                      <a:pt x="588" y="1801"/>
                    </a:cubicBezTo>
                    <a:cubicBezTo>
                      <a:pt x="610" y="1815"/>
                      <a:pt x="631" y="1821"/>
                      <a:pt x="651" y="1821"/>
                    </a:cubicBezTo>
                    <a:cubicBezTo>
                      <a:pt x="722" y="1821"/>
                      <a:pt x="781" y="1750"/>
                      <a:pt x="804" y="1675"/>
                    </a:cubicBezTo>
                    <a:cubicBezTo>
                      <a:pt x="871" y="1586"/>
                      <a:pt x="871" y="1459"/>
                      <a:pt x="901" y="1370"/>
                    </a:cubicBezTo>
                    <a:cubicBezTo>
                      <a:pt x="990" y="1117"/>
                      <a:pt x="1243" y="960"/>
                      <a:pt x="1489" y="841"/>
                    </a:cubicBezTo>
                    <a:cubicBezTo>
                      <a:pt x="1615" y="774"/>
                      <a:pt x="1771" y="655"/>
                      <a:pt x="1771" y="499"/>
                    </a:cubicBezTo>
                    <a:cubicBezTo>
                      <a:pt x="1801" y="343"/>
                      <a:pt x="1615" y="186"/>
                      <a:pt x="1429" y="97"/>
                    </a:cubicBezTo>
                    <a:cubicBezTo>
                      <a:pt x="1332" y="67"/>
                      <a:pt x="1213" y="0"/>
                      <a:pt x="11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2"/>
              <p:cNvSpPr/>
              <p:nvPr/>
            </p:nvSpPr>
            <p:spPr>
              <a:xfrm rot="10800000">
                <a:off x="6470475" y="2387500"/>
                <a:ext cx="24025" cy="36200"/>
              </a:xfrm>
              <a:custGeom>
                <a:avLst/>
                <a:gdLst/>
                <a:ahLst/>
                <a:cxnLst/>
                <a:rect l="l" t="t" r="r" b="b"/>
                <a:pathLst>
                  <a:path w="961" h="1448" extrusionOk="0">
                    <a:moveTo>
                      <a:pt x="354" y="0"/>
                    </a:moveTo>
                    <a:cubicBezTo>
                      <a:pt x="302" y="0"/>
                      <a:pt x="245" y="34"/>
                      <a:pt x="217" y="101"/>
                    </a:cubicBezTo>
                    <a:cubicBezTo>
                      <a:pt x="157" y="168"/>
                      <a:pt x="157" y="227"/>
                      <a:pt x="157" y="317"/>
                    </a:cubicBezTo>
                    <a:cubicBezTo>
                      <a:pt x="127" y="473"/>
                      <a:pt x="127" y="629"/>
                      <a:pt x="98" y="786"/>
                    </a:cubicBezTo>
                    <a:cubicBezTo>
                      <a:pt x="98" y="972"/>
                      <a:pt x="1" y="1188"/>
                      <a:pt x="127" y="1344"/>
                    </a:cubicBezTo>
                    <a:cubicBezTo>
                      <a:pt x="171" y="1410"/>
                      <a:pt x="236" y="1447"/>
                      <a:pt x="303" y="1447"/>
                    </a:cubicBezTo>
                    <a:cubicBezTo>
                      <a:pt x="326" y="1447"/>
                      <a:pt x="350" y="1443"/>
                      <a:pt x="373" y="1433"/>
                    </a:cubicBezTo>
                    <a:cubicBezTo>
                      <a:pt x="470" y="1403"/>
                      <a:pt x="499" y="1314"/>
                      <a:pt x="529" y="1217"/>
                    </a:cubicBezTo>
                    <a:cubicBezTo>
                      <a:pt x="559" y="1158"/>
                      <a:pt x="559" y="1061"/>
                      <a:pt x="626" y="972"/>
                    </a:cubicBezTo>
                    <a:cubicBezTo>
                      <a:pt x="686" y="815"/>
                      <a:pt x="901" y="726"/>
                      <a:pt x="931" y="540"/>
                    </a:cubicBezTo>
                    <a:cubicBezTo>
                      <a:pt x="961" y="443"/>
                      <a:pt x="931" y="317"/>
                      <a:pt x="842" y="257"/>
                    </a:cubicBezTo>
                    <a:cubicBezTo>
                      <a:pt x="745" y="198"/>
                      <a:pt x="626" y="198"/>
                      <a:pt x="529" y="131"/>
                    </a:cubicBezTo>
                    <a:cubicBezTo>
                      <a:pt x="499" y="101"/>
                      <a:pt x="470" y="41"/>
                      <a:pt x="403" y="12"/>
                    </a:cubicBezTo>
                    <a:cubicBezTo>
                      <a:pt x="388" y="4"/>
                      <a:pt x="371" y="0"/>
                      <a:pt x="3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2"/>
              <p:cNvSpPr/>
              <p:nvPr/>
            </p:nvSpPr>
            <p:spPr>
              <a:xfrm rot="10800000">
                <a:off x="6482750" y="2358800"/>
                <a:ext cx="18625" cy="28225"/>
              </a:xfrm>
              <a:custGeom>
                <a:avLst/>
                <a:gdLst/>
                <a:ahLst/>
                <a:cxnLst/>
                <a:rect l="l" t="t" r="r" b="b"/>
                <a:pathLst>
                  <a:path w="745" h="1129" extrusionOk="0">
                    <a:moveTo>
                      <a:pt x="379" y="0"/>
                    </a:moveTo>
                    <a:cubicBezTo>
                      <a:pt x="317" y="0"/>
                      <a:pt x="258" y="11"/>
                      <a:pt x="216" y="33"/>
                    </a:cubicBezTo>
                    <a:cubicBezTo>
                      <a:pt x="90" y="122"/>
                      <a:pt x="90" y="375"/>
                      <a:pt x="60" y="524"/>
                    </a:cubicBezTo>
                    <a:cubicBezTo>
                      <a:pt x="30" y="651"/>
                      <a:pt x="0" y="807"/>
                      <a:pt x="30" y="963"/>
                    </a:cubicBezTo>
                    <a:cubicBezTo>
                      <a:pt x="43" y="1083"/>
                      <a:pt x="80" y="1128"/>
                      <a:pt x="130" y="1128"/>
                    </a:cubicBezTo>
                    <a:cubicBezTo>
                      <a:pt x="196" y="1128"/>
                      <a:pt x="284" y="1052"/>
                      <a:pt x="373" y="963"/>
                    </a:cubicBezTo>
                    <a:cubicBezTo>
                      <a:pt x="492" y="867"/>
                      <a:pt x="588" y="748"/>
                      <a:pt x="648" y="621"/>
                    </a:cubicBezTo>
                    <a:cubicBezTo>
                      <a:pt x="715" y="495"/>
                      <a:pt x="745" y="375"/>
                      <a:pt x="745" y="249"/>
                    </a:cubicBezTo>
                    <a:cubicBezTo>
                      <a:pt x="715" y="219"/>
                      <a:pt x="715" y="152"/>
                      <a:pt x="678" y="122"/>
                    </a:cubicBezTo>
                    <a:cubicBezTo>
                      <a:pt x="638" y="43"/>
                      <a:pt x="502" y="0"/>
                      <a:pt x="37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0" name="Google Shape;370;p32"/>
            <p:cNvGrpSpPr/>
            <p:nvPr/>
          </p:nvGrpSpPr>
          <p:grpSpPr>
            <a:xfrm rot="-322559" flipH="1">
              <a:off x="8122833" y="3134693"/>
              <a:ext cx="428047" cy="1737414"/>
              <a:chOff x="6325325" y="2224000"/>
              <a:chExt cx="176050" cy="714575"/>
            </a:xfrm>
          </p:grpSpPr>
          <p:sp>
            <p:nvSpPr>
              <p:cNvPr id="371" name="Google Shape;371;p32"/>
              <p:cNvSpPr/>
              <p:nvPr/>
            </p:nvSpPr>
            <p:spPr>
              <a:xfrm rot="10800000">
                <a:off x="6368875" y="2493050"/>
                <a:ext cx="71275" cy="445525"/>
              </a:xfrm>
              <a:custGeom>
                <a:avLst/>
                <a:gdLst/>
                <a:ahLst/>
                <a:cxnLst/>
                <a:rect l="l" t="t" r="r" b="b"/>
                <a:pathLst>
                  <a:path w="2851" h="17821" extrusionOk="0">
                    <a:moveTo>
                      <a:pt x="1676" y="0"/>
                    </a:moveTo>
                    <a:cubicBezTo>
                      <a:pt x="1655" y="0"/>
                      <a:pt x="1635" y="3"/>
                      <a:pt x="1615" y="13"/>
                    </a:cubicBezTo>
                    <a:cubicBezTo>
                      <a:pt x="1459" y="73"/>
                      <a:pt x="1392" y="259"/>
                      <a:pt x="1362" y="415"/>
                    </a:cubicBezTo>
                    <a:cubicBezTo>
                      <a:pt x="1332" y="884"/>
                      <a:pt x="1518" y="1316"/>
                      <a:pt x="1615" y="1785"/>
                    </a:cubicBezTo>
                    <a:cubicBezTo>
                      <a:pt x="1890" y="3020"/>
                      <a:pt x="1459" y="4293"/>
                      <a:pt x="1273" y="5536"/>
                    </a:cubicBezTo>
                    <a:cubicBezTo>
                      <a:pt x="1087" y="6622"/>
                      <a:pt x="1116" y="7739"/>
                      <a:pt x="1087" y="8855"/>
                    </a:cubicBezTo>
                    <a:cubicBezTo>
                      <a:pt x="990" y="11490"/>
                      <a:pt x="499" y="14124"/>
                      <a:pt x="60" y="16759"/>
                    </a:cubicBezTo>
                    <a:cubicBezTo>
                      <a:pt x="30" y="16945"/>
                      <a:pt x="0" y="17161"/>
                      <a:pt x="60" y="17377"/>
                    </a:cubicBezTo>
                    <a:cubicBezTo>
                      <a:pt x="89" y="17563"/>
                      <a:pt x="246" y="17749"/>
                      <a:pt x="461" y="17816"/>
                    </a:cubicBezTo>
                    <a:cubicBezTo>
                      <a:pt x="482" y="17819"/>
                      <a:pt x="503" y="17821"/>
                      <a:pt x="523" y="17821"/>
                    </a:cubicBezTo>
                    <a:cubicBezTo>
                      <a:pt x="866" y="17821"/>
                      <a:pt x="1137" y="17373"/>
                      <a:pt x="1489" y="17317"/>
                    </a:cubicBezTo>
                    <a:cubicBezTo>
                      <a:pt x="1521" y="17314"/>
                      <a:pt x="1554" y="17312"/>
                      <a:pt x="1587" y="17312"/>
                    </a:cubicBezTo>
                    <a:cubicBezTo>
                      <a:pt x="1695" y="17312"/>
                      <a:pt x="1804" y="17326"/>
                      <a:pt x="1905" y="17326"/>
                    </a:cubicBezTo>
                    <a:cubicBezTo>
                      <a:pt x="2037" y="17326"/>
                      <a:pt x="2155" y="17302"/>
                      <a:pt x="2233" y="17191"/>
                    </a:cubicBezTo>
                    <a:cubicBezTo>
                      <a:pt x="2419" y="17004"/>
                      <a:pt x="2263" y="16729"/>
                      <a:pt x="2136" y="16513"/>
                    </a:cubicBezTo>
                    <a:cubicBezTo>
                      <a:pt x="1489" y="15300"/>
                      <a:pt x="1831" y="13812"/>
                      <a:pt x="1987" y="12450"/>
                    </a:cubicBezTo>
                    <a:cubicBezTo>
                      <a:pt x="2292" y="9599"/>
                      <a:pt x="1764" y="6682"/>
                      <a:pt x="2508" y="3921"/>
                    </a:cubicBezTo>
                    <a:cubicBezTo>
                      <a:pt x="2664" y="3333"/>
                      <a:pt x="2850" y="2774"/>
                      <a:pt x="2761" y="2157"/>
                    </a:cubicBezTo>
                    <a:cubicBezTo>
                      <a:pt x="2664" y="1599"/>
                      <a:pt x="2791" y="1003"/>
                      <a:pt x="2821" y="445"/>
                    </a:cubicBezTo>
                    <a:cubicBezTo>
                      <a:pt x="2850" y="385"/>
                      <a:pt x="2850" y="326"/>
                      <a:pt x="2821" y="259"/>
                    </a:cubicBezTo>
                    <a:cubicBezTo>
                      <a:pt x="2761" y="140"/>
                      <a:pt x="2605" y="110"/>
                      <a:pt x="2478" y="73"/>
                    </a:cubicBezTo>
                    <a:cubicBezTo>
                      <a:pt x="2263" y="43"/>
                      <a:pt x="2047" y="43"/>
                      <a:pt x="1831" y="13"/>
                    </a:cubicBezTo>
                    <a:cubicBezTo>
                      <a:pt x="1766" y="13"/>
                      <a:pt x="1718" y="0"/>
                      <a:pt x="16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2"/>
              <p:cNvSpPr/>
              <p:nvPr/>
            </p:nvSpPr>
            <p:spPr>
              <a:xfrm rot="10800000">
                <a:off x="6325325" y="2498500"/>
                <a:ext cx="71475" cy="431975"/>
              </a:xfrm>
              <a:custGeom>
                <a:avLst/>
                <a:gdLst/>
                <a:ahLst/>
                <a:cxnLst/>
                <a:rect l="l" t="t" r="r" b="b"/>
                <a:pathLst>
                  <a:path w="2859" h="17279" extrusionOk="0">
                    <a:moveTo>
                      <a:pt x="1942" y="0"/>
                    </a:moveTo>
                    <a:cubicBezTo>
                      <a:pt x="1502" y="0"/>
                      <a:pt x="1265" y="415"/>
                      <a:pt x="1027" y="746"/>
                    </a:cubicBezTo>
                    <a:cubicBezTo>
                      <a:pt x="30" y="1982"/>
                      <a:pt x="0" y="3626"/>
                      <a:pt x="30" y="5182"/>
                    </a:cubicBezTo>
                    <a:cubicBezTo>
                      <a:pt x="30" y="6574"/>
                      <a:pt x="127" y="7973"/>
                      <a:pt x="216" y="9365"/>
                    </a:cubicBezTo>
                    <a:cubicBezTo>
                      <a:pt x="402" y="11627"/>
                      <a:pt x="715" y="13890"/>
                      <a:pt x="372" y="16122"/>
                    </a:cubicBezTo>
                    <a:cubicBezTo>
                      <a:pt x="342" y="16375"/>
                      <a:pt x="313" y="16621"/>
                      <a:pt x="372" y="16867"/>
                    </a:cubicBezTo>
                    <a:cubicBezTo>
                      <a:pt x="463" y="17076"/>
                      <a:pt x="658" y="17279"/>
                      <a:pt x="885" y="17279"/>
                    </a:cubicBezTo>
                    <a:cubicBezTo>
                      <a:pt x="900" y="17279"/>
                      <a:pt x="915" y="17278"/>
                      <a:pt x="930" y="17276"/>
                    </a:cubicBezTo>
                    <a:cubicBezTo>
                      <a:pt x="1116" y="17239"/>
                      <a:pt x="1273" y="17053"/>
                      <a:pt x="1303" y="16867"/>
                    </a:cubicBezTo>
                    <a:cubicBezTo>
                      <a:pt x="1370" y="16680"/>
                      <a:pt x="1332" y="16494"/>
                      <a:pt x="1332" y="16279"/>
                    </a:cubicBezTo>
                    <a:cubicBezTo>
                      <a:pt x="1243" y="15043"/>
                      <a:pt x="1429" y="13800"/>
                      <a:pt x="1489" y="12557"/>
                    </a:cubicBezTo>
                    <a:cubicBezTo>
                      <a:pt x="1556" y="11724"/>
                      <a:pt x="1585" y="10883"/>
                      <a:pt x="1556" y="10049"/>
                    </a:cubicBezTo>
                    <a:cubicBezTo>
                      <a:pt x="1459" y="7630"/>
                      <a:pt x="1087" y="5115"/>
                      <a:pt x="1987" y="2882"/>
                    </a:cubicBezTo>
                    <a:cubicBezTo>
                      <a:pt x="2263" y="2205"/>
                      <a:pt x="2635" y="1580"/>
                      <a:pt x="2791" y="865"/>
                    </a:cubicBezTo>
                    <a:cubicBezTo>
                      <a:pt x="2821" y="746"/>
                      <a:pt x="2858" y="620"/>
                      <a:pt x="2821" y="530"/>
                    </a:cubicBezTo>
                    <a:cubicBezTo>
                      <a:pt x="2761" y="404"/>
                      <a:pt x="2672" y="307"/>
                      <a:pt x="2545" y="247"/>
                    </a:cubicBezTo>
                    <a:cubicBezTo>
                      <a:pt x="2389" y="121"/>
                      <a:pt x="2203" y="2"/>
                      <a:pt x="1987" y="2"/>
                    </a:cubicBezTo>
                    <a:cubicBezTo>
                      <a:pt x="1972" y="1"/>
                      <a:pt x="1957" y="0"/>
                      <a:pt x="19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2"/>
              <p:cNvSpPr/>
              <p:nvPr/>
            </p:nvSpPr>
            <p:spPr>
              <a:xfrm rot="10800000">
                <a:off x="6359575" y="2444150"/>
                <a:ext cx="95275" cy="55625"/>
              </a:xfrm>
              <a:custGeom>
                <a:avLst/>
                <a:gdLst/>
                <a:ahLst/>
                <a:cxnLst/>
                <a:rect l="l" t="t" r="r" b="b"/>
                <a:pathLst>
                  <a:path w="3811" h="2225" extrusionOk="0">
                    <a:moveTo>
                      <a:pt x="2311" y="0"/>
                    </a:moveTo>
                    <a:cubicBezTo>
                      <a:pt x="2048" y="0"/>
                      <a:pt x="1827" y="178"/>
                      <a:pt x="1578" y="264"/>
                    </a:cubicBezTo>
                    <a:cubicBezTo>
                      <a:pt x="1236" y="450"/>
                      <a:pt x="863" y="569"/>
                      <a:pt x="491" y="636"/>
                    </a:cubicBezTo>
                    <a:cubicBezTo>
                      <a:pt x="372" y="666"/>
                      <a:pt x="275" y="666"/>
                      <a:pt x="186" y="725"/>
                    </a:cubicBezTo>
                    <a:cubicBezTo>
                      <a:pt x="89" y="792"/>
                      <a:pt x="0" y="911"/>
                      <a:pt x="60" y="1008"/>
                    </a:cubicBezTo>
                    <a:cubicBezTo>
                      <a:pt x="60" y="1097"/>
                      <a:pt x="119" y="1127"/>
                      <a:pt x="186" y="1194"/>
                    </a:cubicBezTo>
                    <a:cubicBezTo>
                      <a:pt x="588" y="1499"/>
                      <a:pt x="1020" y="1812"/>
                      <a:pt x="1489" y="2028"/>
                    </a:cubicBezTo>
                    <a:cubicBezTo>
                      <a:pt x="1776" y="2143"/>
                      <a:pt x="2100" y="2225"/>
                      <a:pt x="2417" y="2225"/>
                    </a:cubicBezTo>
                    <a:cubicBezTo>
                      <a:pt x="2610" y="2225"/>
                      <a:pt x="2800" y="2195"/>
                      <a:pt x="2977" y="2124"/>
                    </a:cubicBezTo>
                    <a:cubicBezTo>
                      <a:pt x="3438" y="1908"/>
                      <a:pt x="3811" y="1410"/>
                      <a:pt x="3721" y="911"/>
                    </a:cubicBezTo>
                    <a:cubicBezTo>
                      <a:pt x="3692" y="822"/>
                      <a:pt x="3654" y="725"/>
                      <a:pt x="3565" y="666"/>
                    </a:cubicBezTo>
                    <a:cubicBezTo>
                      <a:pt x="3535" y="636"/>
                      <a:pt x="3505" y="636"/>
                      <a:pt x="3468" y="636"/>
                    </a:cubicBezTo>
                    <a:cubicBezTo>
                      <a:pt x="3319" y="569"/>
                      <a:pt x="3163" y="509"/>
                      <a:pt x="3037" y="420"/>
                    </a:cubicBezTo>
                    <a:cubicBezTo>
                      <a:pt x="2821" y="264"/>
                      <a:pt x="2664" y="48"/>
                      <a:pt x="2419" y="11"/>
                    </a:cubicBezTo>
                    <a:cubicBezTo>
                      <a:pt x="2382" y="4"/>
                      <a:pt x="2346" y="0"/>
                      <a:pt x="23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2"/>
              <p:cNvSpPr/>
              <p:nvPr/>
            </p:nvSpPr>
            <p:spPr>
              <a:xfrm rot="10800000">
                <a:off x="6341700" y="2369250"/>
                <a:ext cx="41150" cy="78275"/>
              </a:xfrm>
              <a:custGeom>
                <a:avLst/>
                <a:gdLst/>
                <a:ahLst/>
                <a:cxnLst/>
                <a:rect l="l" t="t" r="r" b="b"/>
                <a:pathLst>
                  <a:path w="1646" h="3131" extrusionOk="0">
                    <a:moveTo>
                      <a:pt x="584" y="0"/>
                    </a:moveTo>
                    <a:cubicBezTo>
                      <a:pt x="566" y="0"/>
                      <a:pt x="548" y="2"/>
                      <a:pt x="529" y="5"/>
                    </a:cubicBezTo>
                    <a:cubicBezTo>
                      <a:pt x="469" y="5"/>
                      <a:pt x="439" y="34"/>
                      <a:pt x="402" y="64"/>
                    </a:cubicBezTo>
                    <a:cubicBezTo>
                      <a:pt x="216" y="124"/>
                      <a:pt x="30" y="250"/>
                      <a:pt x="0" y="436"/>
                    </a:cubicBezTo>
                    <a:cubicBezTo>
                      <a:pt x="0" y="525"/>
                      <a:pt x="30" y="622"/>
                      <a:pt x="97" y="712"/>
                    </a:cubicBezTo>
                    <a:cubicBezTo>
                      <a:pt x="313" y="1151"/>
                      <a:pt x="625" y="1582"/>
                      <a:pt x="685" y="2081"/>
                    </a:cubicBezTo>
                    <a:cubicBezTo>
                      <a:pt x="715" y="2386"/>
                      <a:pt x="655" y="2699"/>
                      <a:pt x="774" y="2982"/>
                    </a:cubicBezTo>
                    <a:cubicBezTo>
                      <a:pt x="774" y="3041"/>
                      <a:pt x="812" y="3071"/>
                      <a:pt x="871" y="3101"/>
                    </a:cubicBezTo>
                    <a:cubicBezTo>
                      <a:pt x="901" y="3130"/>
                      <a:pt x="960" y="3130"/>
                      <a:pt x="1027" y="3130"/>
                    </a:cubicBezTo>
                    <a:lnTo>
                      <a:pt x="1399" y="3130"/>
                    </a:lnTo>
                    <a:cubicBezTo>
                      <a:pt x="1489" y="3130"/>
                      <a:pt x="1556" y="3130"/>
                      <a:pt x="1615" y="3071"/>
                    </a:cubicBezTo>
                    <a:cubicBezTo>
                      <a:pt x="1645" y="3041"/>
                      <a:pt x="1645" y="2982"/>
                      <a:pt x="1645" y="2915"/>
                    </a:cubicBezTo>
                    <a:cubicBezTo>
                      <a:pt x="1645" y="2728"/>
                      <a:pt x="1519" y="2572"/>
                      <a:pt x="1429" y="2386"/>
                    </a:cubicBezTo>
                    <a:cubicBezTo>
                      <a:pt x="1213" y="1954"/>
                      <a:pt x="1184" y="1426"/>
                      <a:pt x="1087" y="935"/>
                    </a:cubicBezTo>
                    <a:cubicBezTo>
                      <a:pt x="1030" y="665"/>
                      <a:pt x="966" y="0"/>
                      <a:pt x="5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2"/>
              <p:cNvSpPr/>
              <p:nvPr/>
            </p:nvSpPr>
            <p:spPr>
              <a:xfrm rot="10800000">
                <a:off x="6333000" y="2318375"/>
                <a:ext cx="27350" cy="48075"/>
              </a:xfrm>
              <a:custGeom>
                <a:avLst/>
                <a:gdLst/>
                <a:ahLst/>
                <a:cxnLst/>
                <a:rect l="l" t="t" r="r" b="b"/>
                <a:pathLst>
                  <a:path w="1094" h="1923" extrusionOk="0">
                    <a:moveTo>
                      <a:pt x="664" y="1"/>
                    </a:moveTo>
                    <a:cubicBezTo>
                      <a:pt x="642" y="1"/>
                      <a:pt x="617" y="5"/>
                      <a:pt x="589" y="14"/>
                    </a:cubicBezTo>
                    <a:cubicBezTo>
                      <a:pt x="499" y="44"/>
                      <a:pt x="433" y="73"/>
                      <a:pt x="343" y="73"/>
                    </a:cubicBezTo>
                    <a:cubicBezTo>
                      <a:pt x="284" y="73"/>
                      <a:pt x="246" y="44"/>
                      <a:pt x="187" y="44"/>
                    </a:cubicBezTo>
                    <a:cubicBezTo>
                      <a:pt x="178" y="35"/>
                      <a:pt x="167" y="31"/>
                      <a:pt x="154" y="31"/>
                    </a:cubicBezTo>
                    <a:cubicBezTo>
                      <a:pt x="124" y="31"/>
                      <a:pt x="87" y="52"/>
                      <a:pt x="60" y="73"/>
                    </a:cubicBezTo>
                    <a:cubicBezTo>
                      <a:pt x="31" y="73"/>
                      <a:pt x="31" y="111"/>
                      <a:pt x="31" y="140"/>
                    </a:cubicBezTo>
                    <a:cubicBezTo>
                      <a:pt x="1" y="356"/>
                      <a:pt x="98" y="542"/>
                      <a:pt x="157" y="758"/>
                    </a:cubicBezTo>
                    <a:cubicBezTo>
                      <a:pt x="246" y="974"/>
                      <a:pt x="313" y="1190"/>
                      <a:pt x="313" y="1443"/>
                    </a:cubicBezTo>
                    <a:cubicBezTo>
                      <a:pt x="343" y="1562"/>
                      <a:pt x="343" y="1688"/>
                      <a:pt x="403" y="1785"/>
                    </a:cubicBezTo>
                    <a:cubicBezTo>
                      <a:pt x="470" y="1845"/>
                      <a:pt x="559" y="1874"/>
                      <a:pt x="656" y="1904"/>
                    </a:cubicBezTo>
                    <a:cubicBezTo>
                      <a:pt x="696" y="1917"/>
                      <a:pt x="730" y="1923"/>
                      <a:pt x="760" y="1923"/>
                    </a:cubicBezTo>
                    <a:cubicBezTo>
                      <a:pt x="1093" y="1923"/>
                      <a:pt x="805" y="1172"/>
                      <a:pt x="805" y="974"/>
                    </a:cubicBezTo>
                    <a:cubicBezTo>
                      <a:pt x="805" y="745"/>
                      <a:pt x="966" y="1"/>
                      <a:pt x="6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2"/>
              <p:cNvSpPr/>
              <p:nvPr/>
            </p:nvSpPr>
            <p:spPr>
              <a:xfrm rot="10800000">
                <a:off x="6333375" y="2267675"/>
                <a:ext cx="17675" cy="49500"/>
              </a:xfrm>
              <a:custGeom>
                <a:avLst/>
                <a:gdLst/>
                <a:ahLst/>
                <a:cxnLst/>
                <a:rect l="l" t="t" r="r" b="b"/>
                <a:pathLst>
                  <a:path w="707" h="1980" extrusionOk="0">
                    <a:moveTo>
                      <a:pt x="98" y="0"/>
                    </a:moveTo>
                    <a:cubicBezTo>
                      <a:pt x="61" y="0"/>
                      <a:pt x="31" y="30"/>
                      <a:pt x="31" y="60"/>
                    </a:cubicBezTo>
                    <a:cubicBezTo>
                      <a:pt x="1" y="90"/>
                      <a:pt x="31" y="119"/>
                      <a:pt x="31" y="149"/>
                    </a:cubicBezTo>
                    <a:cubicBezTo>
                      <a:pt x="61" y="588"/>
                      <a:pt x="127" y="990"/>
                      <a:pt x="157" y="1422"/>
                    </a:cubicBezTo>
                    <a:cubicBezTo>
                      <a:pt x="187" y="1578"/>
                      <a:pt x="217" y="1734"/>
                      <a:pt x="247" y="1891"/>
                    </a:cubicBezTo>
                    <a:lnTo>
                      <a:pt x="247" y="1950"/>
                    </a:lnTo>
                    <a:cubicBezTo>
                      <a:pt x="284" y="1980"/>
                      <a:pt x="343" y="1980"/>
                      <a:pt x="373" y="1980"/>
                    </a:cubicBezTo>
                    <a:cubicBezTo>
                      <a:pt x="433" y="1950"/>
                      <a:pt x="470" y="1920"/>
                      <a:pt x="470" y="1861"/>
                    </a:cubicBezTo>
                    <a:cubicBezTo>
                      <a:pt x="529" y="1734"/>
                      <a:pt x="500" y="1608"/>
                      <a:pt x="529" y="1452"/>
                    </a:cubicBezTo>
                    <a:cubicBezTo>
                      <a:pt x="559" y="1362"/>
                      <a:pt x="589" y="1265"/>
                      <a:pt x="619" y="1146"/>
                    </a:cubicBezTo>
                    <a:cubicBezTo>
                      <a:pt x="656" y="960"/>
                      <a:pt x="589" y="774"/>
                      <a:pt x="589" y="588"/>
                    </a:cubicBezTo>
                    <a:cubicBezTo>
                      <a:pt x="589" y="432"/>
                      <a:pt x="686" y="305"/>
                      <a:pt x="686" y="186"/>
                    </a:cubicBezTo>
                    <a:cubicBezTo>
                      <a:pt x="706" y="58"/>
                      <a:pt x="675" y="22"/>
                      <a:pt x="617" y="22"/>
                    </a:cubicBezTo>
                    <a:cubicBezTo>
                      <a:pt x="542" y="22"/>
                      <a:pt x="421" y="82"/>
                      <a:pt x="307" y="82"/>
                    </a:cubicBezTo>
                    <a:cubicBezTo>
                      <a:pt x="254" y="82"/>
                      <a:pt x="202" y="69"/>
                      <a:pt x="157" y="30"/>
                    </a:cubicBezTo>
                    <a:cubicBezTo>
                      <a:pt x="157" y="30"/>
                      <a:pt x="127" y="0"/>
                      <a:pt x="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2"/>
              <p:cNvSpPr/>
              <p:nvPr/>
            </p:nvSpPr>
            <p:spPr>
              <a:xfrm rot="10800000">
                <a:off x="6372775" y="2354375"/>
                <a:ext cx="27950" cy="86900"/>
              </a:xfrm>
              <a:custGeom>
                <a:avLst/>
                <a:gdLst/>
                <a:ahLst/>
                <a:cxnLst/>
                <a:rect l="l" t="t" r="r" b="b"/>
                <a:pathLst>
                  <a:path w="1118" h="3476" extrusionOk="0">
                    <a:moveTo>
                      <a:pt x="343" y="0"/>
                    </a:moveTo>
                    <a:cubicBezTo>
                      <a:pt x="284" y="0"/>
                      <a:pt x="187" y="30"/>
                      <a:pt x="127" y="89"/>
                    </a:cubicBezTo>
                    <a:cubicBezTo>
                      <a:pt x="1" y="275"/>
                      <a:pt x="38" y="529"/>
                      <a:pt x="68" y="744"/>
                    </a:cubicBezTo>
                    <a:cubicBezTo>
                      <a:pt x="127" y="1116"/>
                      <a:pt x="224" y="1459"/>
                      <a:pt x="284" y="1831"/>
                    </a:cubicBezTo>
                    <a:cubicBezTo>
                      <a:pt x="313" y="2047"/>
                      <a:pt x="373" y="2292"/>
                      <a:pt x="313" y="2508"/>
                    </a:cubicBezTo>
                    <a:cubicBezTo>
                      <a:pt x="284" y="2665"/>
                      <a:pt x="224" y="2791"/>
                      <a:pt x="187" y="2918"/>
                    </a:cubicBezTo>
                    <a:cubicBezTo>
                      <a:pt x="157" y="3066"/>
                      <a:pt x="157" y="3223"/>
                      <a:pt x="254" y="3349"/>
                    </a:cubicBezTo>
                    <a:cubicBezTo>
                      <a:pt x="343" y="3439"/>
                      <a:pt x="470" y="3476"/>
                      <a:pt x="596" y="3476"/>
                    </a:cubicBezTo>
                    <a:cubicBezTo>
                      <a:pt x="745" y="3476"/>
                      <a:pt x="901" y="3476"/>
                      <a:pt x="998" y="3349"/>
                    </a:cubicBezTo>
                    <a:cubicBezTo>
                      <a:pt x="1087" y="3252"/>
                      <a:pt x="1117" y="3104"/>
                      <a:pt x="1087" y="2977"/>
                    </a:cubicBezTo>
                    <a:cubicBezTo>
                      <a:pt x="1058" y="2851"/>
                      <a:pt x="998" y="2732"/>
                      <a:pt x="931" y="2605"/>
                    </a:cubicBezTo>
                    <a:cubicBezTo>
                      <a:pt x="745" y="2136"/>
                      <a:pt x="715" y="1615"/>
                      <a:pt x="656" y="1116"/>
                    </a:cubicBezTo>
                    <a:cubicBezTo>
                      <a:pt x="626" y="871"/>
                      <a:pt x="656" y="60"/>
                      <a:pt x="3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2"/>
              <p:cNvSpPr/>
              <p:nvPr/>
            </p:nvSpPr>
            <p:spPr>
              <a:xfrm rot="10800000">
                <a:off x="6368875" y="2289900"/>
                <a:ext cx="27200" cy="63750"/>
              </a:xfrm>
              <a:custGeom>
                <a:avLst/>
                <a:gdLst/>
                <a:ahLst/>
                <a:cxnLst/>
                <a:rect l="l" t="t" r="r" b="b"/>
                <a:pathLst>
                  <a:path w="1088" h="2550" extrusionOk="0">
                    <a:moveTo>
                      <a:pt x="842" y="1"/>
                    </a:moveTo>
                    <a:cubicBezTo>
                      <a:pt x="795" y="1"/>
                      <a:pt x="749" y="15"/>
                      <a:pt x="715" y="30"/>
                    </a:cubicBezTo>
                    <a:cubicBezTo>
                      <a:pt x="626" y="90"/>
                      <a:pt x="529" y="120"/>
                      <a:pt x="470" y="120"/>
                    </a:cubicBezTo>
                    <a:cubicBezTo>
                      <a:pt x="357" y="120"/>
                      <a:pt x="251" y="26"/>
                      <a:pt x="160" y="26"/>
                    </a:cubicBezTo>
                    <a:cubicBezTo>
                      <a:pt x="149" y="26"/>
                      <a:pt x="138" y="27"/>
                      <a:pt x="127" y="30"/>
                    </a:cubicBezTo>
                    <a:cubicBezTo>
                      <a:pt x="68" y="60"/>
                      <a:pt x="38" y="120"/>
                      <a:pt x="38" y="216"/>
                    </a:cubicBezTo>
                    <a:cubicBezTo>
                      <a:pt x="1" y="402"/>
                      <a:pt x="98" y="588"/>
                      <a:pt x="157" y="804"/>
                    </a:cubicBezTo>
                    <a:cubicBezTo>
                      <a:pt x="313" y="1236"/>
                      <a:pt x="373" y="1705"/>
                      <a:pt x="343" y="2166"/>
                    </a:cubicBezTo>
                    <a:cubicBezTo>
                      <a:pt x="343" y="2233"/>
                      <a:pt x="343" y="2323"/>
                      <a:pt x="373" y="2390"/>
                    </a:cubicBezTo>
                    <a:cubicBezTo>
                      <a:pt x="373" y="2479"/>
                      <a:pt x="470" y="2538"/>
                      <a:pt x="529" y="2538"/>
                    </a:cubicBezTo>
                    <a:cubicBezTo>
                      <a:pt x="549" y="2546"/>
                      <a:pt x="568" y="2549"/>
                      <a:pt x="585" y="2549"/>
                    </a:cubicBezTo>
                    <a:cubicBezTo>
                      <a:pt x="651" y="2549"/>
                      <a:pt x="698" y="2502"/>
                      <a:pt x="745" y="2479"/>
                    </a:cubicBezTo>
                    <a:cubicBezTo>
                      <a:pt x="794" y="2479"/>
                      <a:pt x="840" y="2486"/>
                      <a:pt x="887" y="2486"/>
                    </a:cubicBezTo>
                    <a:cubicBezTo>
                      <a:pt x="933" y="2486"/>
                      <a:pt x="980" y="2479"/>
                      <a:pt x="1028" y="2449"/>
                    </a:cubicBezTo>
                    <a:cubicBezTo>
                      <a:pt x="1087" y="2390"/>
                      <a:pt x="1087" y="2293"/>
                      <a:pt x="1087" y="2203"/>
                    </a:cubicBezTo>
                    <a:cubicBezTo>
                      <a:pt x="1058" y="1891"/>
                      <a:pt x="998" y="1608"/>
                      <a:pt x="968" y="1303"/>
                    </a:cubicBezTo>
                    <a:cubicBezTo>
                      <a:pt x="968" y="931"/>
                      <a:pt x="998" y="559"/>
                      <a:pt x="998" y="216"/>
                    </a:cubicBezTo>
                    <a:cubicBezTo>
                      <a:pt x="998" y="157"/>
                      <a:pt x="998" y="90"/>
                      <a:pt x="968" y="60"/>
                    </a:cubicBezTo>
                    <a:cubicBezTo>
                      <a:pt x="935" y="15"/>
                      <a:pt x="888" y="1"/>
                      <a:pt x="8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2"/>
              <p:cNvSpPr/>
              <p:nvPr/>
            </p:nvSpPr>
            <p:spPr>
              <a:xfrm rot="10800000">
                <a:off x="6368125" y="2234900"/>
                <a:ext cx="17700" cy="53025"/>
              </a:xfrm>
              <a:custGeom>
                <a:avLst/>
                <a:gdLst/>
                <a:ahLst/>
                <a:cxnLst/>
                <a:rect l="l" t="t" r="r" b="b"/>
                <a:pathLst>
                  <a:path w="708" h="2121" extrusionOk="0">
                    <a:moveTo>
                      <a:pt x="558" y="0"/>
                    </a:moveTo>
                    <a:cubicBezTo>
                      <a:pt x="496" y="0"/>
                      <a:pt x="418" y="66"/>
                      <a:pt x="335" y="66"/>
                    </a:cubicBezTo>
                    <a:cubicBezTo>
                      <a:pt x="267" y="66"/>
                      <a:pt x="197" y="46"/>
                      <a:pt x="138" y="46"/>
                    </a:cubicBezTo>
                    <a:cubicBezTo>
                      <a:pt x="93" y="46"/>
                      <a:pt x="56" y="57"/>
                      <a:pt x="30" y="95"/>
                    </a:cubicBezTo>
                    <a:cubicBezTo>
                      <a:pt x="0" y="133"/>
                      <a:pt x="0" y="192"/>
                      <a:pt x="0" y="222"/>
                    </a:cubicBezTo>
                    <a:cubicBezTo>
                      <a:pt x="0" y="564"/>
                      <a:pt x="30" y="877"/>
                      <a:pt x="60" y="1212"/>
                    </a:cubicBezTo>
                    <a:lnTo>
                      <a:pt x="60" y="1554"/>
                    </a:lnTo>
                    <a:cubicBezTo>
                      <a:pt x="90" y="1740"/>
                      <a:pt x="90" y="1897"/>
                      <a:pt x="186" y="2023"/>
                    </a:cubicBezTo>
                    <a:cubicBezTo>
                      <a:pt x="211" y="2072"/>
                      <a:pt x="255" y="2120"/>
                      <a:pt x="303" y="2120"/>
                    </a:cubicBezTo>
                    <a:cubicBezTo>
                      <a:pt x="313" y="2120"/>
                      <a:pt x="324" y="2118"/>
                      <a:pt x="335" y="2112"/>
                    </a:cubicBezTo>
                    <a:cubicBezTo>
                      <a:pt x="462" y="2112"/>
                      <a:pt x="491" y="1993"/>
                      <a:pt x="521" y="1867"/>
                    </a:cubicBezTo>
                    <a:cubicBezTo>
                      <a:pt x="618" y="1338"/>
                      <a:pt x="707" y="810"/>
                      <a:pt x="707" y="282"/>
                    </a:cubicBezTo>
                    <a:cubicBezTo>
                      <a:pt x="707" y="162"/>
                      <a:pt x="677" y="36"/>
                      <a:pt x="588" y="6"/>
                    </a:cubicBezTo>
                    <a:cubicBezTo>
                      <a:pt x="579" y="2"/>
                      <a:pt x="569" y="0"/>
                      <a:pt x="5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2"/>
              <p:cNvSpPr/>
              <p:nvPr/>
            </p:nvSpPr>
            <p:spPr>
              <a:xfrm rot="10800000">
                <a:off x="6401425" y="2345075"/>
                <a:ext cx="27200" cy="92775"/>
              </a:xfrm>
              <a:custGeom>
                <a:avLst/>
                <a:gdLst/>
                <a:ahLst/>
                <a:cxnLst/>
                <a:rect l="l" t="t" r="r" b="b"/>
                <a:pathLst>
                  <a:path w="1088" h="3711" extrusionOk="0">
                    <a:moveTo>
                      <a:pt x="835" y="1"/>
                    </a:moveTo>
                    <a:cubicBezTo>
                      <a:pt x="638" y="1"/>
                      <a:pt x="433" y="464"/>
                      <a:pt x="373" y="578"/>
                    </a:cubicBezTo>
                    <a:cubicBezTo>
                      <a:pt x="343" y="697"/>
                      <a:pt x="313" y="853"/>
                      <a:pt x="313" y="979"/>
                    </a:cubicBezTo>
                    <a:cubicBezTo>
                      <a:pt x="224" y="1538"/>
                      <a:pt x="157" y="2096"/>
                      <a:pt x="67" y="2684"/>
                    </a:cubicBezTo>
                    <a:cubicBezTo>
                      <a:pt x="38" y="2870"/>
                      <a:pt x="38" y="3056"/>
                      <a:pt x="0" y="3242"/>
                    </a:cubicBezTo>
                    <a:cubicBezTo>
                      <a:pt x="0" y="3339"/>
                      <a:pt x="0" y="3458"/>
                      <a:pt x="67" y="3525"/>
                    </a:cubicBezTo>
                    <a:cubicBezTo>
                      <a:pt x="114" y="3559"/>
                      <a:pt x="170" y="3567"/>
                      <a:pt x="229" y="3567"/>
                    </a:cubicBezTo>
                    <a:cubicBezTo>
                      <a:pt x="277" y="3567"/>
                      <a:pt x="326" y="3562"/>
                      <a:pt x="374" y="3562"/>
                    </a:cubicBezTo>
                    <a:cubicBezTo>
                      <a:pt x="419" y="3562"/>
                      <a:pt x="462" y="3567"/>
                      <a:pt x="499" y="3584"/>
                    </a:cubicBezTo>
                    <a:cubicBezTo>
                      <a:pt x="596" y="3614"/>
                      <a:pt x="655" y="3711"/>
                      <a:pt x="745" y="3711"/>
                    </a:cubicBezTo>
                    <a:cubicBezTo>
                      <a:pt x="841" y="3711"/>
                      <a:pt x="871" y="3614"/>
                      <a:pt x="901" y="3555"/>
                    </a:cubicBezTo>
                    <a:cubicBezTo>
                      <a:pt x="901" y="3488"/>
                      <a:pt x="871" y="3428"/>
                      <a:pt x="871" y="3339"/>
                    </a:cubicBezTo>
                    <a:cubicBezTo>
                      <a:pt x="655" y="2595"/>
                      <a:pt x="812" y="1783"/>
                      <a:pt x="901" y="1039"/>
                    </a:cubicBezTo>
                    <a:cubicBezTo>
                      <a:pt x="901" y="853"/>
                      <a:pt x="1087" y="109"/>
                      <a:pt x="901" y="19"/>
                    </a:cubicBezTo>
                    <a:cubicBezTo>
                      <a:pt x="879" y="7"/>
                      <a:pt x="857" y="1"/>
                      <a:pt x="8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2"/>
              <p:cNvSpPr/>
              <p:nvPr/>
            </p:nvSpPr>
            <p:spPr>
              <a:xfrm rot="10800000">
                <a:off x="6406825" y="2281625"/>
                <a:ext cx="26975" cy="64500"/>
              </a:xfrm>
              <a:custGeom>
                <a:avLst/>
                <a:gdLst/>
                <a:ahLst/>
                <a:cxnLst/>
                <a:rect l="l" t="t" r="r" b="b"/>
                <a:pathLst>
                  <a:path w="1079" h="2580" extrusionOk="0">
                    <a:moveTo>
                      <a:pt x="374" y="1"/>
                    </a:moveTo>
                    <a:cubicBezTo>
                      <a:pt x="0" y="1"/>
                      <a:pt x="90" y="574"/>
                      <a:pt x="118" y="816"/>
                    </a:cubicBezTo>
                    <a:cubicBezTo>
                      <a:pt x="148" y="1277"/>
                      <a:pt x="88" y="1806"/>
                      <a:pt x="88" y="2275"/>
                    </a:cubicBezTo>
                    <a:cubicBezTo>
                      <a:pt x="88" y="2334"/>
                      <a:pt x="88" y="2394"/>
                      <a:pt x="118" y="2461"/>
                    </a:cubicBezTo>
                    <a:cubicBezTo>
                      <a:pt x="118" y="2520"/>
                      <a:pt x="178" y="2580"/>
                      <a:pt x="245" y="2580"/>
                    </a:cubicBezTo>
                    <a:cubicBezTo>
                      <a:pt x="304" y="2550"/>
                      <a:pt x="334" y="2520"/>
                      <a:pt x="394" y="2490"/>
                    </a:cubicBezTo>
                    <a:cubicBezTo>
                      <a:pt x="414" y="2484"/>
                      <a:pt x="436" y="2482"/>
                      <a:pt x="458" y="2482"/>
                    </a:cubicBezTo>
                    <a:cubicBezTo>
                      <a:pt x="519" y="2482"/>
                      <a:pt x="582" y="2499"/>
                      <a:pt x="631" y="2499"/>
                    </a:cubicBezTo>
                    <a:cubicBezTo>
                      <a:pt x="648" y="2499"/>
                      <a:pt x="664" y="2497"/>
                      <a:pt x="676" y="2490"/>
                    </a:cubicBezTo>
                    <a:cubicBezTo>
                      <a:pt x="766" y="2423"/>
                      <a:pt x="766" y="2304"/>
                      <a:pt x="766" y="2178"/>
                    </a:cubicBezTo>
                    <a:cubicBezTo>
                      <a:pt x="736" y="1776"/>
                      <a:pt x="803" y="1344"/>
                      <a:pt x="952" y="935"/>
                    </a:cubicBezTo>
                    <a:cubicBezTo>
                      <a:pt x="1019" y="786"/>
                      <a:pt x="1078" y="630"/>
                      <a:pt x="1019" y="474"/>
                    </a:cubicBezTo>
                    <a:cubicBezTo>
                      <a:pt x="989" y="258"/>
                      <a:pt x="736" y="131"/>
                      <a:pt x="520" y="42"/>
                    </a:cubicBezTo>
                    <a:cubicBezTo>
                      <a:pt x="490" y="42"/>
                      <a:pt x="461" y="5"/>
                      <a:pt x="431" y="5"/>
                    </a:cubicBezTo>
                    <a:cubicBezTo>
                      <a:pt x="411" y="2"/>
                      <a:pt x="392" y="1"/>
                      <a:pt x="3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2"/>
              <p:cNvSpPr/>
              <p:nvPr/>
            </p:nvSpPr>
            <p:spPr>
              <a:xfrm rot="10800000">
                <a:off x="6412975" y="2224000"/>
                <a:ext cx="22525" cy="53550"/>
              </a:xfrm>
              <a:custGeom>
                <a:avLst/>
                <a:gdLst/>
                <a:ahLst/>
                <a:cxnLst/>
                <a:rect l="l" t="t" r="r" b="b"/>
                <a:pathLst>
                  <a:path w="901" h="2142" extrusionOk="0">
                    <a:moveTo>
                      <a:pt x="175" y="0"/>
                    </a:moveTo>
                    <a:cubicBezTo>
                      <a:pt x="156" y="0"/>
                      <a:pt x="141" y="8"/>
                      <a:pt x="127" y="23"/>
                    </a:cubicBezTo>
                    <a:cubicBezTo>
                      <a:pt x="0" y="149"/>
                      <a:pt x="156" y="648"/>
                      <a:pt x="156" y="834"/>
                    </a:cubicBezTo>
                    <a:cubicBezTo>
                      <a:pt x="216" y="1169"/>
                      <a:pt x="275" y="1541"/>
                      <a:pt x="342" y="1883"/>
                    </a:cubicBezTo>
                    <a:cubicBezTo>
                      <a:pt x="342" y="1980"/>
                      <a:pt x="372" y="2099"/>
                      <a:pt x="462" y="2136"/>
                    </a:cubicBezTo>
                    <a:cubicBezTo>
                      <a:pt x="477" y="2140"/>
                      <a:pt x="493" y="2142"/>
                      <a:pt x="508" y="2142"/>
                    </a:cubicBezTo>
                    <a:cubicBezTo>
                      <a:pt x="611" y="2142"/>
                      <a:pt x="689" y="2058"/>
                      <a:pt x="715" y="1980"/>
                    </a:cubicBezTo>
                    <a:cubicBezTo>
                      <a:pt x="871" y="1697"/>
                      <a:pt x="804" y="1355"/>
                      <a:pt x="834" y="1080"/>
                    </a:cubicBezTo>
                    <a:cubicBezTo>
                      <a:pt x="834" y="767"/>
                      <a:pt x="901" y="492"/>
                      <a:pt x="871" y="179"/>
                    </a:cubicBezTo>
                    <a:cubicBezTo>
                      <a:pt x="834" y="149"/>
                      <a:pt x="834" y="90"/>
                      <a:pt x="774" y="53"/>
                    </a:cubicBezTo>
                    <a:lnTo>
                      <a:pt x="715" y="53"/>
                    </a:lnTo>
                    <a:cubicBezTo>
                      <a:pt x="558" y="23"/>
                      <a:pt x="402" y="23"/>
                      <a:pt x="246" y="23"/>
                    </a:cubicBezTo>
                    <a:cubicBezTo>
                      <a:pt x="216" y="8"/>
                      <a:pt x="194" y="0"/>
                      <a:pt x="1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2"/>
              <p:cNvSpPr/>
              <p:nvPr/>
            </p:nvSpPr>
            <p:spPr>
              <a:xfrm rot="10800000">
                <a:off x="6416125" y="2351925"/>
                <a:ext cx="46550" cy="97925"/>
              </a:xfrm>
              <a:custGeom>
                <a:avLst/>
                <a:gdLst/>
                <a:ahLst/>
                <a:cxnLst/>
                <a:rect l="l" t="t" r="r" b="b"/>
                <a:pathLst>
                  <a:path w="1862" h="3917" extrusionOk="0">
                    <a:moveTo>
                      <a:pt x="931" y="1"/>
                    </a:moveTo>
                    <a:cubicBezTo>
                      <a:pt x="841" y="1"/>
                      <a:pt x="775" y="60"/>
                      <a:pt x="745" y="157"/>
                    </a:cubicBezTo>
                    <a:cubicBezTo>
                      <a:pt x="685" y="246"/>
                      <a:pt x="685" y="343"/>
                      <a:pt x="685" y="432"/>
                    </a:cubicBezTo>
                    <a:cubicBezTo>
                      <a:pt x="685" y="872"/>
                      <a:pt x="655" y="1177"/>
                      <a:pt x="529" y="1586"/>
                    </a:cubicBezTo>
                    <a:cubicBezTo>
                      <a:pt x="373" y="2018"/>
                      <a:pt x="246" y="2449"/>
                      <a:pt x="127" y="2918"/>
                    </a:cubicBezTo>
                    <a:cubicBezTo>
                      <a:pt x="60" y="3164"/>
                      <a:pt x="0" y="3409"/>
                      <a:pt x="30" y="3662"/>
                    </a:cubicBezTo>
                    <a:cubicBezTo>
                      <a:pt x="30" y="3722"/>
                      <a:pt x="60" y="3819"/>
                      <a:pt x="127" y="3849"/>
                    </a:cubicBezTo>
                    <a:lnTo>
                      <a:pt x="246" y="3849"/>
                    </a:lnTo>
                    <a:cubicBezTo>
                      <a:pt x="324" y="3873"/>
                      <a:pt x="422" y="3916"/>
                      <a:pt x="504" y="3916"/>
                    </a:cubicBezTo>
                    <a:cubicBezTo>
                      <a:pt x="523" y="3916"/>
                      <a:pt x="542" y="3914"/>
                      <a:pt x="559" y="3908"/>
                    </a:cubicBezTo>
                    <a:cubicBezTo>
                      <a:pt x="618" y="3908"/>
                      <a:pt x="685" y="3819"/>
                      <a:pt x="715" y="3752"/>
                    </a:cubicBezTo>
                    <a:cubicBezTo>
                      <a:pt x="990" y="3164"/>
                      <a:pt x="901" y="2449"/>
                      <a:pt x="1087" y="1861"/>
                    </a:cubicBezTo>
                    <a:cubicBezTo>
                      <a:pt x="1214" y="1549"/>
                      <a:pt x="1362" y="1244"/>
                      <a:pt x="1586" y="991"/>
                    </a:cubicBezTo>
                    <a:cubicBezTo>
                      <a:pt x="1705" y="872"/>
                      <a:pt x="1861" y="745"/>
                      <a:pt x="1831" y="559"/>
                    </a:cubicBezTo>
                    <a:cubicBezTo>
                      <a:pt x="1831" y="343"/>
                      <a:pt x="1586" y="217"/>
                      <a:pt x="1362" y="127"/>
                    </a:cubicBezTo>
                    <a:cubicBezTo>
                      <a:pt x="1273" y="98"/>
                      <a:pt x="1176" y="60"/>
                      <a:pt x="1087" y="31"/>
                    </a:cubicBezTo>
                    <a:cubicBezTo>
                      <a:pt x="1057" y="1"/>
                      <a:pt x="990" y="1"/>
                      <a:pt x="9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2"/>
              <p:cNvSpPr/>
              <p:nvPr/>
            </p:nvSpPr>
            <p:spPr>
              <a:xfrm rot="10800000">
                <a:off x="6446275" y="2294875"/>
                <a:ext cx="30350" cy="54875"/>
              </a:xfrm>
              <a:custGeom>
                <a:avLst/>
                <a:gdLst/>
                <a:ahLst/>
                <a:cxnLst/>
                <a:rect l="l" t="t" r="r" b="b"/>
                <a:pathLst>
                  <a:path w="1214" h="2195" extrusionOk="0">
                    <a:moveTo>
                      <a:pt x="499" y="1"/>
                    </a:moveTo>
                    <a:cubicBezTo>
                      <a:pt x="343" y="1"/>
                      <a:pt x="216" y="120"/>
                      <a:pt x="186" y="276"/>
                    </a:cubicBezTo>
                    <a:cubicBezTo>
                      <a:pt x="127" y="432"/>
                      <a:pt x="157" y="589"/>
                      <a:pt x="157" y="745"/>
                    </a:cubicBezTo>
                    <a:cubicBezTo>
                      <a:pt x="157" y="1177"/>
                      <a:pt x="0" y="1579"/>
                      <a:pt x="60" y="2010"/>
                    </a:cubicBezTo>
                    <a:cubicBezTo>
                      <a:pt x="60" y="2047"/>
                      <a:pt x="97" y="2077"/>
                      <a:pt x="97" y="2107"/>
                    </a:cubicBezTo>
                    <a:cubicBezTo>
                      <a:pt x="127" y="2137"/>
                      <a:pt x="186" y="2137"/>
                      <a:pt x="216" y="2167"/>
                    </a:cubicBezTo>
                    <a:cubicBezTo>
                      <a:pt x="288" y="2185"/>
                      <a:pt x="353" y="2195"/>
                      <a:pt x="412" y="2195"/>
                    </a:cubicBezTo>
                    <a:cubicBezTo>
                      <a:pt x="655" y="2195"/>
                      <a:pt x="780" y="2035"/>
                      <a:pt x="804" y="1735"/>
                    </a:cubicBezTo>
                    <a:cubicBezTo>
                      <a:pt x="841" y="1393"/>
                      <a:pt x="931" y="1080"/>
                      <a:pt x="1087" y="775"/>
                    </a:cubicBezTo>
                    <a:cubicBezTo>
                      <a:pt x="1146" y="619"/>
                      <a:pt x="1213" y="462"/>
                      <a:pt x="1176" y="306"/>
                    </a:cubicBezTo>
                    <a:cubicBezTo>
                      <a:pt x="1176" y="163"/>
                      <a:pt x="1052" y="27"/>
                      <a:pt x="912" y="27"/>
                    </a:cubicBezTo>
                    <a:cubicBezTo>
                      <a:pt x="898" y="27"/>
                      <a:pt x="885" y="28"/>
                      <a:pt x="871" y="31"/>
                    </a:cubicBezTo>
                    <a:cubicBezTo>
                      <a:pt x="841" y="31"/>
                      <a:pt x="774" y="60"/>
                      <a:pt x="745" y="60"/>
                    </a:cubicBezTo>
                    <a:cubicBezTo>
                      <a:pt x="727" y="66"/>
                      <a:pt x="711" y="68"/>
                      <a:pt x="696" y="68"/>
                    </a:cubicBezTo>
                    <a:cubicBezTo>
                      <a:pt x="629" y="68"/>
                      <a:pt x="571" y="25"/>
                      <a:pt x="4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2"/>
              <p:cNvSpPr/>
              <p:nvPr/>
            </p:nvSpPr>
            <p:spPr>
              <a:xfrm rot="10800000">
                <a:off x="6456500" y="2237225"/>
                <a:ext cx="22375" cy="55525"/>
              </a:xfrm>
              <a:custGeom>
                <a:avLst/>
                <a:gdLst/>
                <a:ahLst/>
                <a:cxnLst/>
                <a:rect l="l" t="t" r="r" b="b"/>
                <a:pathLst>
                  <a:path w="895" h="2221" extrusionOk="0">
                    <a:moveTo>
                      <a:pt x="715" y="1"/>
                    </a:moveTo>
                    <a:cubicBezTo>
                      <a:pt x="640" y="1"/>
                      <a:pt x="561" y="22"/>
                      <a:pt x="492" y="43"/>
                    </a:cubicBezTo>
                    <a:cubicBezTo>
                      <a:pt x="403" y="73"/>
                      <a:pt x="306" y="73"/>
                      <a:pt x="217" y="73"/>
                    </a:cubicBezTo>
                    <a:cubicBezTo>
                      <a:pt x="197" y="73"/>
                      <a:pt x="174" y="59"/>
                      <a:pt x="152" y="59"/>
                    </a:cubicBezTo>
                    <a:cubicBezTo>
                      <a:pt x="141" y="59"/>
                      <a:pt x="130" y="63"/>
                      <a:pt x="120" y="73"/>
                    </a:cubicBezTo>
                    <a:cubicBezTo>
                      <a:pt x="90" y="73"/>
                      <a:pt x="61" y="102"/>
                      <a:pt x="61" y="140"/>
                    </a:cubicBezTo>
                    <a:cubicBezTo>
                      <a:pt x="1" y="259"/>
                      <a:pt x="1" y="385"/>
                      <a:pt x="1" y="542"/>
                    </a:cubicBezTo>
                    <a:cubicBezTo>
                      <a:pt x="1" y="1003"/>
                      <a:pt x="1" y="1502"/>
                      <a:pt x="150" y="1963"/>
                    </a:cubicBezTo>
                    <a:cubicBezTo>
                      <a:pt x="187" y="2060"/>
                      <a:pt x="217" y="2119"/>
                      <a:pt x="276" y="2186"/>
                    </a:cubicBezTo>
                    <a:cubicBezTo>
                      <a:pt x="311" y="2203"/>
                      <a:pt x="358" y="2221"/>
                      <a:pt x="402" y="2221"/>
                    </a:cubicBezTo>
                    <a:cubicBezTo>
                      <a:pt x="435" y="2221"/>
                      <a:pt x="467" y="2211"/>
                      <a:pt x="492" y="2186"/>
                    </a:cubicBezTo>
                    <a:cubicBezTo>
                      <a:pt x="522" y="2149"/>
                      <a:pt x="559" y="2060"/>
                      <a:pt x="559" y="2000"/>
                    </a:cubicBezTo>
                    <a:cubicBezTo>
                      <a:pt x="559" y="1717"/>
                      <a:pt x="559" y="1405"/>
                      <a:pt x="589" y="1100"/>
                    </a:cubicBezTo>
                    <a:cubicBezTo>
                      <a:pt x="619" y="884"/>
                      <a:pt x="864" y="601"/>
                      <a:pt x="864" y="385"/>
                    </a:cubicBezTo>
                    <a:cubicBezTo>
                      <a:pt x="864" y="326"/>
                      <a:pt x="894" y="259"/>
                      <a:pt x="894" y="199"/>
                    </a:cubicBezTo>
                    <a:cubicBezTo>
                      <a:pt x="894" y="102"/>
                      <a:pt x="864" y="43"/>
                      <a:pt x="805" y="13"/>
                    </a:cubicBezTo>
                    <a:cubicBezTo>
                      <a:pt x="776" y="4"/>
                      <a:pt x="746" y="1"/>
                      <a:pt x="71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2"/>
              <p:cNvSpPr/>
              <p:nvPr/>
            </p:nvSpPr>
            <p:spPr>
              <a:xfrm rot="10800000">
                <a:off x="6440875" y="2422175"/>
                <a:ext cx="45050" cy="45525"/>
              </a:xfrm>
              <a:custGeom>
                <a:avLst/>
                <a:gdLst/>
                <a:ahLst/>
                <a:cxnLst/>
                <a:rect l="l" t="t" r="r" b="b"/>
                <a:pathLst>
                  <a:path w="1802" h="1821" extrusionOk="0">
                    <a:moveTo>
                      <a:pt x="1117" y="0"/>
                    </a:moveTo>
                    <a:cubicBezTo>
                      <a:pt x="990" y="0"/>
                      <a:pt x="871" y="30"/>
                      <a:pt x="804" y="157"/>
                    </a:cubicBezTo>
                    <a:cubicBezTo>
                      <a:pt x="685" y="313"/>
                      <a:pt x="685" y="529"/>
                      <a:pt x="558" y="685"/>
                    </a:cubicBezTo>
                    <a:cubicBezTo>
                      <a:pt x="469" y="871"/>
                      <a:pt x="283" y="1027"/>
                      <a:pt x="127" y="1213"/>
                    </a:cubicBezTo>
                    <a:cubicBezTo>
                      <a:pt x="97" y="1273"/>
                      <a:pt x="30" y="1332"/>
                      <a:pt x="30" y="1429"/>
                    </a:cubicBezTo>
                    <a:cubicBezTo>
                      <a:pt x="0" y="1519"/>
                      <a:pt x="30" y="1615"/>
                      <a:pt x="97" y="1645"/>
                    </a:cubicBezTo>
                    <a:cubicBezTo>
                      <a:pt x="186" y="1742"/>
                      <a:pt x="372" y="1675"/>
                      <a:pt x="499" y="1772"/>
                    </a:cubicBezTo>
                    <a:cubicBezTo>
                      <a:pt x="529" y="1772"/>
                      <a:pt x="529" y="1801"/>
                      <a:pt x="588" y="1801"/>
                    </a:cubicBezTo>
                    <a:cubicBezTo>
                      <a:pt x="610" y="1815"/>
                      <a:pt x="631" y="1821"/>
                      <a:pt x="651" y="1821"/>
                    </a:cubicBezTo>
                    <a:cubicBezTo>
                      <a:pt x="722" y="1821"/>
                      <a:pt x="781" y="1750"/>
                      <a:pt x="804" y="1675"/>
                    </a:cubicBezTo>
                    <a:cubicBezTo>
                      <a:pt x="871" y="1586"/>
                      <a:pt x="871" y="1459"/>
                      <a:pt x="901" y="1370"/>
                    </a:cubicBezTo>
                    <a:cubicBezTo>
                      <a:pt x="990" y="1117"/>
                      <a:pt x="1243" y="960"/>
                      <a:pt x="1489" y="841"/>
                    </a:cubicBezTo>
                    <a:cubicBezTo>
                      <a:pt x="1615" y="774"/>
                      <a:pt x="1771" y="655"/>
                      <a:pt x="1771" y="499"/>
                    </a:cubicBezTo>
                    <a:cubicBezTo>
                      <a:pt x="1801" y="343"/>
                      <a:pt x="1615" y="186"/>
                      <a:pt x="1429" y="97"/>
                    </a:cubicBezTo>
                    <a:cubicBezTo>
                      <a:pt x="1332" y="67"/>
                      <a:pt x="1213" y="0"/>
                      <a:pt x="111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2"/>
              <p:cNvSpPr/>
              <p:nvPr/>
            </p:nvSpPr>
            <p:spPr>
              <a:xfrm rot="10800000">
                <a:off x="6470475" y="2387500"/>
                <a:ext cx="24025" cy="36200"/>
              </a:xfrm>
              <a:custGeom>
                <a:avLst/>
                <a:gdLst/>
                <a:ahLst/>
                <a:cxnLst/>
                <a:rect l="l" t="t" r="r" b="b"/>
                <a:pathLst>
                  <a:path w="961" h="1448" extrusionOk="0">
                    <a:moveTo>
                      <a:pt x="354" y="0"/>
                    </a:moveTo>
                    <a:cubicBezTo>
                      <a:pt x="302" y="0"/>
                      <a:pt x="245" y="34"/>
                      <a:pt x="217" y="101"/>
                    </a:cubicBezTo>
                    <a:cubicBezTo>
                      <a:pt x="157" y="168"/>
                      <a:pt x="157" y="227"/>
                      <a:pt x="157" y="317"/>
                    </a:cubicBezTo>
                    <a:cubicBezTo>
                      <a:pt x="127" y="473"/>
                      <a:pt x="127" y="629"/>
                      <a:pt x="98" y="786"/>
                    </a:cubicBezTo>
                    <a:cubicBezTo>
                      <a:pt x="98" y="972"/>
                      <a:pt x="1" y="1188"/>
                      <a:pt x="127" y="1344"/>
                    </a:cubicBezTo>
                    <a:cubicBezTo>
                      <a:pt x="171" y="1410"/>
                      <a:pt x="236" y="1447"/>
                      <a:pt x="303" y="1447"/>
                    </a:cubicBezTo>
                    <a:cubicBezTo>
                      <a:pt x="326" y="1447"/>
                      <a:pt x="350" y="1443"/>
                      <a:pt x="373" y="1433"/>
                    </a:cubicBezTo>
                    <a:cubicBezTo>
                      <a:pt x="470" y="1403"/>
                      <a:pt x="499" y="1314"/>
                      <a:pt x="529" y="1217"/>
                    </a:cubicBezTo>
                    <a:cubicBezTo>
                      <a:pt x="559" y="1158"/>
                      <a:pt x="559" y="1061"/>
                      <a:pt x="626" y="972"/>
                    </a:cubicBezTo>
                    <a:cubicBezTo>
                      <a:pt x="686" y="815"/>
                      <a:pt x="901" y="726"/>
                      <a:pt x="931" y="540"/>
                    </a:cubicBezTo>
                    <a:cubicBezTo>
                      <a:pt x="961" y="443"/>
                      <a:pt x="931" y="317"/>
                      <a:pt x="842" y="257"/>
                    </a:cubicBezTo>
                    <a:cubicBezTo>
                      <a:pt x="745" y="198"/>
                      <a:pt x="626" y="198"/>
                      <a:pt x="529" y="131"/>
                    </a:cubicBezTo>
                    <a:cubicBezTo>
                      <a:pt x="499" y="101"/>
                      <a:pt x="470" y="41"/>
                      <a:pt x="403" y="12"/>
                    </a:cubicBezTo>
                    <a:cubicBezTo>
                      <a:pt x="388" y="4"/>
                      <a:pt x="371" y="0"/>
                      <a:pt x="3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2"/>
              <p:cNvSpPr/>
              <p:nvPr/>
            </p:nvSpPr>
            <p:spPr>
              <a:xfrm rot="10800000">
                <a:off x="6482750" y="2358800"/>
                <a:ext cx="18625" cy="28225"/>
              </a:xfrm>
              <a:custGeom>
                <a:avLst/>
                <a:gdLst/>
                <a:ahLst/>
                <a:cxnLst/>
                <a:rect l="l" t="t" r="r" b="b"/>
                <a:pathLst>
                  <a:path w="745" h="1129" extrusionOk="0">
                    <a:moveTo>
                      <a:pt x="379" y="0"/>
                    </a:moveTo>
                    <a:cubicBezTo>
                      <a:pt x="317" y="0"/>
                      <a:pt x="258" y="11"/>
                      <a:pt x="216" y="33"/>
                    </a:cubicBezTo>
                    <a:cubicBezTo>
                      <a:pt x="90" y="122"/>
                      <a:pt x="90" y="375"/>
                      <a:pt x="60" y="524"/>
                    </a:cubicBezTo>
                    <a:cubicBezTo>
                      <a:pt x="30" y="651"/>
                      <a:pt x="0" y="807"/>
                      <a:pt x="30" y="963"/>
                    </a:cubicBezTo>
                    <a:cubicBezTo>
                      <a:pt x="43" y="1083"/>
                      <a:pt x="80" y="1128"/>
                      <a:pt x="130" y="1128"/>
                    </a:cubicBezTo>
                    <a:cubicBezTo>
                      <a:pt x="196" y="1128"/>
                      <a:pt x="284" y="1052"/>
                      <a:pt x="373" y="963"/>
                    </a:cubicBezTo>
                    <a:cubicBezTo>
                      <a:pt x="492" y="867"/>
                      <a:pt x="588" y="748"/>
                      <a:pt x="648" y="621"/>
                    </a:cubicBezTo>
                    <a:cubicBezTo>
                      <a:pt x="715" y="495"/>
                      <a:pt x="745" y="375"/>
                      <a:pt x="745" y="249"/>
                    </a:cubicBezTo>
                    <a:cubicBezTo>
                      <a:pt x="715" y="219"/>
                      <a:pt x="715" y="152"/>
                      <a:pt x="678" y="122"/>
                    </a:cubicBezTo>
                    <a:cubicBezTo>
                      <a:pt x="638" y="43"/>
                      <a:pt x="502" y="0"/>
                      <a:pt x="37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9" name="Google Shape;389;p32"/>
          <p:cNvGrpSpPr/>
          <p:nvPr/>
        </p:nvGrpSpPr>
        <p:grpSpPr>
          <a:xfrm>
            <a:off x="5805286" y="1584506"/>
            <a:ext cx="3129082" cy="3266207"/>
            <a:chOff x="5805286" y="1584506"/>
            <a:chExt cx="3129082" cy="3266207"/>
          </a:xfrm>
        </p:grpSpPr>
        <p:grpSp>
          <p:nvGrpSpPr>
            <p:cNvPr id="390" name="Google Shape;390;p32"/>
            <p:cNvGrpSpPr/>
            <p:nvPr/>
          </p:nvGrpSpPr>
          <p:grpSpPr>
            <a:xfrm>
              <a:off x="8505161" y="1584506"/>
              <a:ext cx="429207" cy="942307"/>
              <a:chOff x="2027199" y="144994"/>
              <a:chExt cx="429207" cy="942307"/>
            </a:xfrm>
          </p:grpSpPr>
          <p:grpSp>
            <p:nvGrpSpPr>
              <p:cNvPr id="391" name="Google Shape;391;p32"/>
              <p:cNvGrpSpPr/>
              <p:nvPr/>
            </p:nvGrpSpPr>
            <p:grpSpPr>
              <a:xfrm>
                <a:off x="2027199" y="865994"/>
                <a:ext cx="221307" cy="221307"/>
                <a:chOff x="2251439" y="1012179"/>
                <a:chExt cx="435300" cy="435300"/>
              </a:xfrm>
            </p:grpSpPr>
            <p:sp>
              <p:nvSpPr>
                <p:cNvPr id="392" name="Google Shape;392;p32"/>
                <p:cNvSpPr/>
                <p:nvPr/>
              </p:nvSpPr>
              <p:spPr>
                <a:xfrm rot="5400000">
                  <a:off x="2389289" y="1012179"/>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2"/>
                <p:cNvSpPr/>
                <p:nvPr/>
              </p:nvSpPr>
              <p:spPr>
                <a:xfrm rot="10800000">
                  <a:off x="2389289" y="1012179"/>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4" name="Google Shape;394;p32"/>
              <p:cNvGrpSpPr/>
              <p:nvPr/>
            </p:nvGrpSpPr>
            <p:grpSpPr>
              <a:xfrm>
                <a:off x="2097274" y="144994"/>
                <a:ext cx="221307" cy="221307"/>
                <a:chOff x="1953987" y="152325"/>
                <a:chExt cx="435300" cy="435300"/>
              </a:xfrm>
            </p:grpSpPr>
            <p:sp>
              <p:nvSpPr>
                <p:cNvPr id="395" name="Google Shape;395;p32"/>
                <p:cNvSpPr/>
                <p:nvPr/>
              </p:nvSpPr>
              <p:spPr>
                <a:xfrm rot="5400000">
                  <a:off x="2091837"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2"/>
                <p:cNvSpPr/>
                <p:nvPr/>
              </p:nvSpPr>
              <p:spPr>
                <a:xfrm rot="10800000">
                  <a:off x="2091837"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 name="Google Shape;397;p32"/>
              <p:cNvGrpSpPr/>
              <p:nvPr/>
            </p:nvGrpSpPr>
            <p:grpSpPr>
              <a:xfrm>
                <a:off x="2235099" y="539494"/>
                <a:ext cx="221307" cy="221307"/>
                <a:chOff x="1953987" y="152325"/>
                <a:chExt cx="435300" cy="435300"/>
              </a:xfrm>
            </p:grpSpPr>
            <p:sp>
              <p:nvSpPr>
                <p:cNvPr id="398" name="Google Shape;398;p32"/>
                <p:cNvSpPr/>
                <p:nvPr/>
              </p:nvSpPr>
              <p:spPr>
                <a:xfrm rot="5400000">
                  <a:off x="2091837"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2"/>
                <p:cNvSpPr/>
                <p:nvPr/>
              </p:nvSpPr>
              <p:spPr>
                <a:xfrm rot="10800000">
                  <a:off x="2091837"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0" name="Google Shape;400;p32"/>
            <p:cNvGrpSpPr/>
            <p:nvPr/>
          </p:nvGrpSpPr>
          <p:grpSpPr>
            <a:xfrm>
              <a:off x="5805286" y="4146531"/>
              <a:ext cx="613832" cy="704182"/>
              <a:chOff x="1644149" y="137769"/>
              <a:chExt cx="613832" cy="704182"/>
            </a:xfrm>
          </p:grpSpPr>
          <p:grpSp>
            <p:nvGrpSpPr>
              <p:cNvPr id="401" name="Google Shape;401;p32"/>
              <p:cNvGrpSpPr/>
              <p:nvPr/>
            </p:nvGrpSpPr>
            <p:grpSpPr>
              <a:xfrm>
                <a:off x="1644149" y="469419"/>
                <a:ext cx="221307" cy="221307"/>
                <a:chOff x="1497997" y="232134"/>
                <a:chExt cx="435300" cy="435300"/>
              </a:xfrm>
            </p:grpSpPr>
            <p:sp>
              <p:nvSpPr>
                <p:cNvPr id="402" name="Google Shape;402;p32"/>
                <p:cNvSpPr/>
                <p:nvPr/>
              </p:nvSpPr>
              <p:spPr>
                <a:xfrm rot="5400000">
                  <a:off x="1635847" y="232134"/>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2"/>
                <p:cNvSpPr/>
                <p:nvPr/>
              </p:nvSpPr>
              <p:spPr>
                <a:xfrm rot="10800000">
                  <a:off x="1635847" y="232134"/>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 name="Google Shape;404;p32"/>
              <p:cNvGrpSpPr/>
              <p:nvPr/>
            </p:nvGrpSpPr>
            <p:grpSpPr>
              <a:xfrm>
                <a:off x="1795374" y="137769"/>
                <a:ext cx="221307" cy="221307"/>
                <a:chOff x="1360163" y="138114"/>
                <a:chExt cx="435300" cy="435300"/>
              </a:xfrm>
            </p:grpSpPr>
            <p:sp>
              <p:nvSpPr>
                <p:cNvPr id="405" name="Google Shape;405;p32"/>
                <p:cNvSpPr/>
                <p:nvPr/>
              </p:nvSpPr>
              <p:spPr>
                <a:xfrm rot="5400000">
                  <a:off x="1498013" y="138114"/>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2"/>
                <p:cNvSpPr/>
                <p:nvPr/>
              </p:nvSpPr>
              <p:spPr>
                <a:xfrm rot="10800000">
                  <a:off x="1498013" y="138114"/>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2"/>
              <p:cNvGrpSpPr/>
              <p:nvPr/>
            </p:nvGrpSpPr>
            <p:grpSpPr>
              <a:xfrm>
                <a:off x="2036674" y="620644"/>
                <a:ext cx="221307" cy="221307"/>
                <a:chOff x="1563694" y="311943"/>
                <a:chExt cx="435300" cy="435300"/>
              </a:xfrm>
            </p:grpSpPr>
            <p:sp>
              <p:nvSpPr>
                <p:cNvPr id="408" name="Google Shape;408;p32"/>
                <p:cNvSpPr/>
                <p:nvPr/>
              </p:nvSpPr>
              <p:spPr>
                <a:xfrm rot="5400000">
                  <a:off x="1701544" y="311943"/>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2"/>
                <p:cNvSpPr/>
                <p:nvPr/>
              </p:nvSpPr>
              <p:spPr>
                <a:xfrm rot="10800000">
                  <a:off x="1701544" y="311943"/>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Lexend"/>
              <a:buNone/>
              <a:defRPr sz="3000" b="1">
                <a:solidFill>
                  <a:schemeClr val="dk1"/>
                </a:solidFill>
                <a:latin typeface="Lexend"/>
                <a:ea typeface="Lexend"/>
                <a:cs typeface="Lexend"/>
                <a:sym typeface="Lexend"/>
              </a:defRPr>
            </a:lvl1pPr>
            <a:lvl2pPr lvl="1" rtl="0">
              <a:spcBef>
                <a:spcPts val="0"/>
              </a:spcBef>
              <a:spcAft>
                <a:spcPts val="0"/>
              </a:spcAft>
              <a:buClr>
                <a:schemeClr val="dk1"/>
              </a:buClr>
              <a:buSzPts val="3500"/>
              <a:buFont typeface="Lexend"/>
              <a:buNone/>
              <a:defRPr sz="3500" b="1">
                <a:solidFill>
                  <a:schemeClr val="dk1"/>
                </a:solidFill>
                <a:latin typeface="Lexend"/>
                <a:ea typeface="Lexend"/>
                <a:cs typeface="Lexend"/>
                <a:sym typeface="Lexend"/>
              </a:defRPr>
            </a:lvl2pPr>
            <a:lvl3pPr lvl="2" rtl="0">
              <a:spcBef>
                <a:spcPts val="0"/>
              </a:spcBef>
              <a:spcAft>
                <a:spcPts val="0"/>
              </a:spcAft>
              <a:buClr>
                <a:schemeClr val="dk1"/>
              </a:buClr>
              <a:buSzPts val="3500"/>
              <a:buFont typeface="Lexend"/>
              <a:buNone/>
              <a:defRPr sz="3500" b="1">
                <a:solidFill>
                  <a:schemeClr val="dk1"/>
                </a:solidFill>
                <a:latin typeface="Lexend"/>
                <a:ea typeface="Lexend"/>
                <a:cs typeface="Lexend"/>
                <a:sym typeface="Lexend"/>
              </a:defRPr>
            </a:lvl3pPr>
            <a:lvl4pPr lvl="3" rtl="0">
              <a:spcBef>
                <a:spcPts val="0"/>
              </a:spcBef>
              <a:spcAft>
                <a:spcPts val="0"/>
              </a:spcAft>
              <a:buClr>
                <a:schemeClr val="dk1"/>
              </a:buClr>
              <a:buSzPts val="3500"/>
              <a:buFont typeface="Lexend"/>
              <a:buNone/>
              <a:defRPr sz="3500" b="1">
                <a:solidFill>
                  <a:schemeClr val="dk1"/>
                </a:solidFill>
                <a:latin typeface="Lexend"/>
                <a:ea typeface="Lexend"/>
                <a:cs typeface="Lexend"/>
                <a:sym typeface="Lexend"/>
              </a:defRPr>
            </a:lvl4pPr>
            <a:lvl5pPr lvl="4" rtl="0">
              <a:spcBef>
                <a:spcPts val="0"/>
              </a:spcBef>
              <a:spcAft>
                <a:spcPts val="0"/>
              </a:spcAft>
              <a:buClr>
                <a:schemeClr val="dk1"/>
              </a:buClr>
              <a:buSzPts val="3500"/>
              <a:buFont typeface="Lexend"/>
              <a:buNone/>
              <a:defRPr sz="3500" b="1">
                <a:solidFill>
                  <a:schemeClr val="dk1"/>
                </a:solidFill>
                <a:latin typeface="Lexend"/>
                <a:ea typeface="Lexend"/>
                <a:cs typeface="Lexend"/>
                <a:sym typeface="Lexend"/>
              </a:defRPr>
            </a:lvl5pPr>
            <a:lvl6pPr lvl="5" rtl="0">
              <a:spcBef>
                <a:spcPts val="0"/>
              </a:spcBef>
              <a:spcAft>
                <a:spcPts val="0"/>
              </a:spcAft>
              <a:buClr>
                <a:schemeClr val="dk1"/>
              </a:buClr>
              <a:buSzPts val="3500"/>
              <a:buFont typeface="Lexend"/>
              <a:buNone/>
              <a:defRPr sz="3500" b="1">
                <a:solidFill>
                  <a:schemeClr val="dk1"/>
                </a:solidFill>
                <a:latin typeface="Lexend"/>
                <a:ea typeface="Lexend"/>
                <a:cs typeface="Lexend"/>
                <a:sym typeface="Lexend"/>
              </a:defRPr>
            </a:lvl6pPr>
            <a:lvl7pPr lvl="6" rtl="0">
              <a:spcBef>
                <a:spcPts val="0"/>
              </a:spcBef>
              <a:spcAft>
                <a:spcPts val="0"/>
              </a:spcAft>
              <a:buClr>
                <a:schemeClr val="dk1"/>
              </a:buClr>
              <a:buSzPts val="3500"/>
              <a:buFont typeface="Lexend"/>
              <a:buNone/>
              <a:defRPr sz="3500" b="1">
                <a:solidFill>
                  <a:schemeClr val="dk1"/>
                </a:solidFill>
                <a:latin typeface="Lexend"/>
                <a:ea typeface="Lexend"/>
                <a:cs typeface="Lexend"/>
                <a:sym typeface="Lexend"/>
              </a:defRPr>
            </a:lvl7pPr>
            <a:lvl8pPr lvl="7" rtl="0">
              <a:spcBef>
                <a:spcPts val="0"/>
              </a:spcBef>
              <a:spcAft>
                <a:spcPts val="0"/>
              </a:spcAft>
              <a:buClr>
                <a:schemeClr val="dk1"/>
              </a:buClr>
              <a:buSzPts val="3500"/>
              <a:buFont typeface="Lexend"/>
              <a:buNone/>
              <a:defRPr sz="3500" b="1">
                <a:solidFill>
                  <a:schemeClr val="dk1"/>
                </a:solidFill>
                <a:latin typeface="Lexend"/>
                <a:ea typeface="Lexend"/>
                <a:cs typeface="Lexend"/>
                <a:sym typeface="Lexend"/>
              </a:defRPr>
            </a:lvl8pPr>
            <a:lvl9pPr lvl="8" rtl="0">
              <a:spcBef>
                <a:spcPts val="0"/>
              </a:spcBef>
              <a:spcAft>
                <a:spcPts val="0"/>
              </a:spcAft>
              <a:buClr>
                <a:schemeClr val="dk1"/>
              </a:buClr>
              <a:buSzPts val="3500"/>
              <a:buFont typeface="Lexend"/>
              <a:buNone/>
              <a:defRPr sz="3500" b="1">
                <a:solidFill>
                  <a:schemeClr val="dk1"/>
                </a:solidFill>
                <a:latin typeface="Lexend"/>
                <a:ea typeface="Lexend"/>
                <a:cs typeface="Lexend"/>
                <a:sym typeface="Lexen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1pPr>
            <a:lvl2pPr marL="914400" lvl="1"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2pPr>
            <a:lvl3pPr marL="1371600" lvl="2"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3pPr>
            <a:lvl4pPr marL="1828800" lvl="3"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4pPr>
            <a:lvl5pPr marL="2286000" lvl="4"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5pPr>
            <a:lvl6pPr marL="2743200" lvl="5"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6pPr>
            <a:lvl7pPr marL="3200400" lvl="6"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7pPr>
            <a:lvl8pPr marL="3657600" lvl="7"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8pPr>
            <a:lvl9pPr marL="4114800" lvl="8"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5" r:id="rId4"/>
    <p:sldLayoutId id="2147483657" r:id="rId5"/>
    <p:sldLayoutId id="2147483672" r:id="rId6"/>
    <p:sldLayoutId id="2147483676" r:id="rId7"/>
    <p:sldLayoutId id="2147483677" r:id="rId8"/>
    <p:sldLayoutId id="214748367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video" Target="https://www.youtube.com/embed/HpCnYwJ_IdA?feature=oembed" TargetMode="External"/><Relationship Id="rId5" Type="http://schemas.openxmlformats.org/officeDocument/2006/relationships/image" Target="../media/image2.pn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video" Target="https://www.youtube.com/embed/d8LapfIzUIk?feature=oembed" TargetMode="Externa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video" Target="https://www.youtube.com/embed/nOlhwyKuufA?feature=oembed" TargetMode="External"/><Relationship Id="rId5" Type="http://schemas.openxmlformats.org/officeDocument/2006/relationships/image" Target="../media/image5.pn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video" Target="https://www.youtube.com/embed/jpJamKk7pVM?feature=oembed" TargetMode="Externa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video" Target="https://www.youtube.com/embed/b-rIDChLwGw?feature=oembed" TargetMode="External"/><Relationship Id="rId5" Type="http://schemas.openxmlformats.org/officeDocument/2006/relationships/image" Target="../media/image8.jpe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hyperlink" Target="https://youtu.be/E44W54z_Ykw?si=r6o7jtiDeT5QDnIb"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video" Target="https://www.youtube.com/embed/q7qoT2RhcDc?feature=oembed" TargetMode="External"/><Relationship Id="rId4" Type="http://schemas.openxmlformats.org/officeDocument/2006/relationships/image" Target="../media/image9.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video" Target="https://www.youtube.com/embed/W1TA3JkDSq4?feature=oembed" TargetMode="External"/><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2.jpeg"/></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video" Target="https://www.youtube.com/embed/K58jalLS8XA?feature=oembed" TargetMode="External"/><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video" Target="https://www.youtube.com/embed/gbWbPb3iqhk?feature=oembed" TargetMode="External"/><Relationship Id="rId4" Type="http://schemas.openxmlformats.org/officeDocument/2006/relationships/image" Target="../media/image15.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9"/>
          <p:cNvSpPr txBox="1">
            <a:spLocks noGrp="1"/>
          </p:cNvSpPr>
          <p:nvPr>
            <p:ph type="ctrTitle"/>
          </p:nvPr>
        </p:nvSpPr>
        <p:spPr>
          <a:xfrm>
            <a:off x="713225" y="1137538"/>
            <a:ext cx="4196100" cy="2302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br>
              <a:rPr lang="en" sz="3200" dirty="0">
                <a:solidFill>
                  <a:srgbClr val="FF0000"/>
                </a:solidFill>
              </a:rPr>
            </a:br>
            <a:br>
              <a:rPr lang="en" sz="3200" dirty="0"/>
            </a:br>
            <a:r>
              <a:rPr lang="en" sz="3600" u="sng" dirty="0">
                <a:solidFill>
                  <a:schemeClr val="accent3"/>
                </a:solidFill>
              </a:rPr>
              <a:t>CHAPTER:1 </a:t>
            </a:r>
            <a:r>
              <a:rPr lang="en" sz="3200" dirty="0"/>
              <a:t>INTRODUCTION TO BIOPSYCHOLOGY</a:t>
            </a:r>
            <a:endParaRPr sz="3200" dirty="0"/>
          </a:p>
        </p:txBody>
      </p:sp>
      <p:sp>
        <p:nvSpPr>
          <p:cNvPr id="427" name="Google Shape;427;p39"/>
          <p:cNvSpPr txBox="1">
            <a:spLocks noGrp="1"/>
          </p:cNvSpPr>
          <p:nvPr>
            <p:ph type="subTitle" idx="1"/>
          </p:nvPr>
        </p:nvSpPr>
        <p:spPr>
          <a:xfrm>
            <a:off x="713225" y="3679123"/>
            <a:ext cx="4196100" cy="38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BSc Psychology 1</a:t>
            </a:r>
            <a:r>
              <a:rPr lang="en" baseline="30000" dirty="0"/>
              <a:t>st</a:t>
            </a:r>
            <a:r>
              <a:rPr lang="en" dirty="0"/>
              <a:t> year BATCH – 2026-29</a:t>
            </a:r>
          </a:p>
          <a:p>
            <a:pPr marL="0" lvl="0" indent="0" algn="l" rtl="0">
              <a:spcBef>
                <a:spcPts val="0"/>
              </a:spcBef>
              <a:spcAft>
                <a:spcPts val="0"/>
              </a:spcAft>
              <a:buNone/>
            </a:pPr>
            <a:r>
              <a:rPr lang="en" dirty="0"/>
              <a:t>Semester-1</a:t>
            </a:r>
          </a:p>
        </p:txBody>
      </p:sp>
      <p:grpSp>
        <p:nvGrpSpPr>
          <p:cNvPr id="428" name="Google Shape;428;p39"/>
          <p:cNvGrpSpPr/>
          <p:nvPr/>
        </p:nvGrpSpPr>
        <p:grpSpPr>
          <a:xfrm>
            <a:off x="7850349" y="528344"/>
            <a:ext cx="580432" cy="615807"/>
            <a:chOff x="1795374" y="144994"/>
            <a:chExt cx="580432" cy="615807"/>
          </a:xfrm>
        </p:grpSpPr>
        <p:grpSp>
          <p:nvGrpSpPr>
            <p:cNvPr id="429" name="Google Shape;429;p39"/>
            <p:cNvGrpSpPr/>
            <p:nvPr/>
          </p:nvGrpSpPr>
          <p:grpSpPr>
            <a:xfrm>
              <a:off x="1795374" y="428844"/>
              <a:ext cx="221307" cy="221307"/>
              <a:chOff x="1795450" y="152325"/>
              <a:chExt cx="435300" cy="435300"/>
            </a:xfrm>
          </p:grpSpPr>
          <p:sp>
            <p:nvSpPr>
              <p:cNvPr id="430" name="Google Shape;430;p39"/>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9"/>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2" name="Google Shape;432;p39"/>
            <p:cNvGrpSpPr/>
            <p:nvPr/>
          </p:nvGrpSpPr>
          <p:grpSpPr>
            <a:xfrm>
              <a:off x="2016674" y="144994"/>
              <a:ext cx="221307" cy="221307"/>
              <a:chOff x="1795450" y="152325"/>
              <a:chExt cx="435300" cy="435300"/>
            </a:xfrm>
          </p:grpSpPr>
          <p:sp>
            <p:nvSpPr>
              <p:cNvPr id="433" name="Google Shape;433;p39"/>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9"/>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5" name="Google Shape;435;p39"/>
            <p:cNvGrpSpPr/>
            <p:nvPr/>
          </p:nvGrpSpPr>
          <p:grpSpPr>
            <a:xfrm>
              <a:off x="2154499" y="539494"/>
              <a:ext cx="221307" cy="221307"/>
              <a:chOff x="1795450" y="152325"/>
              <a:chExt cx="435300" cy="435300"/>
            </a:xfrm>
          </p:grpSpPr>
          <p:sp>
            <p:nvSpPr>
              <p:cNvPr id="436" name="Google Shape;436;p39"/>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9"/>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438" name="Google Shape;438;p39"/>
          <p:cNvCxnSpPr/>
          <p:nvPr/>
        </p:nvCxnSpPr>
        <p:spPr>
          <a:xfrm>
            <a:off x="718200" y="3548550"/>
            <a:ext cx="4026300" cy="0"/>
          </a:xfrm>
          <a:prstGeom prst="straightConnector1">
            <a:avLst/>
          </a:prstGeom>
          <a:noFill/>
          <a:ln w="38100" cap="flat" cmpd="sng">
            <a:solidFill>
              <a:schemeClr val="accent4"/>
            </a:solidFill>
            <a:prstDash val="solid"/>
            <a:round/>
            <a:headEnd type="none" w="med" len="med"/>
            <a:tailEnd type="none" w="med" len="med"/>
          </a:ln>
        </p:spPr>
      </p:cxnSp>
      <p:grpSp>
        <p:nvGrpSpPr>
          <p:cNvPr id="439" name="Google Shape;439;p39"/>
          <p:cNvGrpSpPr/>
          <p:nvPr/>
        </p:nvGrpSpPr>
        <p:grpSpPr>
          <a:xfrm>
            <a:off x="5426375" y="885145"/>
            <a:ext cx="3373500" cy="3858580"/>
            <a:chOff x="5426375" y="885145"/>
            <a:chExt cx="3373500" cy="3858580"/>
          </a:xfrm>
        </p:grpSpPr>
        <p:sp>
          <p:nvSpPr>
            <p:cNvPr id="440" name="Google Shape;440;p39"/>
            <p:cNvSpPr/>
            <p:nvPr/>
          </p:nvSpPr>
          <p:spPr>
            <a:xfrm flipH="1">
              <a:off x="5426375" y="4127825"/>
              <a:ext cx="3373500" cy="6159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1" name="Google Shape;441;p39"/>
            <p:cNvGrpSpPr/>
            <p:nvPr/>
          </p:nvGrpSpPr>
          <p:grpSpPr>
            <a:xfrm>
              <a:off x="5551218" y="885145"/>
              <a:ext cx="2930717" cy="3805680"/>
              <a:chOff x="3158900" y="488025"/>
              <a:chExt cx="3236573" cy="4202850"/>
            </a:xfrm>
          </p:grpSpPr>
          <p:sp>
            <p:nvSpPr>
              <p:cNvPr id="442" name="Google Shape;442;p39"/>
              <p:cNvSpPr/>
              <p:nvPr/>
            </p:nvSpPr>
            <p:spPr>
              <a:xfrm>
                <a:off x="5479997" y="4437412"/>
                <a:ext cx="497316" cy="144382"/>
              </a:xfrm>
              <a:custGeom>
                <a:avLst/>
                <a:gdLst/>
                <a:ahLst/>
                <a:cxnLst/>
                <a:rect l="l" t="t" r="r" b="b"/>
                <a:pathLst>
                  <a:path w="4712" h="1368" extrusionOk="0">
                    <a:moveTo>
                      <a:pt x="2400" y="0"/>
                    </a:moveTo>
                    <a:cubicBezTo>
                      <a:pt x="2400" y="0"/>
                      <a:pt x="1920" y="797"/>
                      <a:pt x="252" y="797"/>
                    </a:cubicBezTo>
                    <a:cubicBezTo>
                      <a:pt x="196" y="797"/>
                      <a:pt x="139" y="796"/>
                      <a:pt x="81" y="794"/>
                    </a:cubicBezTo>
                    <a:cubicBezTo>
                      <a:pt x="0" y="961"/>
                      <a:pt x="8" y="1147"/>
                      <a:pt x="25" y="1262"/>
                    </a:cubicBezTo>
                    <a:cubicBezTo>
                      <a:pt x="37" y="1327"/>
                      <a:pt x="49" y="1367"/>
                      <a:pt x="49" y="1367"/>
                    </a:cubicBezTo>
                    <a:lnTo>
                      <a:pt x="4606" y="1367"/>
                    </a:lnTo>
                    <a:cubicBezTo>
                      <a:pt x="4606" y="1367"/>
                      <a:pt x="4711" y="1266"/>
                      <a:pt x="4679" y="944"/>
                    </a:cubicBezTo>
                    <a:cubicBezTo>
                      <a:pt x="4670" y="892"/>
                      <a:pt x="4662" y="830"/>
                      <a:pt x="4646" y="762"/>
                    </a:cubicBezTo>
                    <a:cubicBezTo>
                      <a:pt x="4455" y="509"/>
                      <a:pt x="4324" y="314"/>
                      <a:pt x="4324" y="314"/>
                    </a:cubicBezTo>
                    <a:lnTo>
                      <a:pt x="24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9"/>
              <p:cNvSpPr/>
              <p:nvPr/>
            </p:nvSpPr>
            <p:spPr>
              <a:xfrm>
                <a:off x="5482530" y="4537045"/>
                <a:ext cx="494783" cy="44750"/>
              </a:xfrm>
              <a:custGeom>
                <a:avLst/>
                <a:gdLst/>
                <a:ahLst/>
                <a:cxnLst/>
                <a:rect l="l" t="t" r="r" b="b"/>
                <a:pathLst>
                  <a:path w="4688" h="424" extrusionOk="0">
                    <a:moveTo>
                      <a:pt x="4655" y="0"/>
                    </a:moveTo>
                    <a:lnTo>
                      <a:pt x="4655" y="0"/>
                    </a:lnTo>
                    <a:cubicBezTo>
                      <a:pt x="3829" y="57"/>
                      <a:pt x="875" y="261"/>
                      <a:pt x="1" y="318"/>
                    </a:cubicBezTo>
                    <a:cubicBezTo>
                      <a:pt x="13" y="383"/>
                      <a:pt x="25" y="423"/>
                      <a:pt x="25" y="423"/>
                    </a:cubicBezTo>
                    <a:lnTo>
                      <a:pt x="4582" y="423"/>
                    </a:lnTo>
                    <a:cubicBezTo>
                      <a:pt x="4582" y="423"/>
                      <a:pt x="4687" y="322"/>
                      <a:pt x="46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9"/>
              <p:cNvSpPr/>
              <p:nvPr/>
            </p:nvSpPr>
            <p:spPr>
              <a:xfrm>
                <a:off x="5312923" y="1048059"/>
                <a:ext cx="857955" cy="1691635"/>
              </a:xfrm>
              <a:custGeom>
                <a:avLst/>
                <a:gdLst/>
                <a:ahLst/>
                <a:cxnLst/>
                <a:rect l="l" t="t" r="r" b="b"/>
                <a:pathLst>
                  <a:path w="8129" h="16028" extrusionOk="0">
                    <a:moveTo>
                      <a:pt x="3141" y="1"/>
                    </a:moveTo>
                    <a:cubicBezTo>
                      <a:pt x="3141" y="1"/>
                      <a:pt x="3138" y="9"/>
                      <a:pt x="3129" y="20"/>
                    </a:cubicBezTo>
                    <a:cubicBezTo>
                      <a:pt x="3072" y="99"/>
                      <a:pt x="2860" y="387"/>
                      <a:pt x="2633" y="802"/>
                    </a:cubicBezTo>
                    <a:cubicBezTo>
                      <a:pt x="2612" y="839"/>
                      <a:pt x="2592" y="875"/>
                      <a:pt x="2572" y="912"/>
                    </a:cubicBezTo>
                    <a:cubicBezTo>
                      <a:pt x="2543" y="965"/>
                      <a:pt x="2515" y="1017"/>
                      <a:pt x="2486" y="1075"/>
                    </a:cubicBezTo>
                    <a:cubicBezTo>
                      <a:pt x="2482" y="1079"/>
                      <a:pt x="2482" y="1087"/>
                      <a:pt x="2478" y="1091"/>
                    </a:cubicBezTo>
                    <a:cubicBezTo>
                      <a:pt x="2450" y="1143"/>
                      <a:pt x="2426" y="1201"/>
                      <a:pt x="2396" y="1258"/>
                    </a:cubicBezTo>
                    <a:cubicBezTo>
                      <a:pt x="2377" y="1299"/>
                      <a:pt x="2360" y="1343"/>
                      <a:pt x="2340" y="1383"/>
                    </a:cubicBezTo>
                    <a:cubicBezTo>
                      <a:pt x="2332" y="1404"/>
                      <a:pt x="2319" y="1428"/>
                      <a:pt x="2312" y="1449"/>
                    </a:cubicBezTo>
                    <a:cubicBezTo>
                      <a:pt x="2304" y="1469"/>
                      <a:pt x="2295" y="1490"/>
                      <a:pt x="2287" y="1509"/>
                    </a:cubicBezTo>
                    <a:cubicBezTo>
                      <a:pt x="2274" y="1539"/>
                      <a:pt x="2263" y="1567"/>
                      <a:pt x="2250" y="1595"/>
                    </a:cubicBezTo>
                    <a:cubicBezTo>
                      <a:pt x="2246" y="1612"/>
                      <a:pt x="2238" y="1628"/>
                      <a:pt x="2231" y="1648"/>
                    </a:cubicBezTo>
                    <a:cubicBezTo>
                      <a:pt x="2218" y="1672"/>
                      <a:pt x="2210" y="1701"/>
                      <a:pt x="2197" y="1729"/>
                    </a:cubicBezTo>
                    <a:cubicBezTo>
                      <a:pt x="2193" y="1746"/>
                      <a:pt x="2186" y="1766"/>
                      <a:pt x="2177" y="1783"/>
                    </a:cubicBezTo>
                    <a:cubicBezTo>
                      <a:pt x="2161" y="1836"/>
                      <a:pt x="2141" y="1888"/>
                      <a:pt x="2124" y="1941"/>
                    </a:cubicBezTo>
                    <a:cubicBezTo>
                      <a:pt x="2120" y="1958"/>
                      <a:pt x="2112" y="1978"/>
                      <a:pt x="2108" y="1994"/>
                    </a:cubicBezTo>
                    <a:cubicBezTo>
                      <a:pt x="2100" y="2018"/>
                      <a:pt x="2092" y="2042"/>
                      <a:pt x="2084" y="2067"/>
                    </a:cubicBezTo>
                    <a:cubicBezTo>
                      <a:pt x="2075" y="2091"/>
                      <a:pt x="2071" y="2116"/>
                      <a:pt x="2064" y="2140"/>
                    </a:cubicBezTo>
                    <a:cubicBezTo>
                      <a:pt x="2015" y="2307"/>
                      <a:pt x="1974" y="2482"/>
                      <a:pt x="1945" y="2657"/>
                    </a:cubicBezTo>
                    <a:cubicBezTo>
                      <a:pt x="1942" y="2681"/>
                      <a:pt x="1938" y="2710"/>
                      <a:pt x="1938" y="2735"/>
                    </a:cubicBezTo>
                    <a:cubicBezTo>
                      <a:pt x="1933" y="2759"/>
                      <a:pt x="1929" y="2784"/>
                      <a:pt x="1925" y="2808"/>
                    </a:cubicBezTo>
                    <a:cubicBezTo>
                      <a:pt x="1921" y="2836"/>
                      <a:pt x="1921" y="2861"/>
                      <a:pt x="1917" y="2885"/>
                    </a:cubicBezTo>
                    <a:cubicBezTo>
                      <a:pt x="1913" y="2909"/>
                      <a:pt x="1913" y="2938"/>
                      <a:pt x="1908" y="2962"/>
                    </a:cubicBezTo>
                    <a:cubicBezTo>
                      <a:pt x="1908" y="2974"/>
                      <a:pt x="1908" y="2987"/>
                      <a:pt x="1904" y="2998"/>
                    </a:cubicBezTo>
                    <a:lnTo>
                      <a:pt x="1904" y="3060"/>
                    </a:lnTo>
                    <a:cubicBezTo>
                      <a:pt x="1286" y="1445"/>
                      <a:pt x="1604" y="713"/>
                      <a:pt x="1612" y="688"/>
                    </a:cubicBezTo>
                    <a:lnTo>
                      <a:pt x="1612" y="688"/>
                    </a:lnTo>
                    <a:cubicBezTo>
                      <a:pt x="1445" y="790"/>
                      <a:pt x="1071" y="1241"/>
                      <a:pt x="1071" y="1241"/>
                    </a:cubicBezTo>
                    <a:cubicBezTo>
                      <a:pt x="952" y="1372"/>
                      <a:pt x="774" y="1575"/>
                      <a:pt x="595" y="1791"/>
                    </a:cubicBezTo>
                    <a:cubicBezTo>
                      <a:pt x="558" y="1836"/>
                      <a:pt x="526" y="1880"/>
                      <a:pt x="489" y="1920"/>
                    </a:cubicBezTo>
                    <a:cubicBezTo>
                      <a:pt x="346" y="2095"/>
                      <a:pt x="212" y="2271"/>
                      <a:pt x="123" y="2413"/>
                    </a:cubicBezTo>
                    <a:lnTo>
                      <a:pt x="53" y="2429"/>
                    </a:lnTo>
                    <a:cubicBezTo>
                      <a:pt x="53" y="2429"/>
                      <a:pt x="49" y="2478"/>
                      <a:pt x="45" y="2564"/>
                    </a:cubicBezTo>
                    <a:cubicBezTo>
                      <a:pt x="34" y="2897"/>
                      <a:pt x="1" y="3772"/>
                      <a:pt x="53" y="4068"/>
                    </a:cubicBezTo>
                    <a:lnTo>
                      <a:pt x="241" y="4313"/>
                    </a:lnTo>
                    <a:cubicBezTo>
                      <a:pt x="241" y="4313"/>
                      <a:pt x="440" y="5305"/>
                      <a:pt x="595" y="6860"/>
                    </a:cubicBezTo>
                    <a:cubicBezTo>
                      <a:pt x="615" y="7075"/>
                      <a:pt x="635" y="7307"/>
                      <a:pt x="656" y="7543"/>
                    </a:cubicBezTo>
                    <a:cubicBezTo>
                      <a:pt x="660" y="7579"/>
                      <a:pt x="660" y="7612"/>
                      <a:pt x="663" y="7649"/>
                    </a:cubicBezTo>
                    <a:lnTo>
                      <a:pt x="663" y="7656"/>
                    </a:lnTo>
                    <a:lnTo>
                      <a:pt x="663" y="7660"/>
                    </a:lnTo>
                    <a:cubicBezTo>
                      <a:pt x="668" y="7722"/>
                      <a:pt x="672" y="7782"/>
                      <a:pt x="680" y="7844"/>
                    </a:cubicBezTo>
                    <a:cubicBezTo>
                      <a:pt x="697" y="8084"/>
                      <a:pt x="712" y="8332"/>
                      <a:pt x="725" y="8588"/>
                    </a:cubicBezTo>
                    <a:cubicBezTo>
                      <a:pt x="761" y="9325"/>
                      <a:pt x="778" y="10126"/>
                      <a:pt x="761" y="10964"/>
                    </a:cubicBezTo>
                    <a:lnTo>
                      <a:pt x="859" y="11090"/>
                    </a:lnTo>
                    <a:cubicBezTo>
                      <a:pt x="859" y="11090"/>
                      <a:pt x="1213" y="13922"/>
                      <a:pt x="1099" y="15427"/>
                    </a:cubicBezTo>
                    <a:cubicBezTo>
                      <a:pt x="1168" y="15439"/>
                      <a:pt x="1238" y="15452"/>
                      <a:pt x="1298" y="15459"/>
                    </a:cubicBezTo>
                    <a:cubicBezTo>
                      <a:pt x="1641" y="15505"/>
                      <a:pt x="1884" y="15516"/>
                      <a:pt x="2035" y="15516"/>
                    </a:cubicBezTo>
                    <a:cubicBezTo>
                      <a:pt x="2164" y="15516"/>
                      <a:pt x="2226" y="15508"/>
                      <a:pt x="2226" y="15508"/>
                    </a:cubicBezTo>
                    <a:lnTo>
                      <a:pt x="2274" y="15785"/>
                    </a:lnTo>
                    <a:cubicBezTo>
                      <a:pt x="2274" y="15785"/>
                      <a:pt x="2875" y="16027"/>
                      <a:pt x="3498" y="16027"/>
                    </a:cubicBezTo>
                    <a:cubicBezTo>
                      <a:pt x="3661" y="16027"/>
                      <a:pt x="3827" y="16010"/>
                      <a:pt x="3983" y="15968"/>
                    </a:cubicBezTo>
                    <a:cubicBezTo>
                      <a:pt x="4101" y="15935"/>
                      <a:pt x="4215" y="15891"/>
                      <a:pt x="4321" y="15826"/>
                    </a:cubicBezTo>
                    <a:cubicBezTo>
                      <a:pt x="4382" y="15785"/>
                      <a:pt x="4443" y="15740"/>
                      <a:pt x="4500" y="15687"/>
                    </a:cubicBezTo>
                    <a:cubicBezTo>
                      <a:pt x="4500" y="15687"/>
                      <a:pt x="4644" y="15672"/>
                      <a:pt x="4815" y="15672"/>
                    </a:cubicBezTo>
                    <a:cubicBezTo>
                      <a:pt x="4859" y="15672"/>
                      <a:pt x="4905" y="15673"/>
                      <a:pt x="4952" y="15675"/>
                    </a:cubicBezTo>
                    <a:cubicBezTo>
                      <a:pt x="5074" y="15679"/>
                      <a:pt x="5192" y="15691"/>
                      <a:pt x="5277" y="15724"/>
                    </a:cubicBezTo>
                    <a:cubicBezTo>
                      <a:pt x="5289" y="15728"/>
                      <a:pt x="5303" y="15730"/>
                      <a:pt x="5319" y="15730"/>
                    </a:cubicBezTo>
                    <a:cubicBezTo>
                      <a:pt x="5610" y="15730"/>
                      <a:pt x="6599" y="15060"/>
                      <a:pt x="7893" y="14385"/>
                    </a:cubicBezTo>
                    <a:cubicBezTo>
                      <a:pt x="7962" y="14353"/>
                      <a:pt x="8027" y="14316"/>
                      <a:pt x="8096" y="14284"/>
                    </a:cubicBezTo>
                    <a:lnTo>
                      <a:pt x="8129" y="13657"/>
                    </a:lnTo>
                    <a:cubicBezTo>
                      <a:pt x="8129" y="13657"/>
                      <a:pt x="7937" y="13494"/>
                      <a:pt x="7738" y="13336"/>
                    </a:cubicBezTo>
                    <a:cubicBezTo>
                      <a:pt x="7612" y="12608"/>
                      <a:pt x="7445" y="11164"/>
                      <a:pt x="7124" y="9890"/>
                    </a:cubicBezTo>
                    <a:cubicBezTo>
                      <a:pt x="6985" y="9325"/>
                      <a:pt x="6717" y="8800"/>
                      <a:pt x="6384" y="8324"/>
                    </a:cubicBezTo>
                    <a:cubicBezTo>
                      <a:pt x="6266" y="8161"/>
                      <a:pt x="6192" y="7799"/>
                      <a:pt x="6050" y="6591"/>
                    </a:cubicBezTo>
                    <a:cubicBezTo>
                      <a:pt x="6014" y="6306"/>
                      <a:pt x="5973" y="5993"/>
                      <a:pt x="5924" y="5659"/>
                    </a:cubicBezTo>
                    <a:cubicBezTo>
                      <a:pt x="5676" y="3980"/>
                      <a:pt x="5285" y="1896"/>
                      <a:pt x="5171" y="1310"/>
                    </a:cubicBezTo>
                    <a:cubicBezTo>
                      <a:pt x="5163" y="1261"/>
                      <a:pt x="5143" y="1213"/>
                      <a:pt x="5115" y="1173"/>
                    </a:cubicBezTo>
                    <a:cubicBezTo>
                      <a:pt x="5081" y="1132"/>
                      <a:pt x="5045" y="1094"/>
                      <a:pt x="5000" y="1070"/>
                    </a:cubicBezTo>
                    <a:lnTo>
                      <a:pt x="31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9"/>
              <p:cNvSpPr/>
              <p:nvPr/>
            </p:nvSpPr>
            <p:spPr>
              <a:xfrm>
                <a:off x="5868500" y="1639733"/>
                <a:ext cx="6121" cy="1794"/>
              </a:xfrm>
              <a:custGeom>
                <a:avLst/>
                <a:gdLst/>
                <a:ahLst/>
                <a:cxnLst/>
                <a:rect l="l" t="t" r="r" b="b"/>
                <a:pathLst>
                  <a:path w="58" h="17" extrusionOk="0">
                    <a:moveTo>
                      <a:pt x="1" y="0"/>
                    </a:moveTo>
                    <a:lnTo>
                      <a:pt x="1" y="17"/>
                    </a:lnTo>
                    <a:lnTo>
                      <a:pt x="58" y="17"/>
                    </a:lnTo>
                    <a:lnTo>
                      <a:pt x="58" y="0"/>
                    </a:lnTo>
                    <a:close/>
                  </a:path>
                </a:pathLst>
              </a:custGeom>
              <a:solidFill>
                <a:srgbClr val="DEE5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9"/>
              <p:cNvSpPr/>
              <p:nvPr/>
            </p:nvSpPr>
            <p:spPr>
              <a:xfrm>
                <a:off x="5512187" y="1686066"/>
                <a:ext cx="658691" cy="1032311"/>
              </a:xfrm>
              <a:custGeom>
                <a:avLst/>
                <a:gdLst/>
                <a:ahLst/>
                <a:cxnLst/>
                <a:rect l="l" t="t" r="r" b="b"/>
                <a:pathLst>
                  <a:path w="6241" h="9781" extrusionOk="0">
                    <a:moveTo>
                      <a:pt x="3942" y="1"/>
                    </a:moveTo>
                    <a:lnTo>
                      <a:pt x="3942" y="1"/>
                    </a:lnTo>
                    <a:cubicBezTo>
                      <a:pt x="3938" y="29"/>
                      <a:pt x="3938" y="58"/>
                      <a:pt x="3934" y="90"/>
                    </a:cubicBezTo>
                    <a:cubicBezTo>
                      <a:pt x="3931" y="147"/>
                      <a:pt x="3926" y="205"/>
                      <a:pt x="3918" y="257"/>
                    </a:cubicBezTo>
                    <a:cubicBezTo>
                      <a:pt x="3931" y="175"/>
                      <a:pt x="3938" y="86"/>
                      <a:pt x="3942" y="1"/>
                    </a:cubicBezTo>
                    <a:close/>
                    <a:moveTo>
                      <a:pt x="3897" y="404"/>
                    </a:moveTo>
                    <a:cubicBezTo>
                      <a:pt x="3812" y="1001"/>
                      <a:pt x="3638" y="1478"/>
                      <a:pt x="3584" y="1819"/>
                    </a:cubicBezTo>
                    <a:cubicBezTo>
                      <a:pt x="3507" y="2312"/>
                      <a:pt x="3657" y="2702"/>
                      <a:pt x="3657" y="2702"/>
                    </a:cubicBezTo>
                    <a:cubicBezTo>
                      <a:pt x="3657" y="2702"/>
                      <a:pt x="3572" y="2869"/>
                      <a:pt x="2881" y="2905"/>
                    </a:cubicBezTo>
                    <a:cubicBezTo>
                      <a:pt x="2860" y="2909"/>
                      <a:pt x="2836" y="2914"/>
                      <a:pt x="2812" y="2922"/>
                    </a:cubicBezTo>
                    <a:lnTo>
                      <a:pt x="2808" y="2922"/>
                    </a:lnTo>
                    <a:cubicBezTo>
                      <a:pt x="2608" y="2974"/>
                      <a:pt x="2266" y="3076"/>
                      <a:pt x="1847" y="3207"/>
                    </a:cubicBezTo>
                    <a:cubicBezTo>
                      <a:pt x="1343" y="3369"/>
                      <a:pt x="724" y="3573"/>
                      <a:pt x="110" y="3780"/>
                    </a:cubicBezTo>
                    <a:cubicBezTo>
                      <a:pt x="41" y="3857"/>
                      <a:pt x="1" y="3910"/>
                      <a:pt x="1" y="3910"/>
                    </a:cubicBezTo>
                    <a:lnTo>
                      <a:pt x="4072" y="3134"/>
                    </a:lnTo>
                    <a:lnTo>
                      <a:pt x="4072" y="3134"/>
                    </a:lnTo>
                    <a:cubicBezTo>
                      <a:pt x="4072" y="3134"/>
                      <a:pt x="2905" y="4341"/>
                      <a:pt x="3454" y="5928"/>
                    </a:cubicBezTo>
                    <a:cubicBezTo>
                      <a:pt x="3625" y="6433"/>
                      <a:pt x="3666" y="7124"/>
                      <a:pt x="3666" y="7124"/>
                    </a:cubicBezTo>
                    <a:cubicBezTo>
                      <a:pt x="3666" y="7124"/>
                      <a:pt x="1888" y="8292"/>
                      <a:pt x="2433" y="9781"/>
                    </a:cubicBezTo>
                    <a:cubicBezTo>
                      <a:pt x="2461" y="9760"/>
                      <a:pt x="2490" y="9740"/>
                      <a:pt x="2523" y="9719"/>
                    </a:cubicBezTo>
                    <a:cubicBezTo>
                      <a:pt x="2551" y="9695"/>
                      <a:pt x="2579" y="9670"/>
                      <a:pt x="2612" y="9642"/>
                    </a:cubicBezTo>
                    <a:lnTo>
                      <a:pt x="2616" y="9642"/>
                    </a:lnTo>
                    <a:cubicBezTo>
                      <a:pt x="2649" y="9638"/>
                      <a:pt x="2791" y="9626"/>
                      <a:pt x="2949" y="9626"/>
                    </a:cubicBezTo>
                    <a:lnTo>
                      <a:pt x="3047" y="9626"/>
                    </a:lnTo>
                    <a:cubicBezTo>
                      <a:pt x="3052" y="9626"/>
                      <a:pt x="3056" y="9626"/>
                      <a:pt x="3064" y="9630"/>
                    </a:cubicBezTo>
                    <a:cubicBezTo>
                      <a:pt x="3186" y="9634"/>
                      <a:pt x="3304" y="9646"/>
                      <a:pt x="3389" y="9679"/>
                    </a:cubicBezTo>
                    <a:cubicBezTo>
                      <a:pt x="3401" y="9683"/>
                      <a:pt x="3413" y="9683"/>
                      <a:pt x="3430" y="9683"/>
                    </a:cubicBezTo>
                    <a:cubicBezTo>
                      <a:pt x="3467" y="9683"/>
                      <a:pt x="3507" y="9675"/>
                      <a:pt x="3560" y="9659"/>
                    </a:cubicBezTo>
                    <a:cubicBezTo>
                      <a:pt x="3645" y="9630"/>
                      <a:pt x="3751" y="9581"/>
                      <a:pt x="3877" y="9520"/>
                    </a:cubicBezTo>
                    <a:lnTo>
                      <a:pt x="3877" y="9516"/>
                    </a:lnTo>
                    <a:cubicBezTo>
                      <a:pt x="4248" y="9329"/>
                      <a:pt x="4789" y="9003"/>
                      <a:pt x="5435" y="8645"/>
                    </a:cubicBezTo>
                    <a:cubicBezTo>
                      <a:pt x="5619" y="8547"/>
                      <a:pt x="5810" y="8442"/>
                      <a:pt x="6005" y="8340"/>
                    </a:cubicBezTo>
                    <a:cubicBezTo>
                      <a:pt x="6074" y="8308"/>
                      <a:pt x="6139" y="8271"/>
                      <a:pt x="6208" y="8239"/>
                    </a:cubicBezTo>
                    <a:lnTo>
                      <a:pt x="6241" y="7612"/>
                    </a:lnTo>
                    <a:cubicBezTo>
                      <a:pt x="6241" y="7612"/>
                      <a:pt x="6049" y="7449"/>
                      <a:pt x="5850" y="7291"/>
                    </a:cubicBezTo>
                    <a:cubicBezTo>
                      <a:pt x="5724" y="6563"/>
                      <a:pt x="5557" y="5119"/>
                      <a:pt x="5236" y="3845"/>
                    </a:cubicBezTo>
                    <a:cubicBezTo>
                      <a:pt x="5097" y="3280"/>
                      <a:pt x="4829" y="2755"/>
                      <a:pt x="4496" y="2279"/>
                    </a:cubicBezTo>
                    <a:cubicBezTo>
                      <a:pt x="4382" y="2116"/>
                      <a:pt x="4308" y="1762"/>
                      <a:pt x="4166" y="590"/>
                    </a:cubicBezTo>
                    <a:cubicBezTo>
                      <a:pt x="4008" y="415"/>
                      <a:pt x="3901" y="404"/>
                      <a:pt x="3901" y="40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9"/>
              <p:cNvSpPr/>
              <p:nvPr/>
            </p:nvSpPr>
            <p:spPr>
              <a:xfrm>
                <a:off x="5250652" y="798238"/>
                <a:ext cx="329082" cy="295413"/>
              </a:xfrm>
              <a:custGeom>
                <a:avLst/>
                <a:gdLst/>
                <a:ahLst/>
                <a:cxnLst/>
                <a:rect l="l" t="t" r="r" b="b"/>
                <a:pathLst>
                  <a:path w="3118" h="2799" extrusionOk="0">
                    <a:moveTo>
                      <a:pt x="1" y="0"/>
                    </a:moveTo>
                    <a:cubicBezTo>
                      <a:pt x="1" y="0"/>
                      <a:pt x="1" y="81"/>
                      <a:pt x="9" y="211"/>
                    </a:cubicBezTo>
                    <a:cubicBezTo>
                      <a:pt x="14" y="240"/>
                      <a:pt x="17" y="269"/>
                      <a:pt x="17" y="297"/>
                    </a:cubicBezTo>
                    <a:cubicBezTo>
                      <a:pt x="29" y="410"/>
                      <a:pt x="54" y="549"/>
                      <a:pt x="95" y="692"/>
                    </a:cubicBezTo>
                    <a:cubicBezTo>
                      <a:pt x="115" y="781"/>
                      <a:pt x="151" y="866"/>
                      <a:pt x="200" y="947"/>
                    </a:cubicBezTo>
                    <a:cubicBezTo>
                      <a:pt x="245" y="1029"/>
                      <a:pt x="302" y="1103"/>
                      <a:pt x="367" y="1167"/>
                    </a:cubicBezTo>
                    <a:cubicBezTo>
                      <a:pt x="367" y="1167"/>
                      <a:pt x="350" y="1595"/>
                      <a:pt x="839" y="2233"/>
                    </a:cubicBezTo>
                    <a:cubicBezTo>
                      <a:pt x="900" y="2314"/>
                      <a:pt x="969" y="2396"/>
                      <a:pt x="1046" y="2481"/>
                    </a:cubicBezTo>
                    <a:cubicBezTo>
                      <a:pt x="1054" y="2494"/>
                      <a:pt x="1067" y="2506"/>
                      <a:pt x="1079" y="2518"/>
                    </a:cubicBezTo>
                    <a:cubicBezTo>
                      <a:pt x="1103" y="2547"/>
                      <a:pt x="1128" y="2575"/>
                      <a:pt x="1156" y="2603"/>
                    </a:cubicBezTo>
                    <a:cubicBezTo>
                      <a:pt x="1221" y="2665"/>
                      <a:pt x="1287" y="2734"/>
                      <a:pt x="1360" y="2799"/>
                    </a:cubicBezTo>
                    <a:cubicBezTo>
                      <a:pt x="1458" y="2758"/>
                      <a:pt x="1546" y="2717"/>
                      <a:pt x="1632" y="2673"/>
                    </a:cubicBezTo>
                    <a:cubicBezTo>
                      <a:pt x="1677" y="2652"/>
                      <a:pt x="1717" y="2628"/>
                      <a:pt x="1758" y="2607"/>
                    </a:cubicBezTo>
                    <a:cubicBezTo>
                      <a:pt x="1864" y="2547"/>
                      <a:pt x="1961" y="2485"/>
                      <a:pt x="2047" y="2421"/>
                    </a:cubicBezTo>
                    <a:cubicBezTo>
                      <a:pt x="2059" y="2412"/>
                      <a:pt x="2068" y="2408"/>
                      <a:pt x="2076" y="2400"/>
                    </a:cubicBezTo>
                    <a:cubicBezTo>
                      <a:pt x="2149" y="2344"/>
                      <a:pt x="2210" y="2286"/>
                      <a:pt x="2271" y="2225"/>
                    </a:cubicBezTo>
                    <a:cubicBezTo>
                      <a:pt x="2352" y="2132"/>
                      <a:pt x="2425" y="2034"/>
                      <a:pt x="2483" y="1920"/>
                    </a:cubicBezTo>
                    <a:cubicBezTo>
                      <a:pt x="2507" y="1867"/>
                      <a:pt x="2532" y="1814"/>
                      <a:pt x="2552" y="1753"/>
                    </a:cubicBezTo>
                    <a:cubicBezTo>
                      <a:pt x="2592" y="1644"/>
                      <a:pt x="2620" y="1518"/>
                      <a:pt x="2641" y="1379"/>
                    </a:cubicBezTo>
                    <a:cubicBezTo>
                      <a:pt x="2665" y="1216"/>
                      <a:pt x="2674" y="1029"/>
                      <a:pt x="2665" y="818"/>
                    </a:cubicBezTo>
                    <a:lnTo>
                      <a:pt x="2665" y="810"/>
                    </a:lnTo>
                    <a:cubicBezTo>
                      <a:pt x="2665" y="810"/>
                      <a:pt x="2682" y="818"/>
                      <a:pt x="2706" y="830"/>
                    </a:cubicBezTo>
                    <a:cubicBezTo>
                      <a:pt x="2706" y="830"/>
                      <a:pt x="2710" y="830"/>
                      <a:pt x="2710" y="834"/>
                    </a:cubicBezTo>
                    <a:lnTo>
                      <a:pt x="2714" y="834"/>
                    </a:lnTo>
                    <a:cubicBezTo>
                      <a:pt x="2723" y="838"/>
                      <a:pt x="2731" y="842"/>
                      <a:pt x="2742" y="846"/>
                    </a:cubicBezTo>
                    <a:cubicBezTo>
                      <a:pt x="2788" y="866"/>
                      <a:pt x="2851" y="886"/>
                      <a:pt x="2917" y="886"/>
                    </a:cubicBezTo>
                    <a:cubicBezTo>
                      <a:pt x="2957" y="886"/>
                      <a:pt x="2998" y="879"/>
                      <a:pt x="3035" y="859"/>
                    </a:cubicBezTo>
                    <a:cubicBezTo>
                      <a:pt x="3097" y="728"/>
                      <a:pt x="3117" y="440"/>
                      <a:pt x="2975" y="151"/>
                    </a:cubicBezTo>
                    <a:cubicBezTo>
                      <a:pt x="2938" y="76"/>
                      <a:pt x="2865" y="37"/>
                      <a:pt x="2792" y="37"/>
                    </a:cubicBezTo>
                    <a:cubicBezTo>
                      <a:pt x="2727" y="37"/>
                      <a:pt x="2662" y="68"/>
                      <a:pt x="2625" y="134"/>
                    </a:cubicBezTo>
                    <a:cubicBezTo>
                      <a:pt x="2620" y="138"/>
                      <a:pt x="2616" y="147"/>
                      <a:pt x="2616" y="151"/>
                    </a:cubicBezTo>
                    <a:cubicBezTo>
                      <a:pt x="2564" y="248"/>
                      <a:pt x="2556" y="362"/>
                      <a:pt x="2580" y="468"/>
                    </a:cubicBezTo>
                    <a:lnTo>
                      <a:pt x="2584" y="476"/>
                    </a:lnTo>
                    <a:lnTo>
                      <a:pt x="2198" y="541"/>
                    </a:lnTo>
                    <a:cubicBezTo>
                      <a:pt x="2198" y="541"/>
                      <a:pt x="2226" y="191"/>
                      <a:pt x="1787" y="130"/>
                    </a:cubicBezTo>
                    <a:cubicBezTo>
                      <a:pt x="1726" y="122"/>
                      <a:pt x="1661" y="117"/>
                      <a:pt x="1583" y="117"/>
                    </a:cubicBezTo>
                    <a:cubicBezTo>
                      <a:pt x="1240" y="134"/>
                      <a:pt x="977" y="178"/>
                      <a:pt x="728" y="178"/>
                    </a:cubicBezTo>
                    <a:cubicBezTo>
                      <a:pt x="611" y="178"/>
                      <a:pt x="498" y="168"/>
                      <a:pt x="380" y="142"/>
                    </a:cubicBezTo>
                    <a:cubicBezTo>
                      <a:pt x="262" y="114"/>
                      <a:pt x="139" y="69"/>
                      <a:pt x="1"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9"/>
              <p:cNvSpPr/>
              <p:nvPr/>
            </p:nvSpPr>
            <p:spPr>
              <a:xfrm>
                <a:off x="5718313" y="1175343"/>
                <a:ext cx="304068" cy="586500"/>
              </a:xfrm>
              <a:custGeom>
                <a:avLst/>
                <a:gdLst/>
                <a:ahLst/>
                <a:cxnLst/>
                <a:rect l="l" t="t" r="r" b="b"/>
                <a:pathLst>
                  <a:path w="2881" h="5557" extrusionOk="0">
                    <a:moveTo>
                      <a:pt x="1151" y="0"/>
                    </a:moveTo>
                    <a:cubicBezTo>
                      <a:pt x="1050" y="0"/>
                      <a:pt x="949" y="16"/>
                      <a:pt x="850" y="48"/>
                    </a:cubicBezTo>
                    <a:cubicBezTo>
                      <a:pt x="846" y="48"/>
                      <a:pt x="842" y="52"/>
                      <a:pt x="838" y="52"/>
                    </a:cubicBezTo>
                    <a:cubicBezTo>
                      <a:pt x="696" y="96"/>
                      <a:pt x="581" y="198"/>
                      <a:pt x="513" y="333"/>
                    </a:cubicBezTo>
                    <a:cubicBezTo>
                      <a:pt x="500" y="357"/>
                      <a:pt x="489" y="385"/>
                      <a:pt x="480" y="414"/>
                    </a:cubicBezTo>
                    <a:cubicBezTo>
                      <a:pt x="337" y="845"/>
                      <a:pt x="0" y="2139"/>
                      <a:pt x="163" y="4347"/>
                    </a:cubicBezTo>
                    <a:cubicBezTo>
                      <a:pt x="163" y="4347"/>
                      <a:pt x="175" y="4336"/>
                      <a:pt x="204" y="4319"/>
                    </a:cubicBezTo>
                    <a:cubicBezTo>
                      <a:pt x="301" y="4270"/>
                      <a:pt x="594" y="4165"/>
                      <a:pt x="1371" y="4156"/>
                    </a:cubicBezTo>
                    <a:lnTo>
                      <a:pt x="1526" y="4156"/>
                    </a:lnTo>
                    <a:lnTo>
                      <a:pt x="1473" y="4449"/>
                    </a:lnTo>
                    <a:cubicBezTo>
                      <a:pt x="1473" y="4449"/>
                      <a:pt x="1599" y="4482"/>
                      <a:pt x="1766" y="4563"/>
                    </a:cubicBezTo>
                    <a:cubicBezTo>
                      <a:pt x="1811" y="4588"/>
                      <a:pt x="1856" y="4612"/>
                      <a:pt x="1904" y="4640"/>
                    </a:cubicBezTo>
                    <a:cubicBezTo>
                      <a:pt x="1953" y="4665"/>
                      <a:pt x="1997" y="4697"/>
                      <a:pt x="2046" y="4730"/>
                    </a:cubicBezTo>
                    <a:cubicBezTo>
                      <a:pt x="2246" y="4873"/>
                      <a:pt x="2445" y="5080"/>
                      <a:pt x="2567" y="5369"/>
                    </a:cubicBezTo>
                    <a:cubicBezTo>
                      <a:pt x="2592" y="5425"/>
                      <a:pt x="2612" y="5491"/>
                      <a:pt x="2628" y="5556"/>
                    </a:cubicBezTo>
                    <a:lnTo>
                      <a:pt x="2632" y="5556"/>
                    </a:lnTo>
                    <a:cubicBezTo>
                      <a:pt x="2819" y="4539"/>
                      <a:pt x="2881" y="3330"/>
                      <a:pt x="2881" y="3330"/>
                    </a:cubicBezTo>
                    <a:cubicBezTo>
                      <a:pt x="2881" y="3330"/>
                      <a:pt x="2864" y="3245"/>
                      <a:pt x="2637" y="3091"/>
                    </a:cubicBezTo>
                    <a:cubicBezTo>
                      <a:pt x="2637" y="3091"/>
                      <a:pt x="2697" y="1251"/>
                      <a:pt x="2433" y="821"/>
                    </a:cubicBezTo>
                    <a:cubicBezTo>
                      <a:pt x="2327" y="650"/>
                      <a:pt x="2144" y="479"/>
                      <a:pt x="1965" y="341"/>
                    </a:cubicBezTo>
                    <a:cubicBezTo>
                      <a:pt x="1892" y="284"/>
                      <a:pt x="1818" y="235"/>
                      <a:pt x="1753" y="190"/>
                    </a:cubicBezTo>
                    <a:cubicBezTo>
                      <a:pt x="1651" y="121"/>
                      <a:pt x="1546" y="72"/>
                      <a:pt x="1432" y="40"/>
                    </a:cubicBezTo>
                    <a:cubicBezTo>
                      <a:pt x="1339" y="14"/>
                      <a:pt x="1245" y="0"/>
                      <a:pt x="1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9"/>
              <p:cNvSpPr/>
              <p:nvPr/>
            </p:nvSpPr>
            <p:spPr>
              <a:xfrm>
                <a:off x="5700265" y="1204790"/>
                <a:ext cx="67125" cy="441062"/>
              </a:xfrm>
              <a:custGeom>
                <a:avLst/>
                <a:gdLst/>
                <a:ahLst/>
                <a:cxnLst/>
                <a:rect l="l" t="t" r="r" b="b"/>
                <a:pathLst>
                  <a:path w="636" h="4179" extrusionOk="0">
                    <a:moveTo>
                      <a:pt x="635" y="0"/>
                    </a:moveTo>
                    <a:cubicBezTo>
                      <a:pt x="562" y="65"/>
                      <a:pt x="508" y="151"/>
                      <a:pt x="476" y="244"/>
                    </a:cubicBezTo>
                    <a:cubicBezTo>
                      <a:pt x="334" y="676"/>
                      <a:pt x="1" y="1969"/>
                      <a:pt x="159" y="4179"/>
                    </a:cubicBezTo>
                    <a:cubicBezTo>
                      <a:pt x="159" y="4179"/>
                      <a:pt x="171" y="4166"/>
                      <a:pt x="200" y="4149"/>
                    </a:cubicBezTo>
                    <a:cubicBezTo>
                      <a:pt x="228" y="4138"/>
                      <a:pt x="273" y="4117"/>
                      <a:pt x="334" y="4101"/>
                    </a:cubicBezTo>
                    <a:cubicBezTo>
                      <a:pt x="330" y="4032"/>
                      <a:pt x="326" y="3991"/>
                      <a:pt x="326" y="3991"/>
                    </a:cubicBezTo>
                    <a:cubicBezTo>
                      <a:pt x="294" y="4008"/>
                      <a:pt x="281" y="4016"/>
                      <a:pt x="281" y="4016"/>
                    </a:cubicBezTo>
                    <a:cubicBezTo>
                      <a:pt x="123" y="1811"/>
                      <a:pt x="456" y="513"/>
                      <a:pt x="598" y="82"/>
                    </a:cubicBezTo>
                    <a:cubicBezTo>
                      <a:pt x="611" y="54"/>
                      <a:pt x="619" y="24"/>
                      <a:pt x="6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9"/>
              <p:cNvSpPr/>
              <p:nvPr/>
            </p:nvSpPr>
            <p:spPr>
              <a:xfrm>
                <a:off x="5734566" y="1608809"/>
                <a:ext cx="194620" cy="86861"/>
              </a:xfrm>
              <a:custGeom>
                <a:avLst/>
                <a:gdLst/>
                <a:ahLst/>
                <a:cxnLst/>
                <a:rect l="l" t="t" r="r" b="b"/>
                <a:pathLst>
                  <a:path w="1844" h="823" extrusionOk="0">
                    <a:moveTo>
                      <a:pt x="1274" y="0"/>
                    </a:moveTo>
                    <a:cubicBezTo>
                      <a:pt x="417" y="0"/>
                      <a:pt x="101" y="111"/>
                      <a:pt x="1" y="163"/>
                    </a:cubicBezTo>
                    <a:cubicBezTo>
                      <a:pt x="1" y="163"/>
                      <a:pt x="5" y="204"/>
                      <a:pt x="9" y="273"/>
                    </a:cubicBezTo>
                    <a:cubicBezTo>
                      <a:pt x="186" y="222"/>
                      <a:pt x="517" y="163"/>
                      <a:pt x="1137" y="163"/>
                    </a:cubicBezTo>
                    <a:cubicBezTo>
                      <a:pt x="1156" y="163"/>
                      <a:pt x="1176" y="163"/>
                      <a:pt x="1197" y="163"/>
                    </a:cubicBezTo>
                    <a:lnTo>
                      <a:pt x="1144" y="456"/>
                    </a:lnTo>
                    <a:cubicBezTo>
                      <a:pt x="1144" y="456"/>
                      <a:pt x="1343" y="505"/>
                      <a:pt x="1575" y="644"/>
                    </a:cubicBezTo>
                    <a:cubicBezTo>
                      <a:pt x="1623" y="672"/>
                      <a:pt x="1672" y="700"/>
                      <a:pt x="1717" y="736"/>
                    </a:cubicBezTo>
                    <a:cubicBezTo>
                      <a:pt x="1754" y="761"/>
                      <a:pt x="1790" y="790"/>
                      <a:pt x="1827" y="822"/>
                    </a:cubicBezTo>
                    <a:cubicBezTo>
                      <a:pt x="1835" y="741"/>
                      <a:pt x="1839" y="659"/>
                      <a:pt x="1843" y="574"/>
                    </a:cubicBezTo>
                    <a:cubicBezTo>
                      <a:pt x="1794" y="537"/>
                      <a:pt x="1745" y="509"/>
                      <a:pt x="1702" y="481"/>
                    </a:cubicBezTo>
                    <a:cubicBezTo>
                      <a:pt x="1465" y="342"/>
                      <a:pt x="1270" y="293"/>
                      <a:pt x="1270" y="293"/>
                    </a:cubicBezTo>
                    <a:lnTo>
                      <a:pt x="1319" y="0"/>
                    </a:lnTo>
                    <a:cubicBezTo>
                      <a:pt x="1304" y="0"/>
                      <a:pt x="1289" y="0"/>
                      <a:pt x="1274"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9"/>
              <p:cNvSpPr/>
              <p:nvPr/>
            </p:nvSpPr>
            <p:spPr>
              <a:xfrm>
                <a:off x="5923488" y="1669390"/>
                <a:ext cx="67019" cy="90239"/>
              </a:xfrm>
              <a:custGeom>
                <a:avLst/>
                <a:gdLst/>
                <a:ahLst/>
                <a:cxnLst/>
                <a:rect l="l" t="t" r="r" b="b"/>
                <a:pathLst>
                  <a:path w="635" h="855" extrusionOk="0">
                    <a:moveTo>
                      <a:pt x="53" y="0"/>
                    </a:moveTo>
                    <a:cubicBezTo>
                      <a:pt x="45" y="200"/>
                      <a:pt x="29" y="387"/>
                      <a:pt x="0" y="562"/>
                    </a:cubicBezTo>
                    <a:lnTo>
                      <a:pt x="4" y="562"/>
                    </a:lnTo>
                    <a:cubicBezTo>
                      <a:pt x="4" y="562"/>
                      <a:pt x="111" y="573"/>
                      <a:pt x="269" y="748"/>
                    </a:cubicBezTo>
                    <a:cubicBezTo>
                      <a:pt x="344" y="833"/>
                      <a:pt x="429" y="855"/>
                      <a:pt x="498" y="855"/>
                    </a:cubicBezTo>
                    <a:cubicBezTo>
                      <a:pt x="577" y="855"/>
                      <a:pt x="635" y="826"/>
                      <a:pt x="635" y="826"/>
                    </a:cubicBezTo>
                    <a:lnTo>
                      <a:pt x="635" y="821"/>
                    </a:lnTo>
                    <a:cubicBezTo>
                      <a:pt x="533" y="431"/>
                      <a:pt x="289" y="171"/>
                      <a:pt x="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9"/>
              <p:cNvSpPr/>
              <p:nvPr/>
            </p:nvSpPr>
            <p:spPr>
              <a:xfrm>
                <a:off x="5454244" y="883623"/>
                <a:ext cx="188921" cy="487395"/>
              </a:xfrm>
              <a:custGeom>
                <a:avLst/>
                <a:gdLst/>
                <a:ahLst/>
                <a:cxnLst/>
                <a:rect l="l" t="t" r="r" b="b"/>
                <a:pathLst>
                  <a:path w="1790" h="4618" extrusionOk="0">
                    <a:moveTo>
                      <a:pt x="736" y="1"/>
                    </a:moveTo>
                    <a:lnTo>
                      <a:pt x="736" y="9"/>
                    </a:lnTo>
                    <a:cubicBezTo>
                      <a:pt x="740" y="70"/>
                      <a:pt x="740" y="127"/>
                      <a:pt x="740" y="179"/>
                    </a:cubicBezTo>
                    <a:cubicBezTo>
                      <a:pt x="740" y="192"/>
                      <a:pt x="740" y="200"/>
                      <a:pt x="736" y="208"/>
                    </a:cubicBezTo>
                    <a:lnTo>
                      <a:pt x="736" y="290"/>
                    </a:lnTo>
                    <a:lnTo>
                      <a:pt x="736" y="314"/>
                    </a:lnTo>
                    <a:cubicBezTo>
                      <a:pt x="732" y="330"/>
                      <a:pt x="732" y="346"/>
                      <a:pt x="732" y="363"/>
                    </a:cubicBezTo>
                    <a:cubicBezTo>
                      <a:pt x="732" y="387"/>
                      <a:pt x="728" y="407"/>
                      <a:pt x="728" y="431"/>
                    </a:cubicBezTo>
                    <a:cubicBezTo>
                      <a:pt x="725" y="444"/>
                      <a:pt x="725" y="461"/>
                      <a:pt x="725" y="472"/>
                    </a:cubicBezTo>
                    <a:cubicBezTo>
                      <a:pt x="725" y="480"/>
                      <a:pt x="721" y="489"/>
                      <a:pt x="721" y="497"/>
                    </a:cubicBezTo>
                    <a:cubicBezTo>
                      <a:pt x="721" y="505"/>
                      <a:pt x="721" y="513"/>
                      <a:pt x="716" y="521"/>
                    </a:cubicBezTo>
                    <a:cubicBezTo>
                      <a:pt x="716" y="538"/>
                      <a:pt x="716" y="549"/>
                      <a:pt x="712" y="562"/>
                    </a:cubicBezTo>
                    <a:lnTo>
                      <a:pt x="712" y="570"/>
                    </a:lnTo>
                    <a:cubicBezTo>
                      <a:pt x="708" y="587"/>
                      <a:pt x="708" y="598"/>
                      <a:pt x="704" y="615"/>
                    </a:cubicBezTo>
                    <a:cubicBezTo>
                      <a:pt x="700" y="643"/>
                      <a:pt x="696" y="671"/>
                      <a:pt x="691" y="696"/>
                    </a:cubicBezTo>
                    <a:cubicBezTo>
                      <a:pt x="687" y="712"/>
                      <a:pt x="684" y="729"/>
                      <a:pt x="680" y="745"/>
                    </a:cubicBezTo>
                    <a:cubicBezTo>
                      <a:pt x="676" y="765"/>
                      <a:pt x="672" y="782"/>
                      <a:pt x="667" y="797"/>
                    </a:cubicBezTo>
                    <a:cubicBezTo>
                      <a:pt x="667" y="802"/>
                      <a:pt x="667" y="806"/>
                      <a:pt x="663" y="810"/>
                    </a:cubicBezTo>
                    <a:cubicBezTo>
                      <a:pt x="659" y="827"/>
                      <a:pt x="655" y="842"/>
                      <a:pt x="651" y="859"/>
                    </a:cubicBezTo>
                    <a:lnTo>
                      <a:pt x="614" y="968"/>
                    </a:lnTo>
                    <a:cubicBezTo>
                      <a:pt x="610" y="985"/>
                      <a:pt x="603" y="998"/>
                      <a:pt x="599" y="1009"/>
                    </a:cubicBezTo>
                    <a:cubicBezTo>
                      <a:pt x="599" y="1013"/>
                      <a:pt x="594" y="1017"/>
                      <a:pt x="594" y="1022"/>
                    </a:cubicBezTo>
                    <a:cubicBezTo>
                      <a:pt x="586" y="1034"/>
                      <a:pt x="582" y="1050"/>
                      <a:pt x="574" y="1062"/>
                    </a:cubicBezTo>
                    <a:cubicBezTo>
                      <a:pt x="569" y="1079"/>
                      <a:pt x="561" y="1095"/>
                      <a:pt x="554" y="1107"/>
                    </a:cubicBezTo>
                    <a:lnTo>
                      <a:pt x="554" y="1111"/>
                    </a:lnTo>
                    <a:cubicBezTo>
                      <a:pt x="496" y="1225"/>
                      <a:pt x="423" y="1323"/>
                      <a:pt x="342" y="1416"/>
                    </a:cubicBezTo>
                    <a:cubicBezTo>
                      <a:pt x="342" y="1416"/>
                      <a:pt x="374" y="1563"/>
                      <a:pt x="415" y="1749"/>
                    </a:cubicBezTo>
                    <a:lnTo>
                      <a:pt x="415" y="1754"/>
                    </a:lnTo>
                    <a:cubicBezTo>
                      <a:pt x="423" y="1783"/>
                      <a:pt x="428" y="1815"/>
                      <a:pt x="436" y="1847"/>
                    </a:cubicBezTo>
                    <a:cubicBezTo>
                      <a:pt x="447" y="1916"/>
                      <a:pt x="464" y="1990"/>
                      <a:pt x="477" y="2059"/>
                    </a:cubicBezTo>
                    <a:cubicBezTo>
                      <a:pt x="398" y="2128"/>
                      <a:pt x="334" y="2189"/>
                      <a:pt x="273" y="2246"/>
                    </a:cubicBezTo>
                    <a:cubicBezTo>
                      <a:pt x="265" y="2267"/>
                      <a:pt x="0" y="2881"/>
                      <a:pt x="423" y="4215"/>
                    </a:cubicBezTo>
                    <a:cubicBezTo>
                      <a:pt x="464" y="4342"/>
                      <a:pt x="509" y="4479"/>
                      <a:pt x="565" y="4618"/>
                    </a:cubicBezTo>
                    <a:lnTo>
                      <a:pt x="565" y="4556"/>
                    </a:lnTo>
                    <a:cubicBezTo>
                      <a:pt x="569" y="4545"/>
                      <a:pt x="569" y="4532"/>
                      <a:pt x="569" y="4520"/>
                    </a:cubicBezTo>
                    <a:cubicBezTo>
                      <a:pt x="574" y="4496"/>
                      <a:pt x="574" y="4467"/>
                      <a:pt x="578" y="4443"/>
                    </a:cubicBezTo>
                    <a:cubicBezTo>
                      <a:pt x="578" y="4419"/>
                      <a:pt x="582" y="4394"/>
                      <a:pt x="586" y="4366"/>
                    </a:cubicBezTo>
                    <a:cubicBezTo>
                      <a:pt x="590" y="4342"/>
                      <a:pt x="594" y="4317"/>
                      <a:pt x="594" y="4293"/>
                    </a:cubicBezTo>
                    <a:cubicBezTo>
                      <a:pt x="599" y="4268"/>
                      <a:pt x="603" y="4239"/>
                      <a:pt x="606" y="4215"/>
                    </a:cubicBezTo>
                    <a:cubicBezTo>
                      <a:pt x="635" y="4040"/>
                      <a:pt x="676" y="3865"/>
                      <a:pt x="725" y="3698"/>
                    </a:cubicBezTo>
                    <a:cubicBezTo>
                      <a:pt x="732" y="3674"/>
                      <a:pt x="736" y="3649"/>
                      <a:pt x="745" y="3625"/>
                    </a:cubicBezTo>
                    <a:cubicBezTo>
                      <a:pt x="753" y="3600"/>
                      <a:pt x="761" y="3576"/>
                      <a:pt x="769" y="3552"/>
                    </a:cubicBezTo>
                    <a:cubicBezTo>
                      <a:pt x="773" y="3536"/>
                      <a:pt x="781" y="3516"/>
                      <a:pt x="785" y="3499"/>
                    </a:cubicBezTo>
                    <a:cubicBezTo>
                      <a:pt x="802" y="3446"/>
                      <a:pt x="822" y="3394"/>
                      <a:pt x="838" y="3341"/>
                    </a:cubicBezTo>
                    <a:cubicBezTo>
                      <a:pt x="847" y="3324"/>
                      <a:pt x="854" y="3304"/>
                      <a:pt x="858" y="3287"/>
                    </a:cubicBezTo>
                    <a:cubicBezTo>
                      <a:pt x="871" y="3259"/>
                      <a:pt x="879" y="3230"/>
                      <a:pt x="892" y="3206"/>
                    </a:cubicBezTo>
                    <a:cubicBezTo>
                      <a:pt x="899" y="3186"/>
                      <a:pt x="907" y="3170"/>
                      <a:pt x="911" y="3153"/>
                    </a:cubicBezTo>
                    <a:cubicBezTo>
                      <a:pt x="924" y="3125"/>
                      <a:pt x="935" y="3097"/>
                      <a:pt x="948" y="3067"/>
                    </a:cubicBezTo>
                    <a:cubicBezTo>
                      <a:pt x="956" y="3048"/>
                      <a:pt x="965" y="3027"/>
                      <a:pt x="973" y="3007"/>
                    </a:cubicBezTo>
                    <a:cubicBezTo>
                      <a:pt x="980" y="2986"/>
                      <a:pt x="993" y="2962"/>
                      <a:pt x="1001" y="2941"/>
                    </a:cubicBezTo>
                    <a:cubicBezTo>
                      <a:pt x="1021" y="2901"/>
                      <a:pt x="1038" y="2857"/>
                      <a:pt x="1057" y="2816"/>
                    </a:cubicBezTo>
                    <a:cubicBezTo>
                      <a:pt x="1087" y="2759"/>
                      <a:pt x="1111" y="2701"/>
                      <a:pt x="1139" y="2649"/>
                    </a:cubicBezTo>
                    <a:cubicBezTo>
                      <a:pt x="1143" y="2645"/>
                      <a:pt x="1143" y="2637"/>
                      <a:pt x="1147" y="2633"/>
                    </a:cubicBezTo>
                    <a:cubicBezTo>
                      <a:pt x="1176" y="2575"/>
                      <a:pt x="1204" y="2523"/>
                      <a:pt x="1233" y="2470"/>
                    </a:cubicBezTo>
                    <a:cubicBezTo>
                      <a:pt x="1245" y="2442"/>
                      <a:pt x="1262" y="2413"/>
                      <a:pt x="1277" y="2384"/>
                    </a:cubicBezTo>
                    <a:cubicBezTo>
                      <a:pt x="1282" y="2376"/>
                      <a:pt x="1286" y="2368"/>
                      <a:pt x="1294" y="2360"/>
                    </a:cubicBezTo>
                    <a:cubicBezTo>
                      <a:pt x="1412" y="2145"/>
                      <a:pt x="1521" y="1965"/>
                      <a:pt x="1611" y="1831"/>
                    </a:cubicBezTo>
                    <a:cubicBezTo>
                      <a:pt x="1697" y="1705"/>
                      <a:pt x="1761" y="1616"/>
                      <a:pt x="1790" y="1578"/>
                    </a:cubicBezTo>
                    <a:cubicBezTo>
                      <a:pt x="1542" y="1441"/>
                      <a:pt x="1021" y="883"/>
                      <a:pt x="813" y="37"/>
                    </a:cubicBezTo>
                    <a:cubicBezTo>
                      <a:pt x="802" y="33"/>
                      <a:pt x="794" y="29"/>
                      <a:pt x="785" y="25"/>
                    </a:cubicBezTo>
                    <a:lnTo>
                      <a:pt x="781" y="25"/>
                    </a:lnTo>
                    <a:cubicBezTo>
                      <a:pt x="781" y="21"/>
                      <a:pt x="777" y="21"/>
                      <a:pt x="777" y="21"/>
                    </a:cubicBezTo>
                    <a:cubicBezTo>
                      <a:pt x="753" y="9"/>
                      <a:pt x="736" y="1"/>
                      <a:pt x="736"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9"/>
              <p:cNvSpPr/>
              <p:nvPr/>
            </p:nvSpPr>
            <p:spPr>
              <a:xfrm>
                <a:off x="5559787" y="1180726"/>
                <a:ext cx="6121" cy="13404"/>
              </a:xfrm>
              <a:custGeom>
                <a:avLst/>
                <a:gdLst/>
                <a:ahLst/>
                <a:cxnLst/>
                <a:rect l="l" t="t" r="r" b="b"/>
                <a:pathLst>
                  <a:path w="58" h="127" extrusionOk="0">
                    <a:moveTo>
                      <a:pt x="57" y="1"/>
                    </a:moveTo>
                    <a:cubicBezTo>
                      <a:pt x="38" y="42"/>
                      <a:pt x="21" y="86"/>
                      <a:pt x="1" y="126"/>
                    </a:cubicBezTo>
                    <a:cubicBezTo>
                      <a:pt x="21" y="86"/>
                      <a:pt x="38" y="45"/>
                      <a:pt x="57" y="1"/>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9"/>
              <p:cNvSpPr/>
              <p:nvPr/>
            </p:nvSpPr>
            <p:spPr>
              <a:xfrm>
                <a:off x="5565803" y="1163100"/>
                <a:ext cx="8760" cy="17731"/>
              </a:xfrm>
              <a:custGeom>
                <a:avLst/>
                <a:gdLst/>
                <a:ahLst/>
                <a:cxnLst/>
                <a:rect l="l" t="t" r="r" b="b"/>
                <a:pathLst>
                  <a:path w="83" h="168" extrusionOk="0">
                    <a:moveTo>
                      <a:pt x="0" y="168"/>
                    </a:moveTo>
                    <a:cubicBezTo>
                      <a:pt x="30" y="111"/>
                      <a:pt x="54" y="53"/>
                      <a:pt x="82" y="1"/>
                    </a:cubicBezTo>
                    <a:cubicBezTo>
                      <a:pt x="54" y="53"/>
                      <a:pt x="30" y="111"/>
                      <a:pt x="0" y="168"/>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9"/>
              <p:cNvSpPr/>
              <p:nvPr/>
            </p:nvSpPr>
            <p:spPr>
              <a:xfrm>
                <a:off x="5575302" y="1144208"/>
                <a:ext cx="9182" cy="17309"/>
              </a:xfrm>
              <a:custGeom>
                <a:avLst/>
                <a:gdLst/>
                <a:ahLst/>
                <a:cxnLst/>
                <a:rect l="l" t="t" r="r" b="b"/>
                <a:pathLst>
                  <a:path w="87" h="164" extrusionOk="0">
                    <a:moveTo>
                      <a:pt x="86" y="1"/>
                    </a:moveTo>
                    <a:cubicBezTo>
                      <a:pt x="57" y="54"/>
                      <a:pt x="29" y="106"/>
                      <a:pt x="0" y="164"/>
                    </a:cubicBezTo>
                    <a:cubicBezTo>
                      <a:pt x="29" y="106"/>
                      <a:pt x="57" y="54"/>
                      <a:pt x="86" y="1"/>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9"/>
              <p:cNvSpPr/>
              <p:nvPr/>
            </p:nvSpPr>
            <p:spPr>
              <a:xfrm>
                <a:off x="5212024" y="607944"/>
                <a:ext cx="648875" cy="553148"/>
              </a:xfrm>
              <a:custGeom>
                <a:avLst/>
                <a:gdLst/>
                <a:ahLst/>
                <a:cxnLst/>
                <a:rect l="l" t="t" r="r" b="b"/>
                <a:pathLst>
                  <a:path w="6148" h="5241" extrusionOk="0">
                    <a:moveTo>
                      <a:pt x="2165" y="1"/>
                    </a:moveTo>
                    <a:cubicBezTo>
                      <a:pt x="2165" y="1"/>
                      <a:pt x="583" y="269"/>
                      <a:pt x="294" y="705"/>
                    </a:cubicBezTo>
                    <a:cubicBezTo>
                      <a:pt x="1" y="1144"/>
                      <a:pt x="216" y="1734"/>
                      <a:pt x="216" y="1734"/>
                    </a:cubicBezTo>
                    <a:lnTo>
                      <a:pt x="261" y="1755"/>
                    </a:lnTo>
                    <a:lnTo>
                      <a:pt x="367" y="1803"/>
                    </a:lnTo>
                    <a:cubicBezTo>
                      <a:pt x="404" y="1819"/>
                      <a:pt x="440" y="1836"/>
                      <a:pt x="472" y="1852"/>
                    </a:cubicBezTo>
                    <a:cubicBezTo>
                      <a:pt x="505" y="1868"/>
                      <a:pt x="534" y="1877"/>
                      <a:pt x="562" y="1888"/>
                    </a:cubicBezTo>
                    <a:cubicBezTo>
                      <a:pt x="628" y="1913"/>
                      <a:pt x="688" y="1929"/>
                      <a:pt x="746" y="1945"/>
                    </a:cubicBezTo>
                    <a:cubicBezTo>
                      <a:pt x="864" y="1971"/>
                      <a:pt x="977" y="1981"/>
                      <a:pt x="1094" y="1981"/>
                    </a:cubicBezTo>
                    <a:cubicBezTo>
                      <a:pt x="1344" y="1981"/>
                      <a:pt x="1607" y="1937"/>
                      <a:pt x="1953" y="1920"/>
                    </a:cubicBezTo>
                    <a:cubicBezTo>
                      <a:pt x="1971" y="1920"/>
                      <a:pt x="1987" y="1920"/>
                      <a:pt x="2003" y="1920"/>
                    </a:cubicBezTo>
                    <a:cubicBezTo>
                      <a:pt x="2599" y="1920"/>
                      <a:pt x="2564" y="2344"/>
                      <a:pt x="2564" y="2344"/>
                    </a:cubicBezTo>
                    <a:lnTo>
                      <a:pt x="2950" y="2279"/>
                    </a:lnTo>
                    <a:lnTo>
                      <a:pt x="2946" y="2267"/>
                    </a:lnTo>
                    <a:cubicBezTo>
                      <a:pt x="2922" y="2169"/>
                      <a:pt x="2930" y="2067"/>
                      <a:pt x="2971" y="1974"/>
                    </a:cubicBezTo>
                    <a:cubicBezTo>
                      <a:pt x="2975" y="1969"/>
                      <a:pt x="2975" y="1965"/>
                      <a:pt x="2979" y="1961"/>
                    </a:cubicBezTo>
                    <a:cubicBezTo>
                      <a:pt x="3017" y="1885"/>
                      <a:pt x="3088" y="1848"/>
                      <a:pt x="3161" y="1848"/>
                    </a:cubicBezTo>
                    <a:cubicBezTo>
                      <a:pt x="3235" y="1848"/>
                      <a:pt x="3310" y="1887"/>
                      <a:pt x="3349" y="1965"/>
                    </a:cubicBezTo>
                    <a:cubicBezTo>
                      <a:pt x="3483" y="2250"/>
                      <a:pt x="3463" y="2536"/>
                      <a:pt x="3401" y="2662"/>
                    </a:cubicBezTo>
                    <a:cubicBezTo>
                      <a:pt x="3364" y="2682"/>
                      <a:pt x="3324" y="2689"/>
                      <a:pt x="3284" y="2689"/>
                    </a:cubicBezTo>
                    <a:cubicBezTo>
                      <a:pt x="3220" y="2689"/>
                      <a:pt x="3157" y="2669"/>
                      <a:pt x="3108" y="2649"/>
                    </a:cubicBezTo>
                    <a:lnTo>
                      <a:pt x="3108" y="2649"/>
                    </a:lnTo>
                    <a:cubicBezTo>
                      <a:pt x="3316" y="3499"/>
                      <a:pt x="3837" y="4053"/>
                      <a:pt x="4085" y="4190"/>
                    </a:cubicBezTo>
                    <a:cubicBezTo>
                      <a:pt x="4094" y="4179"/>
                      <a:pt x="4097" y="4175"/>
                      <a:pt x="4097" y="4175"/>
                    </a:cubicBezTo>
                    <a:lnTo>
                      <a:pt x="5956" y="5240"/>
                    </a:lnTo>
                    <a:cubicBezTo>
                      <a:pt x="6148" y="4012"/>
                      <a:pt x="5712" y="3125"/>
                      <a:pt x="5350" y="3003"/>
                    </a:cubicBezTo>
                    <a:cubicBezTo>
                      <a:pt x="5008" y="3092"/>
                      <a:pt x="4460" y="3357"/>
                      <a:pt x="4460" y="3357"/>
                    </a:cubicBezTo>
                    <a:cubicBezTo>
                      <a:pt x="4460" y="3357"/>
                      <a:pt x="4163" y="1945"/>
                      <a:pt x="3560" y="798"/>
                    </a:cubicBezTo>
                    <a:cubicBezTo>
                      <a:pt x="2986" y="110"/>
                      <a:pt x="2165" y="1"/>
                      <a:pt x="2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9"/>
              <p:cNvSpPr/>
              <p:nvPr/>
            </p:nvSpPr>
            <p:spPr>
              <a:xfrm>
                <a:off x="5733300" y="2566295"/>
                <a:ext cx="662174" cy="2018289"/>
              </a:xfrm>
              <a:custGeom>
                <a:avLst/>
                <a:gdLst/>
                <a:ahLst/>
                <a:cxnLst/>
                <a:rect l="l" t="t" r="r" b="b"/>
                <a:pathLst>
                  <a:path w="6274" h="19123" extrusionOk="0">
                    <a:moveTo>
                      <a:pt x="3910" y="0"/>
                    </a:moveTo>
                    <a:cubicBezTo>
                      <a:pt x="3779" y="70"/>
                      <a:pt x="3650" y="139"/>
                      <a:pt x="3528" y="204"/>
                    </a:cubicBezTo>
                    <a:cubicBezTo>
                      <a:pt x="2795" y="603"/>
                      <a:pt x="2185" y="973"/>
                      <a:pt x="1782" y="1176"/>
                    </a:cubicBezTo>
                    <a:lnTo>
                      <a:pt x="1782" y="1180"/>
                    </a:lnTo>
                    <a:cubicBezTo>
                      <a:pt x="1573" y="1284"/>
                      <a:pt x="1418" y="1344"/>
                      <a:pt x="1332" y="1344"/>
                    </a:cubicBezTo>
                    <a:cubicBezTo>
                      <a:pt x="1317" y="1344"/>
                      <a:pt x="1304" y="1343"/>
                      <a:pt x="1294" y="1339"/>
                    </a:cubicBezTo>
                    <a:cubicBezTo>
                      <a:pt x="1209" y="1306"/>
                      <a:pt x="1091" y="1294"/>
                      <a:pt x="969" y="1290"/>
                    </a:cubicBezTo>
                    <a:lnTo>
                      <a:pt x="965" y="1290"/>
                    </a:lnTo>
                    <a:cubicBezTo>
                      <a:pt x="948" y="1286"/>
                      <a:pt x="932" y="1286"/>
                      <a:pt x="916" y="1286"/>
                    </a:cubicBezTo>
                    <a:cubicBezTo>
                      <a:pt x="894" y="1286"/>
                      <a:pt x="872" y="1286"/>
                      <a:pt x="850" y="1286"/>
                    </a:cubicBezTo>
                    <a:cubicBezTo>
                      <a:pt x="670" y="1286"/>
                      <a:pt x="517" y="1302"/>
                      <a:pt x="517" y="1302"/>
                    </a:cubicBezTo>
                    <a:cubicBezTo>
                      <a:pt x="366" y="1444"/>
                      <a:pt x="191" y="1534"/>
                      <a:pt x="0" y="1583"/>
                    </a:cubicBezTo>
                    <a:cubicBezTo>
                      <a:pt x="0" y="1583"/>
                      <a:pt x="542" y="5570"/>
                      <a:pt x="888" y="6790"/>
                    </a:cubicBezTo>
                    <a:cubicBezTo>
                      <a:pt x="1233" y="8014"/>
                      <a:pt x="1254" y="8906"/>
                      <a:pt x="1254" y="8906"/>
                    </a:cubicBezTo>
                    <a:lnTo>
                      <a:pt x="1534" y="9073"/>
                    </a:lnTo>
                    <a:lnTo>
                      <a:pt x="2495" y="14450"/>
                    </a:lnTo>
                    <a:lnTo>
                      <a:pt x="2519" y="14589"/>
                    </a:lnTo>
                    <a:lnTo>
                      <a:pt x="3186" y="18311"/>
                    </a:lnTo>
                    <a:cubicBezTo>
                      <a:pt x="3186" y="18311"/>
                      <a:pt x="3393" y="18416"/>
                      <a:pt x="3706" y="18551"/>
                    </a:cubicBezTo>
                    <a:cubicBezTo>
                      <a:pt x="3898" y="18632"/>
                      <a:pt x="4125" y="18726"/>
                      <a:pt x="4369" y="18816"/>
                    </a:cubicBezTo>
                    <a:cubicBezTo>
                      <a:pt x="4827" y="18978"/>
                      <a:pt x="5337" y="19123"/>
                      <a:pt x="5727" y="19123"/>
                    </a:cubicBezTo>
                    <a:cubicBezTo>
                      <a:pt x="5757" y="19123"/>
                      <a:pt x="5786" y="19122"/>
                      <a:pt x="5814" y="19120"/>
                    </a:cubicBezTo>
                    <a:cubicBezTo>
                      <a:pt x="5903" y="19105"/>
                      <a:pt x="5976" y="19002"/>
                      <a:pt x="6038" y="18856"/>
                    </a:cubicBezTo>
                    <a:cubicBezTo>
                      <a:pt x="6196" y="18478"/>
                      <a:pt x="6273" y="17811"/>
                      <a:pt x="6261" y="17571"/>
                    </a:cubicBezTo>
                    <a:cubicBezTo>
                      <a:pt x="6245" y="17237"/>
                      <a:pt x="6078" y="16594"/>
                      <a:pt x="6111" y="15683"/>
                    </a:cubicBezTo>
                    <a:cubicBezTo>
                      <a:pt x="6143" y="14775"/>
                      <a:pt x="5598" y="14279"/>
                      <a:pt x="5598" y="14279"/>
                    </a:cubicBezTo>
                    <a:lnTo>
                      <a:pt x="5424" y="13031"/>
                    </a:lnTo>
                    <a:lnTo>
                      <a:pt x="5069" y="10545"/>
                    </a:lnTo>
                    <a:cubicBezTo>
                      <a:pt x="5069" y="10545"/>
                      <a:pt x="4898" y="6778"/>
                      <a:pt x="4821" y="6159"/>
                    </a:cubicBezTo>
                    <a:cubicBezTo>
                      <a:pt x="4602" y="5680"/>
                      <a:pt x="4350" y="5366"/>
                      <a:pt x="4369" y="4951"/>
                    </a:cubicBezTo>
                    <a:cubicBezTo>
                      <a:pt x="4386" y="4540"/>
                      <a:pt x="4557" y="2511"/>
                      <a:pt x="39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9"/>
              <p:cNvSpPr/>
              <p:nvPr/>
            </p:nvSpPr>
            <p:spPr>
              <a:xfrm>
                <a:off x="6115470" y="4524223"/>
                <a:ext cx="273144" cy="166652"/>
              </a:xfrm>
              <a:custGeom>
                <a:avLst/>
                <a:gdLst/>
                <a:ahLst/>
                <a:cxnLst/>
                <a:rect l="l" t="t" r="r" b="b"/>
                <a:pathLst>
                  <a:path w="2588" h="1579" extrusionOk="0">
                    <a:moveTo>
                      <a:pt x="85" y="0"/>
                    </a:moveTo>
                    <a:cubicBezTo>
                      <a:pt x="85" y="0"/>
                      <a:pt x="0" y="529"/>
                      <a:pt x="0" y="854"/>
                    </a:cubicBezTo>
                    <a:cubicBezTo>
                      <a:pt x="4" y="875"/>
                      <a:pt x="4" y="890"/>
                      <a:pt x="4" y="911"/>
                    </a:cubicBezTo>
                    <a:cubicBezTo>
                      <a:pt x="21" y="1228"/>
                      <a:pt x="911" y="1570"/>
                      <a:pt x="1229" y="1579"/>
                    </a:cubicBezTo>
                    <a:cubicBezTo>
                      <a:pt x="1233" y="1579"/>
                      <a:pt x="1237" y="1579"/>
                      <a:pt x="1241" y="1579"/>
                    </a:cubicBezTo>
                    <a:cubicBezTo>
                      <a:pt x="1572" y="1579"/>
                      <a:pt x="2442" y="1280"/>
                      <a:pt x="2518" y="1213"/>
                    </a:cubicBezTo>
                    <a:cubicBezTo>
                      <a:pt x="2543" y="1192"/>
                      <a:pt x="2563" y="1135"/>
                      <a:pt x="2571" y="1050"/>
                    </a:cubicBezTo>
                    <a:cubicBezTo>
                      <a:pt x="2588" y="871"/>
                      <a:pt x="2559" y="578"/>
                      <a:pt x="2417" y="305"/>
                    </a:cubicBezTo>
                    <a:cubicBezTo>
                      <a:pt x="2355" y="451"/>
                      <a:pt x="2282" y="554"/>
                      <a:pt x="2193" y="569"/>
                    </a:cubicBezTo>
                    <a:cubicBezTo>
                      <a:pt x="2167" y="571"/>
                      <a:pt x="2140" y="571"/>
                      <a:pt x="2112" y="571"/>
                    </a:cubicBezTo>
                    <a:cubicBezTo>
                      <a:pt x="1520" y="571"/>
                      <a:pt x="641" y="241"/>
                      <a:pt x="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9"/>
              <p:cNvSpPr/>
              <p:nvPr/>
            </p:nvSpPr>
            <p:spPr>
              <a:xfrm>
                <a:off x="5449917" y="2679648"/>
                <a:ext cx="550510" cy="1796544"/>
              </a:xfrm>
              <a:custGeom>
                <a:avLst/>
                <a:gdLst/>
                <a:ahLst/>
                <a:cxnLst/>
                <a:rect l="l" t="t" r="r" b="b"/>
                <a:pathLst>
                  <a:path w="5216" h="17022" extrusionOk="0">
                    <a:moveTo>
                      <a:pt x="0" y="0"/>
                    </a:moveTo>
                    <a:cubicBezTo>
                      <a:pt x="0" y="1"/>
                      <a:pt x="464" y="1737"/>
                      <a:pt x="521" y="3637"/>
                    </a:cubicBezTo>
                    <a:cubicBezTo>
                      <a:pt x="574" y="5537"/>
                      <a:pt x="863" y="6985"/>
                      <a:pt x="863" y="6985"/>
                    </a:cubicBezTo>
                    <a:lnTo>
                      <a:pt x="1229" y="7148"/>
                    </a:lnTo>
                    <a:cubicBezTo>
                      <a:pt x="1229" y="7148"/>
                      <a:pt x="2022" y="12188"/>
                      <a:pt x="1884" y="16110"/>
                    </a:cubicBezTo>
                    <a:cubicBezTo>
                      <a:pt x="1884" y="16110"/>
                      <a:pt x="1888" y="16260"/>
                      <a:pt x="2336" y="16631"/>
                    </a:cubicBezTo>
                    <a:cubicBezTo>
                      <a:pt x="3158" y="16749"/>
                      <a:pt x="4780" y="17021"/>
                      <a:pt x="4780" y="17021"/>
                    </a:cubicBezTo>
                    <a:cubicBezTo>
                      <a:pt x="4780" y="17021"/>
                      <a:pt x="5171" y="15658"/>
                      <a:pt x="5216" y="14901"/>
                    </a:cubicBezTo>
                    <a:lnTo>
                      <a:pt x="5114" y="14531"/>
                    </a:lnTo>
                    <a:cubicBezTo>
                      <a:pt x="5114" y="14531"/>
                      <a:pt x="5126" y="13994"/>
                      <a:pt x="5204" y="13515"/>
                    </a:cubicBezTo>
                    <a:lnTo>
                      <a:pt x="5180" y="13376"/>
                    </a:lnTo>
                    <a:lnTo>
                      <a:pt x="4219" y="7999"/>
                    </a:lnTo>
                    <a:lnTo>
                      <a:pt x="3939" y="7832"/>
                    </a:lnTo>
                    <a:cubicBezTo>
                      <a:pt x="3939" y="7832"/>
                      <a:pt x="3918" y="6940"/>
                      <a:pt x="3573" y="5716"/>
                    </a:cubicBezTo>
                    <a:cubicBezTo>
                      <a:pt x="3227" y="4496"/>
                      <a:pt x="2685" y="509"/>
                      <a:pt x="2685" y="509"/>
                    </a:cubicBezTo>
                    <a:cubicBezTo>
                      <a:pt x="2572" y="541"/>
                      <a:pt x="2450" y="558"/>
                      <a:pt x="2328" y="566"/>
                    </a:cubicBezTo>
                    <a:cubicBezTo>
                      <a:pt x="2286" y="568"/>
                      <a:pt x="2244" y="569"/>
                      <a:pt x="2202" y="569"/>
                    </a:cubicBezTo>
                    <a:cubicBezTo>
                      <a:pt x="1577" y="569"/>
                      <a:pt x="976" y="326"/>
                      <a:pt x="976" y="326"/>
                    </a:cubicBezTo>
                    <a:lnTo>
                      <a:pt x="928" y="49"/>
                    </a:lnTo>
                    <a:cubicBezTo>
                      <a:pt x="928" y="49"/>
                      <a:pt x="866" y="57"/>
                      <a:pt x="737" y="57"/>
                    </a:cubicBezTo>
                    <a:cubicBezTo>
                      <a:pt x="586" y="57"/>
                      <a:pt x="343" y="46"/>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9"/>
              <p:cNvSpPr/>
              <p:nvPr/>
            </p:nvSpPr>
            <p:spPr>
              <a:xfrm>
                <a:off x="5215401" y="793067"/>
                <a:ext cx="123801" cy="240954"/>
              </a:xfrm>
              <a:custGeom>
                <a:avLst/>
                <a:gdLst/>
                <a:ahLst/>
                <a:cxnLst/>
                <a:rect l="l" t="t" r="r" b="b"/>
                <a:pathLst>
                  <a:path w="1173" h="2283" extrusionOk="0">
                    <a:moveTo>
                      <a:pt x="229" y="1"/>
                    </a:moveTo>
                    <a:cubicBezTo>
                      <a:pt x="229" y="1"/>
                      <a:pt x="205" y="427"/>
                      <a:pt x="107" y="647"/>
                    </a:cubicBezTo>
                    <a:cubicBezTo>
                      <a:pt x="99" y="667"/>
                      <a:pt x="91" y="692"/>
                      <a:pt x="83" y="712"/>
                    </a:cubicBezTo>
                    <a:cubicBezTo>
                      <a:pt x="1" y="956"/>
                      <a:pt x="30" y="1225"/>
                      <a:pt x="152" y="1448"/>
                    </a:cubicBezTo>
                    <a:cubicBezTo>
                      <a:pt x="299" y="1721"/>
                      <a:pt x="596" y="2095"/>
                      <a:pt x="1173" y="2282"/>
                    </a:cubicBezTo>
                    <a:cubicBezTo>
                      <a:pt x="684" y="1644"/>
                      <a:pt x="701" y="1216"/>
                      <a:pt x="701" y="1216"/>
                    </a:cubicBezTo>
                    <a:cubicBezTo>
                      <a:pt x="571" y="1086"/>
                      <a:pt x="477" y="923"/>
                      <a:pt x="429" y="748"/>
                    </a:cubicBezTo>
                    <a:cubicBezTo>
                      <a:pt x="327" y="374"/>
                      <a:pt x="335" y="49"/>
                      <a:pt x="335" y="49"/>
                    </a:cubicBezTo>
                    <a:lnTo>
                      <a:pt x="2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9"/>
              <p:cNvSpPr/>
              <p:nvPr/>
            </p:nvSpPr>
            <p:spPr>
              <a:xfrm>
                <a:off x="4956188" y="1461682"/>
                <a:ext cx="433252" cy="505337"/>
              </a:xfrm>
              <a:custGeom>
                <a:avLst/>
                <a:gdLst/>
                <a:ahLst/>
                <a:cxnLst/>
                <a:rect l="l" t="t" r="r" b="b"/>
                <a:pathLst>
                  <a:path w="4105" h="4788" extrusionOk="0">
                    <a:moveTo>
                      <a:pt x="447" y="0"/>
                    </a:moveTo>
                    <a:cubicBezTo>
                      <a:pt x="292" y="0"/>
                      <a:pt x="107" y="68"/>
                      <a:pt x="0" y="349"/>
                    </a:cubicBezTo>
                    <a:cubicBezTo>
                      <a:pt x="346" y="1435"/>
                      <a:pt x="2746" y="4620"/>
                      <a:pt x="2746" y="4620"/>
                    </a:cubicBezTo>
                    <a:lnTo>
                      <a:pt x="2844" y="4674"/>
                    </a:lnTo>
                    <a:lnTo>
                      <a:pt x="3059" y="4787"/>
                    </a:lnTo>
                    <a:lnTo>
                      <a:pt x="3808" y="4702"/>
                    </a:lnTo>
                    <a:lnTo>
                      <a:pt x="4105" y="4669"/>
                    </a:lnTo>
                    <a:cubicBezTo>
                      <a:pt x="4088" y="4348"/>
                      <a:pt x="4068" y="4039"/>
                      <a:pt x="4043" y="3741"/>
                    </a:cubicBezTo>
                    <a:lnTo>
                      <a:pt x="4043" y="3737"/>
                    </a:lnTo>
                    <a:cubicBezTo>
                      <a:pt x="4040" y="3697"/>
                      <a:pt x="4040" y="3660"/>
                      <a:pt x="4036" y="3624"/>
                    </a:cubicBezTo>
                    <a:cubicBezTo>
                      <a:pt x="4003" y="3555"/>
                      <a:pt x="3962" y="3478"/>
                      <a:pt x="3918" y="3388"/>
                    </a:cubicBezTo>
                    <a:cubicBezTo>
                      <a:pt x="3739" y="3034"/>
                      <a:pt x="3482" y="2725"/>
                      <a:pt x="3170" y="2477"/>
                    </a:cubicBezTo>
                    <a:lnTo>
                      <a:pt x="3165" y="2472"/>
                    </a:lnTo>
                    <a:cubicBezTo>
                      <a:pt x="2881" y="2245"/>
                      <a:pt x="2603" y="2008"/>
                      <a:pt x="2351" y="1773"/>
                    </a:cubicBezTo>
                    <a:cubicBezTo>
                      <a:pt x="1400" y="898"/>
                      <a:pt x="712" y="61"/>
                      <a:pt x="712" y="61"/>
                    </a:cubicBezTo>
                    <a:cubicBezTo>
                      <a:pt x="712" y="61"/>
                      <a:pt x="593" y="0"/>
                      <a:pt x="447"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9"/>
              <p:cNvSpPr/>
              <p:nvPr/>
            </p:nvSpPr>
            <p:spPr>
              <a:xfrm>
                <a:off x="5256246" y="1954356"/>
                <a:ext cx="134989" cy="42323"/>
              </a:xfrm>
              <a:custGeom>
                <a:avLst/>
                <a:gdLst/>
                <a:ahLst/>
                <a:cxnLst/>
                <a:rect l="l" t="t" r="r" b="b"/>
                <a:pathLst>
                  <a:path w="1279" h="401" extrusionOk="0">
                    <a:moveTo>
                      <a:pt x="1262" y="1"/>
                    </a:moveTo>
                    <a:lnTo>
                      <a:pt x="216" y="119"/>
                    </a:lnTo>
                    <a:lnTo>
                      <a:pt x="1" y="6"/>
                    </a:lnTo>
                    <a:lnTo>
                      <a:pt x="1" y="6"/>
                    </a:lnTo>
                    <a:cubicBezTo>
                      <a:pt x="1" y="6"/>
                      <a:pt x="83" y="196"/>
                      <a:pt x="147" y="286"/>
                    </a:cubicBezTo>
                    <a:cubicBezTo>
                      <a:pt x="395" y="388"/>
                      <a:pt x="1279" y="400"/>
                      <a:pt x="1279" y="400"/>
                    </a:cubicBezTo>
                    <a:lnTo>
                      <a:pt x="126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9"/>
              <p:cNvSpPr/>
              <p:nvPr/>
            </p:nvSpPr>
            <p:spPr>
              <a:xfrm>
                <a:off x="5204319" y="1318565"/>
                <a:ext cx="177839" cy="525707"/>
              </a:xfrm>
              <a:custGeom>
                <a:avLst/>
                <a:gdLst/>
                <a:ahLst/>
                <a:cxnLst/>
                <a:rect l="l" t="t" r="r" b="b"/>
                <a:pathLst>
                  <a:path w="1685" h="4981" extrusionOk="0">
                    <a:moveTo>
                      <a:pt x="1074" y="1"/>
                    </a:moveTo>
                    <a:cubicBezTo>
                      <a:pt x="1071" y="20"/>
                      <a:pt x="1063" y="41"/>
                      <a:pt x="1054" y="65"/>
                    </a:cubicBezTo>
                    <a:cubicBezTo>
                      <a:pt x="697" y="1087"/>
                      <a:pt x="428" y="2750"/>
                      <a:pt x="428" y="2750"/>
                    </a:cubicBezTo>
                    <a:cubicBezTo>
                      <a:pt x="428" y="2750"/>
                      <a:pt x="322" y="2820"/>
                      <a:pt x="98" y="2848"/>
                    </a:cubicBezTo>
                    <a:cubicBezTo>
                      <a:pt x="38" y="2921"/>
                      <a:pt x="0" y="3120"/>
                      <a:pt x="0" y="3129"/>
                    </a:cubicBezTo>
                    <a:cubicBezTo>
                      <a:pt x="252" y="3364"/>
                      <a:pt x="530" y="3601"/>
                      <a:pt x="814" y="3828"/>
                    </a:cubicBezTo>
                    <a:cubicBezTo>
                      <a:pt x="965" y="3950"/>
                      <a:pt x="1123" y="4064"/>
                      <a:pt x="1282" y="4179"/>
                    </a:cubicBezTo>
                    <a:cubicBezTo>
                      <a:pt x="1465" y="4541"/>
                      <a:pt x="1591" y="4797"/>
                      <a:pt x="1685" y="4980"/>
                    </a:cubicBezTo>
                    <a:cubicBezTo>
                      <a:pt x="1668" y="4761"/>
                      <a:pt x="1649" y="4549"/>
                      <a:pt x="1628" y="4346"/>
                    </a:cubicBezTo>
                    <a:cubicBezTo>
                      <a:pt x="1628" y="4329"/>
                      <a:pt x="1624" y="4312"/>
                      <a:pt x="1624" y="4297"/>
                    </a:cubicBezTo>
                    <a:cubicBezTo>
                      <a:pt x="1469" y="2742"/>
                      <a:pt x="1270" y="1750"/>
                      <a:pt x="1270" y="1750"/>
                    </a:cubicBezTo>
                    <a:lnTo>
                      <a:pt x="1082" y="1505"/>
                    </a:lnTo>
                    <a:cubicBezTo>
                      <a:pt x="1033" y="1225"/>
                      <a:pt x="1058" y="448"/>
                      <a:pt x="1074" y="69"/>
                    </a:cubicBezTo>
                    <a:lnTo>
                      <a:pt x="107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9"/>
              <p:cNvSpPr/>
              <p:nvPr/>
            </p:nvSpPr>
            <p:spPr>
              <a:xfrm>
                <a:off x="4739403" y="1159723"/>
                <a:ext cx="307445" cy="356311"/>
              </a:xfrm>
              <a:custGeom>
                <a:avLst/>
                <a:gdLst/>
                <a:ahLst/>
                <a:cxnLst/>
                <a:rect l="l" t="t" r="r" b="b"/>
                <a:pathLst>
                  <a:path w="2913" h="3376" extrusionOk="0">
                    <a:moveTo>
                      <a:pt x="1313" y="0"/>
                    </a:moveTo>
                    <a:lnTo>
                      <a:pt x="1058" y="36"/>
                    </a:lnTo>
                    <a:lnTo>
                      <a:pt x="1167" y="725"/>
                    </a:lnTo>
                    <a:lnTo>
                      <a:pt x="699" y="265"/>
                    </a:lnTo>
                    <a:lnTo>
                      <a:pt x="496" y="359"/>
                    </a:lnTo>
                    <a:lnTo>
                      <a:pt x="504" y="492"/>
                    </a:lnTo>
                    <a:lnTo>
                      <a:pt x="313" y="618"/>
                    </a:lnTo>
                    <a:lnTo>
                      <a:pt x="406" y="802"/>
                    </a:lnTo>
                    <a:lnTo>
                      <a:pt x="0" y="842"/>
                    </a:lnTo>
                    <a:cubicBezTo>
                      <a:pt x="0" y="842"/>
                      <a:pt x="147" y="1241"/>
                      <a:pt x="232" y="1452"/>
                    </a:cubicBezTo>
                    <a:cubicBezTo>
                      <a:pt x="476" y="1766"/>
                      <a:pt x="728" y="2018"/>
                      <a:pt x="866" y="2152"/>
                    </a:cubicBezTo>
                    <a:cubicBezTo>
                      <a:pt x="936" y="2218"/>
                      <a:pt x="1020" y="2263"/>
                      <a:pt x="1114" y="2287"/>
                    </a:cubicBezTo>
                    <a:cubicBezTo>
                      <a:pt x="1114" y="2287"/>
                      <a:pt x="1587" y="3019"/>
                      <a:pt x="1762" y="3344"/>
                    </a:cubicBezTo>
                    <a:cubicBezTo>
                      <a:pt x="1762" y="3344"/>
                      <a:pt x="1821" y="3375"/>
                      <a:pt x="1931" y="3375"/>
                    </a:cubicBezTo>
                    <a:cubicBezTo>
                      <a:pt x="1965" y="3375"/>
                      <a:pt x="2003" y="3372"/>
                      <a:pt x="2046" y="3365"/>
                    </a:cubicBezTo>
                    <a:cubicBezTo>
                      <a:pt x="2066" y="3361"/>
                      <a:pt x="2087" y="3356"/>
                      <a:pt x="2103" y="3352"/>
                    </a:cubicBezTo>
                    <a:cubicBezTo>
                      <a:pt x="2176" y="3332"/>
                      <a:pt x="2254" y="3303"/>
                      <a:pt x="2347" y="3255"/>
                    </a:cubicBezTo>
                    <a:cubicBezTo>
                      <a:pt x="2469" y="3185"/>
                      <a:pt x="2607" y="3084"/>
                      <a:pt x="2766" y="2937"/>
                    </a:cubicBezTo>
                    <a:cubicBezTo>
                      <a:pt x="2783" y="2917"/>
                      <a:pt x="2802" y="2901"/>
                      <a:pt x="2823" y="2881"/>
                    </a:cubicBezTo>
                    <a:cubicBezTo>
                      <a:pt x="2851" y="2848"/>
                      <a:pt x="2880" y="2815"/>
                      <a:pt x="2913" y="2783"/>
                    </a:cubicBezTo>
                    <a:cubicBezTo>
                      <a:pt x="2884" y="2738"/>
                      <a:pt x="2836" y="2661"/>
                      <a:pt x="2774" y="2580"/>
                    </a:cubicBezTo>
                    <a:cubicBezTo>
                      <a:pt x="2640" y="2385"/>
                      <a:pt x="2461" y="2222"/>
                      <a:pt x="2265" y="2087"/>
                    </a:cubicBezTo>
                    <a:cubicBezTo>
                      <a:pt x="2250" y="2071"/>
                      <a:pt x="2229" y="2055"/>
                      <a:pt x="2213" y="2038"/>
                    </a:cubicBezTo>
                    <a:lnTo>
                      <a:pt x="2217" y="2034"/>
                    </a:lnTo>
                    <a:cubicBezTo>
                      <a:pt x="2270" y="1957"/>
                      <a:pt x="2274" y="1855"/>
                      <a:pt x="2221" y="1774"/>
                    </a:cubicBezTo>
                    <a:cubicBezTo>
                      <a:pt x="2017" y="1448"/>
                      <a:pt x="1448" y="521"/>
                      <a:pt x="13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9"/>
              <p:cNvSpPr/>
              <p:nvPr/>
            </p:nvSpPr>
            <p:spPr>
              <a:xfrm>
                <a:off x="4856134" y="1398461"/>
                <a:ext cx="54988" cy="6121"/>
              </a:xfrm>
              <a:custGeom>
                <a:avLst/>
                <a:gdLst/>
                <a:ahLst/>
                <a:cxnLst/>
                <a:rect l="l" t="t" r="r" b="b"/>
                <a:pathLst>
                  <a:path w="521" h="58" extrusionOk="0">
                    <a:moveTo>
                      <a:pt x="509" y="1"/>
                    </a:moveTo>
                    <a:cubicBezTo>
                      <a:pt x="376" y="33"/>
                      <a:pt x="272" y="43"/>
                      <a:pt x="195" y="43"/>
                    </a:cubicBezTo>
                    <a:cubicBezTo>
                      <a:pt x="68" y="43"/>
                      <a:pt x="12" y="16"/>
                      <a:pt x="12" y="16"/>
                    </a:cubicBezTo>
                    <a:cubicBezTo>
                      <a:pt x="8" y="16"/>
                      <a:pt x="4" y="16"/>
                      <a:pt x="0" y="20"/>
                    </a:cubicBezTo>
                    <a:cubicBezTo>
                      <a:pt x="0" y="25"/>
                      <a:pt x="0" y="29"/>
                      <a:pt x="4" y="33"/>
                    </a:cubicBezTo>
                    <a:cubicBezTo>
                      <a:pt x="8" y="33"/>
                      <a:pt x="66" y="57"/>
                      <a:pt x="192" y="57"/>
                    </a:cubicBezTo>
                    <a:cubicBezTo>
                      <a:pt x="269" y="57"/>
                      <a:pt x="374" y="49"/>
                      <a:pt x="513" y="16"/>
                    </a:cubicBezTo>
                    <a:cubicBezTo>
                      <a:pt x="517" y="12"/>
                      <a:pt x="521" y="8"/>
                      <a:pt x="521" y="4"/>
                    </a:cubicBezTo>
                    <a:cubicBezTo>
                      <a:pt x="517" y="4"/>
                      <a:pt x="513" y="1"/>
                      <a:pt x="5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9"/>
              <p:cNvSpPr/>
              <p:nvPr/>
            </p:nvSpPr>
            <p:spPr>
              <a:xfrm>
                <a:off x="4947534" y="1374186"/>
                <a:ext cx="26386" cy="22269"/>
              </a:xfrm>
              <a:custGeom>
                <a:avLst/>
                <a:gdLst/>
                <a:ahLst/>
                <a:cxnLst/>
                <a:rect l="l" t="t" r="r" b="b"/>
                <a:pathLst>
                  <a:path w="250" h="211" extrusionOk="0">
                    <a:moveTo>
                      <a:pt x="241" y="0"/>
                    </a:moveTo>
                    <a:cubicBezTo>
                      <a:pt x="238" y="0"/>
                      <a:pt x="236" y="3"/>
                      <a:pt x="233" y="6"/>
                    </a:cubicBezTo>
                    <a:cubicBezTo>
                      <a:pt x="233" y="6"/>
                      <a:pt x="188" y="112"/>
                      <a:pt x="5" y="197"/>
                    </a:cubicBezTo>
                    <a:cubicBezTo>
                      <a:pt x="0" y="197"/>
                      <a:pt x="0" y="201"/>
                      <a:pt x="0" y="206"/>
                    </a:cubicBezTo>
                    <a:cubicBezTo>
                      <a:pt x="0" y="210"/>
                      <a:pt x="5" y="210"/>
                      <a:pt x="9" y="210"/>
                    </a:cubicBezTo>
                    <a:cubicBezTo>
                      <a:pt x="201" y="124"/>
                      <a:pt x="245" y="15"/>
                      <a:pt x="249" y="11"/>
                    </a:cubicBezTo>
                    <a:cubicBezTo>
                      <a:pt x="249" y="6"/>
                      <a:pt x="249" y="2"/>
                      <a:pt x="245" y="2"/>
                    </a:cubicBezTo>
                    <a:cubicBezTo>
                      <a:pt x="243" y="1"/>
                      <a:pt x="242" y="0"/>
                      <a:pt x="2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9"/>
              <p:cNvSpPr/>
              <p:nvPr/>
            </p:nvSpPr>
            <p:spPr>
              <a:xfrm>
                <a:off x="4739403" y="1230120"/>
                <a:ext cx="58365" cy="62270"/>
              </a:xfrm>
              <a:custGeom>
                <a:avLst/>
                <a:gdLst/>
                <a:ahLst/>
                <a:cxnLst/>
                <a:rect l="l" t="t" r="r" b="b"/>
                <a:pathLst>
                  <a:path w="553" h="590" extrusionOk="0">
                    <a:moveTo>
                      <a:pt x="179" y="0"/>
                    </a:moveTo>
                    <a:cubicBezTo>
                      <a:pt x="102" y="9"/>
                      <a:pt x="0" y="180"/>
                      <a:pt x="0" y="180"/>
                    </a:cubicBezTo>
                    <a:cubicBezTo>
                      <a:pt x="0" y="180"/>
                      <a:pt x="309" y="517"/>
                      <a:pt x="455" y="590"/>
                    </a:cubicBezTo>
                    <a:cubicBezTo>
                      <a:pt x="537" y="586"/>
                      <a:pt x="553" y="546"/>
                      <a:pt x="553" y="546"/>
                    </a:cubicBezTo>
                    <a:cubicBezTo>
                      <a:pt x="553" y="546"/>
                      <a:pt x="264" y="107"/>
                      <a:pt x="17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9"/>
              <p:cNvSpPr/>
              <p:nvPr/>
            </p:nvSpPr>
            <p:spPr>
              <a:xfrm>
                <a:off x="4766000" y="1204896"/>
                <a:ext cx="57098" cy="59948"/>
              </a:xfrm>
              <a:custGeom>
                <a:avLst/>
                <a:gdLst/>
                <a:ahLst/>
                <a:cxnLst/>
                <a:rect l="l" t="t" r="r" b="b"/>
                <a:pathLst>
                  <a:path w="541" h="568" extrusionOk="0">
                    <a:moveTo>
                      <a:pt x="171" y="0"/>
                    </a:moveTo>
                    <a:cubicBezTo>
                      <a:pt x="113" y="0"/>
                      <a:pt x="55" y="30"/>
                      <a:pt x="25" y="89"/>
                    </a:cubicBezTo>
                    <a:lnTo>
                      <a:pt x="25" y="93"/>
                    </a:lnTo>
                    <a:cubicBezTo>
                      <a:pt x="0" y="138"/>
                      <a:pt x="17" y="194"/>
                      <a:pt x="53" y="227"/>
                    </a:cubicBezTo>
                    <a:lnTo>
                      <a:pt x="436" y="553"/>
                    </a:lnTo>
                    <a:cubicBezTo>
                      <a:pt x="448" y="563"/>
                      <a:pt x="463" y="568"/>
                      <a:pt x="477" y="568"/>
                    </a:cubicBezTo>
                    <a:cubicBezTo>
                      <a:pt x="487" y="568"/>
                      <a:pt x="497" y="565"/>
                      <a:pt x="505" y="560"/>
                    </a:cubicBezTo>
                    <a:cubicBezTo>
                      <a:pt x="529" y="545"/>
                      <a:pt x="541" y="508"/>
                      <a:pt x="524" y="483"/>
                    </a:cubicBezTo>
                    <a:lnTo>
                      <a:pt x="317" y="89"/>
                    </a:lnTo>
                    <a:cubicBezTo>
                      <a:pt x="287" y="30"/>
                      <a:pt x="229" y="0"/>
                      <a:pt x="17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9"/>
              <p:cNvSpPr/>
              <p:nvPr/>
            </p:nvSpPr>
            <p:spPr>
              <a:xfrm>
                <a:off x="4789958" y="1182415"/>
                <a:ext cx="33985" cy="35357"/>
              </a:xfrm>
              <a:custGeom>
                <a:avLst/>
                <a:gdLst/>
                <a:ahLst/>
                <a:cxnLst/>
                <a:rect l="l" t="t" r="r" b="b"/>
                <a:pathLst>
                  <a:path w="322" h="335" extrusionOk="0">
                    <a:moveTo>
                      <a:pt x="148" y="1"/>
                    </a:moveTo>
                    <a:cubicBezTo>
                      <a:pt x="108" y="1"/>
                      <a:pt x="67" y="17"/>
                      <a:pt x="38" y="54"/>
                    </a:cubicBezTo>
                    <a:lnTo>
                      <a:pt x="34" y="58"/>
                    </a:lnTo>
                    <a:cubicBezTo>
                      <a:pt x="1" y="99"/>
                      <a:pt x="9" y="151"/>
                      <a:pt x="42" y="188"/>
                    </a:cubicBezTo>
                    <a:lnTo>
                      <a:pt x="156" y="298"/>
                    </a:lnTo>
                    <a:cubicBezTo>
                      <a:pt x="177" y="322"/>
                      <a:pt x="209" y="335"/>
                      <a:pt x="241" y="335"/>
                    </a:cubicBezTo>
                    <a:cubicBezTo>
                      <a:pt x="252" y="335"/>
                      <a:pt x="263" y="333"/>
                      <a:pt x="273" y="330"/>
                    </a:cubicBezTo>
                    <a:cubicBezTo>
                      <a:pt x="302" y="322"/>
                      <a:pt x="322" y="294"/>
                      <a:pt x="318" y="261"/>
                    </a:cubicBezTo>
                    <a:lnTo>
                      <a:pt x="302" y="135"/>
                    </a:lnTo>
                    <a:cubicBezTo>
                      <a:pt x="292" y="52"/>
                      <a:pt x="220" y="1"/>
                      <a:pt x="1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9"/>
              <p:cNvSpPr/>
              <p:nvPr/>
            </p:nvSpPr>
            <p:spPr>
              <a:xfrm>
                <a:off x="5537096" y="1411760"/>
                <a:ext cx="168868" cy="197153"/>
              </a:xfrm>
              <a:custGeom>
                <a:avLst/>
                <a:gdLst/>
                <a:ahLst/>
                <a:cxnLst/>
                <a:rect l="l" t="t" r="r" b="b"/>
                <a:pathLst>
                  <a:path w="1600" h="1868" extrusionOk="0">
                    <a:moveTo>
                      <a:pt x="0" y="0"/>
                    </a:moveTo>
                    <a:cubicBezTo>
                      <a:pt x="0" y="0"/>
                      <a:pt x="4" y="49"/>
                      <a:pt x="9" y="130"/>
                    </a:cubicBezTo>
                    <a:cubicBezTo>
                      <a:pt x="21" y="472"/>
                      <a:pt x="69" y="1407"/>
                      <a:pt x="195" y="1818"/>
                    </a:cubicBezTo>
                    <a:cubicBezTo>
                      <a:pt x="606" y="1856"/>
                      <a:pt x="916" y="1867"/>
                      <a:pt x="1136" y="1867"/>
                    </a:cubicBezTo>
                    <a:cubicBezTo>
                      <a:pt x="1461" y="1867"/>
                      <a:pt x="1599" y="1843"/>
                      <a:pt x="1599" y="1843"/>
                    </a:cubicBezTo>
                    <a:cubicBezTo>
                      <a:pt x="1599" y="1843"/>
                      <a:pt x="1595" y="1786"/>
                      <a:pt x="1591" y="1689"/>
                    </a:cubicBezTo>
                    <a:cubicBezTo>
                      <a:pt x="1513" y="1692"/>
                      <a:pt x="1400" y="1700"/>
                      <a:pt x="1233" y="1700"/>
                    </a:cubicBezTo>
                    <a:cubicBezTo>
                      <a:pt x="1014" y="1700"/>
                      <a:pt x="704" y="1689"/>
                      <a:pt x="293" y="1651"/>
                    </a:cubicBezTo>
                    <a:cubicBezTo>
                      <a:pt x="171" y="1253"/>
                      <a:pt x="122" y="374"/>
                      <a:pt x="107" y="4"/>
                    </a:cubicBezTo>
                    <a:cubicBezTo>
                      <a:pt x="41" y="0"/>
                      <a:pt x="0" y="0"/>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9"/>
              <p:cNvSpPr/>
              <p:nvPr/>
            </p:nvSpPr>
            <p:spPr>
              <a:xfrm>
                <a:off x="5547755" y="1394134"/>
                <a:ext cx="168446" cy="19420"/>
              </a:xfrm>
              <a:custGeom>
                <a:avLst/>
                <a:gdLst/>
                <a:ahLst/>
                <a:cxnLst/>
                <a:rect l="l" t="t" r="r" b="b"/>
                <a:pathLst>
                  <a:path w="1596" h="184" extrusionOk="0">
                    <a:moveTo>
                      <a:pt x="1" y="1"/>
                    </a:moveTo>
                    <a:cubicBezTo>
                      <a:pt x="1" y="1"/>
                      <a:pt x="1" y="49"/>
                      <a:pt x="6" y="130"/>
                    </a:cubicBezTo>
                    <a:lnTo>
                      <a:pt x="1587" y="183"/>
                    </a:lnTo>
                    <a:cubicBezTo>
                      <a:pt x="1587" y="143"/>
                      <a:pt x="1592" y="102"/>
                      <a:pt x="1596" y="61"/>
                    </a:cubicBezTo>
                    <a:cubicBezTo>
                      <a:pt x="823" y="33"/>
                      <a:pt x="1"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9"/>
              <p:cNvSpPr/>
              <p:nvPr/>
            </p:nvSpPr>
            <p:spPr>
              <a:xfrm>
                <a:off x="5546911" y="1393277"/>
                <a:ext cx="170135" cy="21108"/>
              </a:xfrm>
              <a:custGeom>
                <a:avLst/>
                <a:gdLst/>
                <a:ahLst/>
                <a:cxnLst/>
                <a:rect l="l" t="t" r="r" b="b"/>
                <a:pathLst>
                  <a:path w="1612" h="200" extrusionOk="0">
                    <a:moveTo>
                      <a:pt x="17" y="16"/>
                    </a:moveTo>
                    <a:cubicBezTo>
                      <a:pt x="102" y="20"/>
                      <a:pt x="872" y="50"/>
                      <a:pt x="1595" y="78"/>
                    </a:cubicBezTo>
                    <a:cubicBezTo>
                      <a:pt x="1591" y="114"/>
                      <a:pt x="1587" y="151"/>
                      <a:pt x="1587" y="183"/>
                    </a:cubicBezTo>
                    <a:lnTo>
                      <a:pt x="21" y="131"/>
                    </a:lnTo>
                    <a:cubicBezTo>
                      <a:pt x="17" y="74"/>
                      <a:pt x="17" y="33"/>
                      <a:pt x="17" y="16"/>
                    </a:cubicBezTo>
                    <a:close/>
                    <a:moveTo>
                      <a:pt x="9" y="1"/>
                    </a:moveTo>
                    <a:cubicBezTo>
                      <a:pt x="5" y="1"/>
                      <a:pt x="5" y="1"/>
                      <a:pt x="1" y="5"/>
                    </a:cubicBezTo>
                    <a:lnTo>
                      <a:pt x="1" y="9"/>
                    </a:lnTo>
                    <a:cubicBezTo>
                      <a:pt x="1" y="9"/>
                      <a:pt x="1" y="57"/>
                      <a:pt x="5" y="138"/>
                    </a:cubicBezTo>
                    <a:cubicBezTo>
                      <a:pt x="5" y="142"/>
                      <a:pt x="9" y="147"/>
                      <a:pt x="14" y="147"/>
                    </a:cubicBezTo>
                    <a:lnTo>
                      <a:pt x="1591" y="200"/>
                    </a:lnTo>
                    <a:lnTo>
                      <a:pt x="1595" y="200"/>
                    </a:lnTo>
                    <a:cubicBezTo>
                      <a:pt x="1600" y="200"/>
                      <a:pt x="1600" y="196"/>
                      <a:pt x="1600" y="191"/>
                    </a:cubicBezTo>
                    <a:cubicBezTo>
                      <a:pt x="1604" y="155"/>
                      <a:pt x="1608" y="114"/>
                      <a:pt x="1612" y="74"/>
                    </a:cubicBezTo>
                    <a:cubicBezTo>
                      <a:pt x="1612" y="69"/>
                      <a:pt x="1612" y="69"/>
                      <a:pt x="1608" y="65"/>
                    </a:cubicBezTo>
                    <a:lnTo>
                      <a:pt x="1604" y="65"/>
                    </a:lnTo>
                    <a:cubicBezTo>
                      <a:pt x="839" y="33"/>
                      <a:pt x="17" y="1"/>
                      <a:pt x="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9"/>
              <p:cNvSpPr/>
              <p:nvPr/>
            </p:nvSpPr>
            <p:spPr>
              <a:xfrm>
                <a:off x="5525486" y="2541386"/>
                <a:ext cx="22375" cy="143538"/>
              </a:xfrm>
              <a:custGeom>
                <a:avLst/>
                <a:gdLst/>
                <a:ahLst/>
                <a:cxnLst/>
                <a:rect l="l" t="t" r="r" b="b"/>
                <a:pathLst>
                  <a:path w="212" h="1360" extrusionOk="0">
                    <a:moveTo>
                      <a:pt x="212" y="1359"/>
                    </a:move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9"/>
              <p:cNvSpPr/>
              <p:nvPr/>
            </p:nvSpPr>
            <p:spPr>
              <a:xfrm>
                <a:off x="5523797" y="2539698"/>
                <a:ext cx="25858" cy="146915"/>
              </a:xfrm>
              <a:custGeom>
                <a:avLst/>
                <a:gdLst/>
                <a:ahLst/>
                <a:cxnLst/>
                <a:rect l="l" t="t" r="r" b="b"/>
                <a:pathLst>
                  <a:path w="245" h="1392" extrusionOk="0">
                    <a:moveTo>
                      <a:pt x="13" y="1"/>
                    </a:moveTo>
                    <a:cubicBezTo>
                      <a:pt x="4" y="1"/>
                      <a:pt x="0" y="8"/>
                      <a:pt x="0" y="16"/>
                    </a:cubicBezTo>
                    <a:lnTo>
                      <a:pt x="216" y="1375"/>
                    </a:lnTo>
                    <a:cubicBezTo>
                      <a:pt x="216" y="1383"/>
                      <a:pt x="224" y="1392"/>
                      <a:pt x="228" y="1392"/>
                    </a:cubicBezTo>
                    <a:lnTo>
                      <a:pt x="233" y="1392"/>
                    </a:lnTo>
                    <a:cubicBezTo>
                      <a:pt x="240" y="1387"/>
                      <a:pt x="244" y="1379"/>
                      <a:pt x="244" y="1371"/>
                    </a:cubicBezTo>
                    <a:lnTo>
                      <a:pt x="28" y="12"/>
                    </a:lnTo>
                    <a:cubicBezTo>
                      <a:pt x="28" y="4"/>
                      <a:pt x="21" y="1"/>
                      <a:pt x="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9"/>
              <p:cNvSpPr/>
              <p:nvPr/>
            </p:nvSpPr>
            <p:spPr>
              <a:xfrm>
                <a:off x="5290125" y="1722584"/>
                <a:ext cx="92033" cy="121691"/>
              </a:xfrm>
              <a:custGeom>
                <a:avLst/>
                <a:gdLst/>
                <a:ahLst/>
                <a:cxnLst/>
                <a:rect l="l" t="t" r="r" b="b"/>
                <a:pathLst>
                  <a:path w="872" h="1153" extrusionOk="0">
                    <a:moveTo>
                      <a:pt x="1" y="0"/>
                    </a:moveTo>
                    <a:lnTo>
                      <a:pt x="6" y="5"/>
                    </a:lnTo>
                    <a:cubicBezTo>
                      <a:pt x="318" y="253"/>
                      <a:pt x="575" y="562"/>
                      <a:pt x="754" y="916"/>
                    </a:cubicBezTo>
                    <a:cubicBezTo>
                      <a:pt x="798" y="1006"/>
                      <a:pt x="839" y="1087"/>
                      <a:pt x="872" y="1152"/>
                    </a:cubicBezTo>
                    <a:cubicBezTo>
                      <a:pt x="851" y="916"/>
                      <a:pt x="831" y="684"/>
                      <a:pt x="811" y="469"/>
                    </a:cubicBezTo>
                    <a:lnTo>
                      <a:pt x="225" y="33"/>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9"/>
              <p:cNvSpPr/>
              <p:nvPr/>
            </p:nvSpPr>
            <p:spPr>
              <a:xfrm>
                <a:off x="5498784" y="1050169"/>
                <a:ext cx="144382" cy="320849"/>
              </a:xfrm>
              <a:custGeom>
                <a:avLst/>
                <a:gdLst/>
                <a:ahLst/>
                <a:cxnLst/>
                <a:rect l="l" t="t" r="r" b="b"/>
                <a:pathLst>
                  <a:path w="1368" h="3040" extrusionOk="0">
                    <a:moveTo>
                      <a:pt x="1368" y="0"/>
                    </a:moveTo>
                    <a:cubicBezTo>
                      <a:pt x="1343" y="25"/>
                      <a:pt x="355" y="1022"/>
                      <a:pt x="1" y="2637"/>
                    </a:cubicBezTo>
                    <a:cubicBezTo>
                      <a:pt x="42" y="2764"/>
                      <a:pt x="87" y="2901"/>
                      <a:pt x="143" y="3040"/>
                    </a:cubicBezTo>
                    <a:lnTo>
                      <a:pt x="143" y="2978"/>
                    </a:lnTo>
                    <a:cubicBezTo>
                      <a:pt x="147" y="2967"/>
                      <a:pt x="147" y="2954"/>
                      <a:pt x="147" y="2942"/>
                    </a:cubicBezTo>
                    <a:cubicBezTo>
                      <a:pt x="152" y="2918"/>
                      <a:pt x="152" y="2889"/>
                      <a:pt x="156" y="2865"/>
                    </a:cubicBezTo>
                    <a:cubicBezTo>
                      <a:pt x="156" y="2841"/>
                      <a:pt x="160" y="2816"/>
                      <a:pt x="164" y="2788"/>
                    </a:cubicBezTo>
                    <a:cubicBezTo>
                      <a:pt x="168" y="2764"/>
                      <a:pt x="172" y="2739"/>
                      <a:pt x="172" y="2715"/>
                    </a:cubicBezTo>
                    <a:cubicBezTo>
                      <a:pt x="177" y="2690"/>
                      <a:pt x="181" y="2661"/>
                      <a:pt x="184" y="2637"/>
                    </a:cubicBezTo>
                    <a:cubicBezTo>
                      <a:pt x="213" y="2462"/>
                      <a:pt x="254" y="2287"/>
                      <a:pt x="303" y="2120"/>
                    </a:cubicBezTo>
                    <a:cubicBezTo>
                      <a:pt x="310" y="2096"/>
                      <a:pt x="314" y="2071"/>
                      <a:pt x="323" y="2047"/>
                    </a:cubicBezTo>
                    <a:cubicBezTo>
                      <a:pt x="331" y="2022"/>
                      <a:pt x="339" y="1998"/>
                      <a:pt x="347" y="1974"/>
                    </a:cubicBezTo>
                    <a:cubicBezTo>
                      <a:pt x="351" y="1958"/>
                      <a:pt x="359" y="1938"/>
                      <a:pt x="363" y="1921"/>
                    </a:cubicBezTo>
                    <a:cubicBezTo>
                      <a:pt x="380" y="1868"/>
                      <a:pt x="400" y="1816"/>
                      <a:pt x="416" y="1763"/>
                    </a:cubicBezTo>
                    <a:cubicBezTo>
                      <a:pt x="425" y="1746"/>
                      <a:pt x="432" y="1726"/>
                      <a:pt x="436" y="1709"/>
                    </a:cubicBezTo>
                    <a:cubicBezTo>
                      <a:pt x="449" y="1681"/>
                      <a:pt x="457" y="1652"/>
                      <a:pt x="470" y="1628"/>
                    </a:cubicBezTo>
                    <a:cubicBezTo>
                      <a:pt x="477" y="1608"/>
                      <a:pt x="485" y="1592"/>
                      <a:pt x="489" y="1575"/>
                    </a:cubicBezTo>
                    <a:cubicBezTo>
                      <a:pt x="502" y="1547"/>
                      <a:pt x="513" y="1519"/>
                      <a:pt x="526" y="1489"/>
                    </a:cubicBezTo>
                    <a:cubicBezTo>
                      <a:pt x="534" y="1470"/>
                      <a:pt x="543" y="1449"/>
                      <a:pt x="551" y="1429"/>
                    </a:cubicBezTo>
                    <a:cubicBezTo>
                      <a:pt x="558" y="1408"/>
                      <a:pt x="571" y="1384"/>
                      <a:pt x="579" y="1363"/>
                    </a:cubicBezTo>
                    <a:cubicBezTo>
                      <a:pt x="599" y="1323"/>
                      <a:pt x="616" y="1279"/>
                      <a:pt x="635" y="1238"/>
                    </a:cubicBezTo>
                    <a:cubicBezTo>
                      <a:pt x="665" y="1181"/>
                      <a:pt x="689" y="1123"/>
                      <a:pt x="717" y="1071"/>
                    </a:cubicBezTo>
                    <a:cubicBezTo>
                      <a:pt x="721" y="1067"/>
                      <a:pt x="721" y="1059"/>
                      <a:pt x="725" y="1055"/>
                    </a:cubicBezTo>
                    <a:cubicBezTo>
                      <a:pt x="754" y="997"/>
                      <a:pt x="782" y="945"/>
                      <a:pt x="811" y="892"/>
                    </a:cubicBezTo>
                    <a:cubicBezTo>
                      <a:pt x="823" y="864"/>
                      <a:pt x="840" y="835"/>
                      <a:pt x="855" y="806"/>
                    </a:cubicBezTo>
                    <a:cubicBezTo>
                      <a:pt x="860" y="798"/>
                      <a:pt x="864" y="790"/>
                      <a:pt x="872" y="782"/>
                    </a:cubicBezTo>
                    <a:cubicBezTo>
                      <a:pt x="1099" y="367"/>
                      <a:pt x="1311" y="79"/>
                      <a:pt x="1368" y="0"/>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9"/>
              <p:cNvSpPr/>
              <p:nvPr/>
            </p:nvSpPr>
            <p:spPr>
              <a:xfrm>
                <a:off x="5525908" y="866841"/>
                <a:ext cx="10449" cy="14354"/>
              </a:xfrm>
              <a:custGeom>
                <a:avLst/>
                <a:gdLst/>
                <a:ahLst/>
                <a:cxnLst/>
                <a:rect l="l" t="t" r="r" b="b"/>
                <a:pathLst>
                  <a:path w="99" h="136" extrusionOk="0">
                    <a:moveTo>
                      <a:pt x="8" y="1"/>
                    </a:moveTo>
                    <a:cubicBezTo>
                      <a:pt x="5" y="1"/>
                      <a:pt x="1" y="1"/>
                      <a:pt x="1" y="4"/>
                    </a:cubicBezTo>
                    <a:cubicBezTo>
                      <a:pt x="1" y="9"/>
                      <a:pt x="5" y="13"/>
                      <a:pt x="8" y="13"/>
                    </a:cubicBezTo>
                    <a:cubicBezTo>
                      <a:pt x="8" y="13"/>
                      <a:pt x="53" y="17"/>
                      <a:pt x="70" y="45"/>
                    </a:cubicBezTo>
                    <a:cubicBezTo>
                      <a:pt x="82" y="66"/>
                      <a:pt x="82" y="90"/>
                      <a:pt x="66" y="123"/>
                    </a:cubicBezTo>
                    <a:cubicBezTo>
                      <a:pt x="66" y="127"/>
                      <a:pt x="66" y="131"/>
                      <a:pt x="70" y="135"/>
                    </a:cubicBezTo>
                    <a:lnTo>
                      <a:pt x="74" y="135"/>
                    </a:lnTo>
                    <a:cubicBezTo>
                      <a:pt x="78" y="135"/>
                      <a:pt x="78" y="135"/>
                      <a:pt x="82" y="131"/>
                    </a:cubicBezTo>
                    <a:cubicBezTo>
                      <a:pt x="98" y="90"/>
                      <a:pt x="98" y="62"/>
                      <a:pt x="82" y="38"/>
                    </a:cubicBezTo>
                    <a:cubicBezTo>
                      <a:pt x="61" y="1"/>
                      <a:pt x="12" y="1"/>
                      <a:pt x="8"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9"/>
              <p:cNvSpPr/>
              <p:nvPr/>
            </p:nvSpPr>
            <p:spPr>
              <a:xfrm>
                <a:off x="5250230" y="798238"/>
                <a:ext cx="236099" cy="57204"/>
              </a:xfrm>
              <a:custGeom>
                <a:avLst/>
                <a:gdLst/>
                <a:ahLst/>
                <a:cxnLst/>
                <a:rect l="l" t="t" r="r" b="b"/>
                <a:pathLst>
                  <a:path w="2237" h="542" extrusionOk="0">
                    <a:moveTo>
                      <a:pt x="5" y="0"/>
                    </a:moveTo>
                    <a:cubicBezTo>
                      <a:pt x="5" y="0"/>
                      <a:pt x="1" y="118"/>
                      <a:pt x="21" y="297"/>
                    </a:cubicBezTo>
                    <a:cubicBezTo>
                      <a:pt x="107" y="336"/>
                      <a:pt x="274" y="386"/>
                      <a:pt x="564" y="386"/>
                    </a:cubicBezTo>
                    <a:cubicBezTo>
                      <a:pt x="795" y="386"/>
                      <a:pt x="1105" y="354"/>
                      <a:pt x="1514" y="256"/>
                    </a:cubicBezTo>
                    <a:cubicBezTo>
                      <a:pt x="1571" y="244"/>
                      <a:pt x="1629" y="237"/>
                      <a:pt x="1687" y="237"/>
                    </a:cubicBezTo>
                    <a:cubicBezTo>
                      <a:pt x="1897" y="237"/>
                      <a:pt x="2103" y="324"/>
                      <a:pt x="2202" y="541"/>
                    </a:cubicBezTo>
                    <a:cubicBezTo>
                      <a:pt x="2202" y="541"/>
                      <a:pt x="2237" y="117"/>
                      <a:pt x="1638" y="117"/>
                    </a:cubicBezTo>
                    <a:cubicBezTo>
                      <a:pt x="1622" y="117"/>
                      <a:pt x="1605" y="117"/>
                      <a:pt x="1587" y="117"/>
                    </a:cubicBezTo>
                    <a:cubicBezTo>
                      <a:pt x="1244" y="134"/>
                      <a:pt x="981" y="178"/>
                      <a:pt x="732" y="178"/>
                    </a:cubicBezTo>
                    <a:cubicBezTo>
                      <a:pt x="615" y="178"/>
                      <a:pt x="502" y="168"/>
                      <a:pt x="384" y="142"/>
                    </a:cubicBezTo>
                    <a:cubicBezTo>
                      <a:pt x="266" y="114"/>
                      <a:pt x="143" y="69"/>
                      <a:pt x="5"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9"/>
              <p:cNvSpPr/>
              <p:nvPr/>
            </p:nvSpPr>
            <p:spPr>
              <a:xfrm>
                <a:off x="5545750" y="819664"/>
                <a:ext cx="27019" cy="60159"/>
              </a:xfrm>
              <a:custGeom>
                <a:avLst/>
                <a:gdLst/>
                <a:ahLst/>
                <a:cxnLst/>
                <a:rect l="l" t="t" r="r" b="b"/>
                <a:pathLst>
                  <a:path w="256" h="570" extrusionOk="0">
                    <a:moveTo>
                      <a:pt x="8" y="0"/>
                    </a:moveTo>
                    <a:cubicBezTo>
                      <a:pt x="4" y="0"/>
                      <a:pt x="0" y="4"/>
                      <a:pt x="0" y="8"/>
                    </a:cubicBezTo>
                    <a:cubicBezTo>
                      <a:pt x="0" y="12"/>
                      <a:pt x="4" y="17"/>
                      <a:pt x="8" y="17"/>
                    </a:cubicBezTo>
                    <a:cubicBezTo>
                      <a:pt x="8" y="17"/>
                      <a:pt x="77" y="29"/>
                      <a:pt x="134" y="102"/>
                    </a:cubicBezTo>
                    <a:cubicBezTo>
                      <a:pt x="187" y="171"/>
                      <a:pt x="239" y="305"/>
                      <a:pt x="187" y="562"/>
                    </a:cubicBezTo>
                    <a:cubicBezTo>
                      <a:pt x="187" y="566"/>
                      <a:pt x="187" y="570"/>
                      <a:pt x="190" y="570"/>
                    </a:cubicBezTo>
                    <a:lnTo>
                      <a:pt x="195" y="570"/>
                    </a:lnTo>
                    <a:cubicBezTo>
                      <a:pt x="199" y="570"/>
                      <a:pt x="199" y="566"/>
                      <a:pt x="203" y="562"/>
                    </a:cubicBezTo>
                    <a:cubicBezTo>
                      <a:pt x="256" y="297"/>
                      <a:pt x="199" y="159"/>
                      <a:pt x="138" y="90"/>
                    </a:cubicBezTo>
                    <a:cubicBezTo>
                      <a:pt x="81" y="17"/>
                      <a:pt x="16" y="0"/>
                      <a:pt x="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9"/>
              <p:cNvSpPr/>
              <p:nvPr/>
            </p:nvSpPr>
            <p:spPr>
              <a:xfrm>
                <a:off x="5543111" y="841511"/>
                <a:ext cx="24169" cy="29341"/>
              </a:xfrm>
              <a:custGeom>
                <a:avLst/>
                <a:gdLst/>
                <a:ahLst/>
                <a:cxnLst/>
                <a:rect l="l" t="t" r="r" b="b"/>
                <a:pathLst>
                  <a:path w="229" h="278" extrusionOk="0">
                    <a:moveTo>
                      <a:pt x="220" y="0"/>
                    </a:moveTo>
                    <a:cubicBezTo>
                      <a:pt x="220" y="0"/>
                      <a:pt x="215" y="5"/>
                      <a:pt x="215" y="9"/>
                    </a:cubicBezTo>
                    <a:cubicBezTo>
                      <a:pt x="215" y="9"/>
                      <a:pt x="200" y="201"/>
                      <a:pt x="5" y="261"/>
                    </a:cubicBezTo>
                    <a:cubicBezTo>
                      <a:pt x="1" y="265"/>
                      <a:pt x="1" y="269"/>
                      <a:pt x="1" y="274"/>
                    </a:cubicBezTo>
                    <a:cubicBezTo>
                      <a:pt x="1" y="274"/>
                      <a:pt x="5" y="278"/>
                      <a:pt x="8" y="278"/>
                    </a:cubicBezTo>
                    <a:cubicBezTo>
                      <a:pt x="212" y="208"/>
                      <a:pt x="228" y="13"/>
                      <a:pt x="228" y="9"/>
                    </a:cubicBezTo>
                    <a:cubicBezTo>
                      <a:pt x="228" y="5"/>
                      <a:pt x="224" y="0"/>
                      <a:pt x="22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9"/>
              <p:cNvSpPr/>
              <p:nvPr/>
            </p:nvSpPr>
            <p:spPr>
              <a:xfrm>
                <a:off x="6090562" y="2583498"/>
                <a:ext cx="23219" cy="12454"/>
              </a:xfrm>
              <a:custGeom>
                <a:avLst/>
                <a:gdLst/>
                <a:ahLst/>
                <a:cxnLst/>
                <a:rect l="l" t="t" r="r" b="b"/>
                <a:pathLst>
                  <a:path w="220" h="118" extrusionOk="0">
                    <a:moveTo>
                      <a:pt x="220" y="1"/>
                    </a:moveTo>
                    <a:lnTo>
                      <a:pt x="220" y="1"/>
                    </a:lnTo>
                    <a:cubicBezTo>
                      <a:pt x="191" y="12"/>
                      <a:pt x="167" y="29"/>
                      <a:pt x="143" y="41"/>
                    </a:cubicBezTo>
                    <a:cubicBezTo>
                      <a:pt x="133" y="46"/>
                      <a:pt x="123" y="52"/>
                      <a:pt x="114" y="57"/>
                    </a:cubicBezTo>
                    <a:lnTo>
                      <a:pt x="114" y="57"/>
                    </a:lnTo>
                    <a:cubicBezTo>
                      <a:pt x="149" y="38"/>
                      <a:pt x="184" y="20"/>
                      <a:pt x="220" y="1"/>
                    </a:cubicBezTo>
                    <a:close/>
                    <a:moveTo>
                      <a:pt x="114" y="57"/>
                    </a:moveTo>
                    <a:cubicBezTo>
                      <a:pt x="76" y="77"/>
                      <a:pt x="38" y="97"/>
                      <a:pt x="0" y="118"/>
                    </a:cubicBezTo>
                    <a:cubicBezTo>
                      <a:pt x="39" y="98"/>
                      <a:pt x="76" y="78"/>
                      <a:pt x="114" y="57"/>
                    </a:cubicBezTo>
                    <a:close/>
                  </a:path>
                </a:pathLst>
              </a:custGeom>
              <a:solidFill>
                <a:srgbClr val="C8D9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9"/>
              <p:cNvSpPr/>
              <p:nvPr/>
            </p:nvSpPr>
            <p:spPr>
              <a:xfrm>
                <a:off x="5874094" y="2705400"/>
                <a:ext cx="13826" cy="2639"/>
              </a:xfrm>
              <a:custGeom>
                <a:avLst/>
                <a:gdLst/>
                <a:ahLst/>
                <a:cxnLst/>
                <a:rect l="l" t="t" r="r" b="b"/>
                <a:pathLst>
                  <a:path w="131" h="25" extrusionOk="0">
                    <a:moveTo>
                      <a:pt x="131" y="1"/>
                    </a:moveTo>
                    <a:cubicBezTo>
                      <a:pt x="123" y="1"/>
                      <a:pt x="115" y="4"/>
                      <a:pt x="111" y="4"/>
                    </a:cubicBezTo>
                    <a:cubicBezTo>
                      <a:pt x="95" y="10"/>
                      <a:pt x="81" y="14"/>
                      <a:pt x="67" y="17"/>
                    </a:cubicBezTo>
                    <a:lnTo>
                      <a:pt x="67" y="17"/>
                    </a:lnTo>
                    <a:cubicBezTo>
                      <a:pt x="86" y="13"/>
                      <a:pt x="107" y="8"/>
                      <a:pt x="131" y="1"/>
                    </a:cubicBezTo>
                    <a:close/>
                    <a:moveTo>
                      <a:pt x="67" y="17"/>
                    </a:moveTo>
                    <a:cubicBezTo>
                      <a:pt x="43" y="22"/>
                      <a:pt x="21" y="25"/>
                      <a:pt x="1" y="25"/>
                    </a:cubicBezTo>
                    <a:cubicBezTo>
                      <a:pt x="19" y="25"/>
                      <a:pt x="41" y="23"/>
                      <a:pt x="67" y="17"/>
                    </a:cubicBezTo>
                    <a:close/>
                  </a:path>
                </a:pathLst>
              </a:custGeom>
              <a:solidFill>
                <a:srgbClr val="AFC6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9"/>
              <p:cNvSpPr/>
              <p:nvPr/>
            </p:nvSpPr>
            <p:spPr>
              <a:xfrm>
                <a:off x="6124441" y="4524223"/>
                <a:ext cx="36096" cy="15093"/>
              </a:xfrm>
              <a:custGeom>
                <a:avLst/>
                <a:gdLst/>
                <a:ahLst/>
                <a:cxnLst/>
                <a:rect l="l" t="t" r="r" b="b"/>
                <a:pathLst>
                  <a:path w="342" h="143" extrusionOk="0">
                    <a:moveTo>
                      <a:pt x="0" y="0"/>
                    </a:moveTo>
                    <a:cubicBezTo>
                      <a:pt x="107" y="45"/>
                      <a:pt x="220" y="94"/>
                      <a:pt x="342" y="143"/>
                    </a:cubicBezTo>
                    <a:cubicBezTo>
                      <a:pt x="220" y="94"/>
                      <a:pt x="107" y="45"/>
                      <a:pt x="0" y="0"/>
                    </a:cubicBezTo>
                    <a:close/>
                  </a:path>
                </a:pathLst>
              </a:custGeom>
              <a:solidFill>
                <a:srgbClr val="C8D9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9"/>
              <p:cNvSpPr/>
              <p:nvPr/>
            </p:nvSpPr>
            <p:spPr>
              <a:xfrm>
                <a:off x="6115470" y="4614356"/>
                <a:ext cx="271350" cy="76518"/>
              </a:xfrm>
              <a:custGeom>
                <a:avLst/>
                <a:gdLst/>
                <a:ahLst/>
                <a:cxnLst/>
                <a:rect l="l" t="t" r="r" b="b"/>
                <a:pathLst>
                  <a:path w="2571" h="725" extrusionOk="0">
                    <a:moveTo>
                      <a:pt x="0" y="0"/>
                    </a:moveTo>
                    <a:lnTo>
                      <a:pt x="0" y="0"/>
                    </a:lnTo>
                    <a:cubicBezTo>
                      <a:pt x="4" y="21"/>
                      <a:pt x="4" y="36"/>
                      <a:pt x="4" y="57"/>
                    </a:cubicBezTo>
                    <a:cubicBezTo>
                      <a:pt x="21" y="374"/>
                      <a:pt x="911" y="716"/>
                      <a:pt x="1229" y="725"/>
                    </a:cubicBezTo>
                    <a:cubicBezTo>
                      <a:pt x="1233" y="725"/>
                      <a:pt x="1237" y="725"/>
                      <a:pt x="1241" y="725"/>
                    </a:cubicBezTo>
                    <a:cubicBezTo>
                      <a:pt x="1572" y="725"/>
                      <a:pt x="2442" y="426"/>
                      <a:pt x="2518" y="359"/>
                    </a:cubicBezTo>
                    <a:cubicBezTo>
                      <a:pt x="2543" y="338"/>
                      <a:pt x="2563" y="281"/>
                      <a:pt x="2571" y="196"/>
                    </a:cubicBezTo>
                    <a:lnTo>
                      <a:pt x="2571" y="196"/>
                    </a:lnTo>
                    <a:cubicBezTo>
                      <a:pt x="2027" y="401"/>
                      <a:pt x="1586" y="476"/>
                      <a:pt x="1232" y="476"/>
                    </a:cubicBezTo>
                    <a:cubicBezTo>
                      <a:pt x="486" y="476"/>
                      <a:pt x="124" y="144"/>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9"/>
              <p:cNvSpPr/>
              <p:nvPr/>
            </p:nvSpPr>
            <p:spPr>
              <a:xfrm>
                <a:off x="5786915" y="1211228"/>
                <a:ext cx="235465" cy="550615"/>
              </a:xfrm>
              <a:custGeom>
                <a:avLst/>
                <a:gdLst/>
                <a:ahLst/>
                <a:cxnLst/>
                <a:rect l="l" t="t" r="r" b="b"/>
                <a:pathLst>
                  <a:path w="2231" h="5217" extrusionOk="0">
                    <a:moveTo>
                      <a:pt x="1315" y="1"/>
                    </a:moveTo>
                    <a:cubicBezTo>
                      <a:pt x="1136" y="619"/>
                      <a:pt x="810" y="1574"/>
                      <a:pt x="444" y="1823"/>
                    </a:cubicBezTo>
                    <a:cubicBezTo>
                      <a:pt x="1" y="2128"/>
                      <a:pt x="237" y="2429"/>
                      <a:pt x="688" y="2429"/>
                    </a:cubicBezTo>
                    <a:cubicBezTo>
                      <a:pt x="794" y="2429"/>
                      <a:pt x="917" y="2413"/>
                      <a:pt x="1039" y="2372"/>
                    </a:cubicBezTo>
                    <a:cubicBezTo>
                      <a:pt x="1083" y="2360"/>
                      <a:pt x="1120" y="2352"/>
                      <a:pt x="1157" y="2352"/>
                    </a:cubicBezTo>
                    <a:cubicBezTo>
                      <a:pt x="1664" y="2352"/>
                      <a:pt x="1698" y="3527"/>
                      <a:pt x="1132" y="4207"/>
                    </a:cubicBezTo>
                    <a:cubicBezTo>
                      <a:pt x="1157" y="4219"/>
                      <a:pt x="1181" y="4231"/>
                      <a:pt x="1206" y="4248"/>
                    </a:cubicBezTo>
                    <a:cubicBezTo>
                      <a:pt x="1249" y="4276"/>
                      <a:pt x="1298" y="4304"/>
                      <a:pt x="1347" y="4341"/>
                    </a:cubicBezTo>
                    <a:cubicBezTo>
                      <a:pt x="1425" y="4398"/>
                      <a:pt x="1502" y="4463"/>
                      <a:pt x="1576" y="4541"/>
                    </a:cubicBezTo>
                    <a:cubicBezTo>
                      <a:pt x="1709" y="4666"/>
                      <a:pt x="1831" y="4826"/>
                      <a:pt x="1917" y="5029"/>
                    </a:cubicBezTo>
                    <a:cubicBezTo>
                      <a:pt x="1942" y="5085"/>
                      <a:pt x="1962" y="5151"/>
                      <a:pt x="1978" y="5216"/>
                    </a:cubicBezTo>
                    <a:lnTo>
                      <a:pt x="1982" y="5216"/>
                    </a:lnTo>
                    <a:cubicBezTo>
                      <a:pt x="2169" y="4199"/>
                      <a:pt x="2231" y="2990"/>
                      <a:pt x="2231" y="2990"/>
                    </a:cubicBezTo>
                    <a:cubicBezTo>
                      <a:pt x="2231" y="2990"/>
                      <a:pt x="2214" y="2905"/>
                      <a:pt x="1987" y="2751"/>
                    </a:cubicBezTo>
                    <a:cubicBezTo>
                      <a:pt x="1987" y="2751"/>
                      <a:pt x="1994" y="2575"/>
                      <a:pt x="1994" y="2323"/>
                    </a:cubicBezTo>
                    <a:cubicBezTo>
                      <a:pt x="1994" y="1754"/>
                      <a:pt x="1966" y="778"/>
                      <a:pt x="1783" y="481"/>
                    </a:cubicBezTo>
                    <a:cubicBezTo>
                      <a:pt x="1677" y="310"/>
                      <a:pt x="1494" y="139"/>
                      <a:pt x="13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9"/>
              <p:cNvSpPr/>
              <p:nvPr/>
            </p:nvSpPr>
            <p:spPr>
              <a:xfrm>
                <a:off x="5929081" y="1669390"/>
                <a:ext cx="24169" cy="21108"/>
              </a:xfrm>
              <a:custGeom>
                <a:avLst/>
                <a:gdLst/>
                <a:ahLst/>
                <a:cxnLst/>
                <a:rect l="l" t="t" r="r" b="b"/>
                <a:pathLst>
                  <a:path w="229" h="200" extrusionOk="0">
                    <a:moveTo>
                      <a:pt x="0" y="0"/>
                    </a:moveTo>
                    <a:lnTo>
                      <a:pt x="0" y="4"/>
                    </a:lnTo>
                    <a:lnTo>
                      <a:pt x="0" y="16"/>
                    </a:lnTo>
                    <a:cubicBezTo>
                      <a:pt x="17" y="25"/>
                      <a:pt x="33" y="36"/>
                      <a:pt x="49" y="49"/>
                    </a:cubicBezTo>
                    <a:cubicBezTo>
                      <a:pt x="110" y="94"/>
                      <a:pt x="171" y="143"/>
                      <a:pt x="229" y="200"/>
                    </a:cubicBezTo>
                    <a:cubicBezTo>
                      <a:pt x="155" y="122"/>
                      <a:pt x="78" y="57"/>
                      <a:pt x="0" y="0"/>
                    </a:cubicBezTo>
                    <a:close/>
                  </a:path>
                </a:pathLst>
              </a:custGeom>
              <a:solidFill>
                <a:srgbClr val="2F26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9"/>
              <p:cNvSpPr/>
              <p:nvPr/>
            </p:nvSpPr>
            <p:spPr>
              <a:xfrm>
                <a:off x="5711452" y="1168483"/>
                <a:ext cx="232721" cy="461960"/>
              </a:xfrm>
              <a:custGeom>
                <a:avLst/>
                <a:gdLst/>
                <a:ahLst/>
                <a:cxnLst/>
                <a:rect l="l" t="t" r="r" b="b"/>
                <a:pathLst>
                  <a:path w="2205" h="4377" extrusionOk="0">
                    <a:moveTo>
                      <a:pt x="1167" y="1"/>
                    </a:moveTo>
                    <a:cubicBezTo>
                      <a:pt x="1063" y="1"/>
                      <a:pt x="959" y="16"/>
                      <a:pt x="858" y="47"/>
                    </a:cubicBezTo>
                    <a:cubicBezTo>
                      <a:pt x="854" y="47"/>
                      <a:pt x="850" y="51"/>
                      <a:pt x="847" y="51"/>
                    </a:cubicBezTo>
                    <a:cubicBezTo>
                      <a:pt x="704" y="96"/>
                      <a:pt x="582" y="202"/>
                      <a:pt x="513" y="336"/>
                    </a:cubicBezTo>
                    <a:cubicBezTo>
                      <a:pt x="500" y="365"/>
                      <a:pt x="488" y="393"/>
                      <a:pt x="480" y="422"/>
                    </a:cubicBezTo>
                    <a:cubicBezTo>
                      <a:pt x="329" y="873"/>
                      <a:pt x="0" y="2167"/>
                      <a:pt x="163" y="4364"/>
                    </a:cubicBezTo>
                    <a:cubicBezTo>
                      <a:pt x="163" y="4368"/>
                      <a:pt x="167" y="4371"/>
                      <a:pt x="171" y="4376"/>
                    </a:cubicBezTo>
                    <a:lnTo>
                      <a:pt x="175" y="4376"/>
                    </a:lnTo>
                    <a:cubicBezTo>
                      <a:pt x="179" y="4376"/>
                      <a:pt x="183" y="4376"/>
                      <a:pt x="188" y="4371"/>
                    </a:cubicBezTo>
                    <a:cubicBezTo>
                      <a:pt x="188" y="4371"/>
                      <a:pt x="195" y="4364"/>
                      <a:pt x="224" y="4347"/>
                    </a:cubicBezTo>
                    <a:lnTo>
                      <a:pt x="228" y="4347"/>
                    </a:lnTo>
                    <a:cubicBezTo>
                      <a:pt x="256" y="4331"/>
                      <a:pt x="310" y="4307"/>
                      <a:pt x="394" y="4286"/>
                    </a:cubicBezTo>
                    <a:cubicBezTo>
                      <a:pt x="402" y="4283"/>
                      <a:pt x="407" y="4274"/>
                      <a:pt x="402" y="4266"/>
                    </a:cubicBezTo>
                    <a:cubicBezTo>
                      <a:pt x="402" y="4263"/>
                      <a:pt x="397" y="4257"/>
                      <a:pt x="391" y="4257"/>
                    </a:cubicBezTo>
                    <a:cubicBezTo>
                      <a:pt x="390" y="4257"/>
                      <a:pt x="388" y="4257"/>
                      <a:pt x="387" y="4258"/>
                    </a:cubicBezTo>
                    <a:cubicBezTo>
                      <a:pt x="313" y="4279"/>
                      <a:pt x="256" y="4298"/>
                      <a:pt x="212" y="4319"/>
                    </a:cubicBezTo>
                    <a:lnTo>
                      <a:pt x="207" y="4323"/>
                    </a:lnTo>
                    <a:cubicBezTo>
                      <a:pt x="199" y="4327"/>
                      <a:pt x="195" y="4331"/>
                      <a:pt x="188" y="4331"/>
                    </a:cubicBezTo>
                    <a:cubicBezTo>
                      <a:pt x="32" y="2159"/>
                      <a:pt x="362" y="881"/>
                      <a:pt x="509" y="430"/>
                    </a:cubicBezTo>
                    <a:cubicBezTo>
                      <a:pt x="517" y="402"/>
                      <a:pt x="529" y="377"/>
                      <a:pt x="541" y="353"/>
                    </a:cubicBezTo>
                    <a:cubicBezTo>
                      <a:pt x="606" y="222"/>
                      <a:pt x="720" y="124"/>
                      <a:pt x="858" y="80"/>
                    </a:cubicBezTo>
                    <a:cubicBezTo>
                      <a:pt x="862" y="80"/>
                      <a:pt x="866" y="76"/>
                      <a:pt x="866" y="76"/>
                    </a:cubicBezTo>
                    <a:cubicBezTo>
                      <a:pt x="963" y="45"/>
                      <a:pt x="1063" y="31"/>
                      <a:pt x="1163" y="31"/>
                    </a:cubicBezTo>
                    <a:cubicBezTo>
                      <a:pt x="1370" y="31"/>
                      <a:pt x="1576" y="94"/>
                      <a:pt x="1757" y="214"/>
                    </a:cubicBezTo>
                    <a:cubicBezTo>
                      <a:pt x="1921" y="324"/>
                      <a:pt x="2062" y="434"/>
                      <a:pt x="2176" y="539"/>
                    </a:cubicBezTo>
                    <a:cubicBezTo>
                      <a:pt x="2178" y="544"/>
                      <a:pt x="2182" y="546"/>
                      <a:pt x="2187" y="546"/>
                    </a:cubicBezTo>
                    <a:cubicBezTo>
                      <a:pt x="2191" y="546"/>
                      <a:pt x="2195" y="544"/>
                      <a:pt x="2197" y="539"/>
                    </a:cubicBezTo>
                    <a:cubicBezTo>
                      <a:pt x="2205" y="535"/>
                      <a:pt x="2201" y="524"/>
                      <a:pt x="2197" y="520"/>
                    </a:cubicBezTo>
                    <a:cubicBezTo>
                      <a:pt x="2079" y="409"/>
                      <a:pt x="1940" y="300"/>
                      <a:pt x="1774" y="190"/>
                    </a:cubicBezTo>
                    <a:cubicBezTo>
                      <a:pt x="1588" y="64"/>
                      <a:pt x="1378" y="1"/>
                      <a:pt x="1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9"/>
              <p:cNvSpPr/>
              <p:nvPr/>
            </p:nvSpPr>
            <p:spPr>
              <a:xfrm>
                <a:off x="5695515" y="2733369"/>
                <a:ext cx="301113" cy="1358121"/>
              </a:xfrm>
              <a:custGeom>
                <a:avLst/>
                <a:gdLst/>
                <a:ahLst/>
                <a:cxnLst/>
                <a:rect l="l" t="t" r="r" b="b"/>
                <a:pathLst>
                  <a:path w="2853" h="12868" extrusionOk="0">
                    <a:moveTo>
                      <a:pt x="358" y="0"/>
                    </a:moveTo>
                    <a:cubicBezTo>
                      <a:pt x="245" y="32"/>
                      <a:pt x="123" y="49"/>
                      <a:pt x="1" y="57"/>
                    </a:cubicBezTo>
                    <a:cubicBezTo>
                      <a:pt x="220" y="1135"/>
                      <a:pt x="1184" y="5907"/>
                      <a:pt x="1383" y="7172"/>
                    </a:cubicBezTo>
                    <a:lnTo>
                      <a:pt x="1717" y="7697"/>
                    </a:lnTo>
                    <a:lnTo>
                      <a:pt x="2853" y="12867"/>
                    </a:lnTo>
                    <a:lnTo>
                      <a:pt x="1892" y="7490"/>
                    </a:lnTo>
                    <a:lnTo>
                      <a:pt x="1612" y="7323"/>
                    </a:lnTo>
                    <a:cubicBezTo>
                      <a:pt x="1612" y="7323"/>
                      <a:pt x="1591" y="6431"/>
                      <a:pt x="1246" y="5207"/>
                    </a:cubicBezTo>
                    <a:cubicBezTo>
                      <a:pt x="900" y="3987"/>
                      <a:pt x="358" y="0"/>
                      <a:pt x="3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9"/>
              <p:cNvSpPr/>
              <p:nvPr/>
            </p:nvSpPr>
            <p:spPr>
              <a:xfrm>
                <a:off x="5315456" y="1250701"/>
                <a:ext cx="200636" cy="625234"/>
              </a:xfrm>
              <a:custGeom>
                <a:avLst/>
                <a:gdLst/>
                <a:ahLst/>
                <a:cxnLst/>
                <a:rect l="l" t="t" r="r" b="b"/>
                <a:pathLst>
                  <a:path w="1901" h="5924" extrusionOk="0">
                    <a:moveTo>
                      <a:pt x="465" y="0"/>
                    </a:moveTo>
                    <a:cubicBezTo>
                      <a:pt x="322" y="175"/>
                      <a:pt x="188" y="351"/>
                      <a:pt x="99" y="493"/>
                    </a:cubicBezTo>
                    <a:lnTo>
                      <a:pt x="29" y="509"/>
                    </a:lnTo>
                    <a:cubicBezTo>
                      <a:pt x="29" y="509"/>
                      <a:pt x="25" y="558"/>
                      <a:pt x="21" y="644"/>
                    </a:cubicBezTo>
                    <a:lnTo>
                      <a:pt x="21" y="659"/>
                    </a:lnTo>
                    <a:cubicBezTo>
                      <a:pt x="14" y="864"/>
                      <a:pt x="1" y="1230"/>
                      <a:pt x="1" y="1559"/>
                    </a:cubicBezTo>
                    <a:lnTo>
                      <a:pt x="1" y="1652"/>
                    </a:lnTo>
                    <a:cubicBezTo>
                      <a:pt x="1" y="1856"/>
                      <a:pt x="10" y="2039"/>
                      <a:pt x="29" y="2148"/>
                    </a:cubicBezTo>
                    <a:lnTo>
                      <a:pt x="217" y="2393"/>
                    </a:lnTo>
                    <a:cubicBezTo>
                      <a:pt x="217" y="2393"/>
                      <a:pt x="416" y="3385"/>
                      <a:pt x="571" y="4940"/>
                    </a:cubicBezTo>
                    <a:lnTo>
                      <a:pt x="571" y="4959"/>
                    </a:lnTo>
                    <a:cubicBezTo>
                      <a:pt x="575" y="4972"/>
                      <a:pt x="575" y="4980"/>
                      <a:pt x="575" y="4989"/>
                    </a:cubicBezTo>
                    <a:cubicBezTo>
                      <a:pt x="596" y="5192"/>
                      <a:pt x="615" y="5404"/>
                      <a:pt x="632" y="5623"/>
                    </a:cubicBezTo>
                    <a:cubicBezTo>
                      <a:pt x="636" y="5659"/>
                      <a:pt x="636" y="5692"/>
                      <a:pt x="639" y="5729"/>
                    </a:cubicBezTo>
                    <a:lnTo>
                      <a:pt x="639" y="5736"/>
                    </a:lnTo>
                    <a:lnTo>
                      <a:pt x="639" y="5740"/>
                    </a:lnTo>
                    <a:cubicBezTo>
                      <a:pt x="644" y="5802"/>
                      <a:pt x="652" y="5862"/>
                      <a:pt x="656" y="5924"/>
                    </a:cubicBezTo>
                    <a:cubicBezTo>
                      <a:pt x="656" y="5879"/>
                      <a:pt x="648" y="3117"/>
                      <a:pt x="440" y="2381"/>
                    </a:cubicBezTo>
                    <a:lnTo>
                      <a:pt x="440" y="2381"/>
                    </a:lnTo>
                    <a:cubicBezTo>
                      <a:pt x="782" y="2535"/>
                      <a:pt x="1848" y="2889"/>
                      <a:pt x="1901" y="2905"/>
                    </a:cubicBezTo>
                    <a:cubicBezTo>
                      <a:pt x="1884" y="2897"/>
                      <a:pt x="1738" y="2820"/>
                      <a:pt x="384" y="2124"/>
                    </a:cubicBezTo>
                    <a:cubicBezTo>
                      <a:pt x="245" y="1628"/>
                      <a:pt x="489" y="13"/>
                      <a:pt x="489" y="13"/>
                    </a:cubicBezTo>
                    <a:cubicBezTo>
                      <a:pt x="489" y="13"/>
                      <a:pt x="481" y="9"/>
                      <a:pt x="4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9"/>
              <p:cNvSpPr/>
              <p:nvPr/>
            </p:nvSpPr>
            <p:spPr>
              <a:xfrm>
                <a:off x="5382898" y="1856518"/>
                <a:ext cx="1900" cy="19420"/>
              </a:xfrm>
              <a:custGeom>
                <a:avLst/>
                <a:gdLst/>
                <a:ahLst/>
                <a:cxnLst/>
                <a:rect l="l" t="t" r="r" b="b"/>
                <a:pathLst>
                  <a:path w="18" h="184" extrusionOk="0">
                    <a:moveTo>
                      <a:pt x="0" y="1"/>
                    </a:moveTo>
                    <a:cubicBezTo>
                      <a:pt x="5" y="62"/>
                      <a:pt x="9" y="123"/>
                      <a:pt x="17" y="184"/>
                    </a:cubicBezTo>
                    <a:cubicBezTo>
                      <a:pt x="13" y="123"/>
                      <a:pt x="5" y="62"/>
                      <a:pt x="0" y="1"/>
                    </a:cubicBezTo>
                    <a:close/>
                  </a:path>
                </a:pathLst>
              </a:custGeom>
              <a:solidFill>
                <a:srgbClr val="D5B4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9"/>
              <p:cNvSpPr/>
              <p:nvPr/>
            </p:nvSpPr>
            <p:spPr>
              <a:xfrm>
                <a:off x="5375721" y="1774089"/>
                <a:ext cx="6438" cy="70186"/>
              </a:xfrm>
              <a:custGeom>
                <a:avLst/>
                <a:gdLst/>
                <a:ahLst/>
                <a:cxnLst/>
                <a:rect l="l" t="t" r="r" b="b"/>
                <a:pathLst>
                  <a:path w="61" h="665" extrusionOk="0">
                    <a:moveTo>
                      <a:pt x="0" y="0"/>
                    </a:moveTo>
                    <a:lnTo>
                      <a:pt x="0" y="0"/>
                    </a:lnTo>
                    <a:cubicBezTo>
                      <a:pt x="25" y="212"/>
                      <a:pt x="40" y="436"/>
                      <a:pt x="61" y="664"/>
                    </a:cubicBezTo>
                    <a:cubicBezTo>
                      <a:pt x="44" y="445"/>
                      <a:pt x="25" y="233"/>
                      <a:pt x="4" y="30"/>
                    </a:cubicBezTo>
                    <a:cubicBezTo>
                      <a:pt x="4" y="21"/>
                      <a:pt x="4" y="13"/>
                      <a:pt x="0" y="0"/>
                    </a:cubicBezTo>
                    <a:close/>
                  </a:path>
                </a:pathLst>
              </a:custGeom>
              <a:solidFill>
                <a:srgbClr val="7A98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9"/>
              <p:cNvSpPr/>
              <p:nvPr/>
            </p:nvSpPr>
            <p:spPr>
              <a:xfrm>
                <a:off x="5659842" y="2161854"/>
                <a:ext cx="136255" cy="231560"/>
              </a:xfrm>
              <a:custGeom>
                <a:avLst/>
                <a:gdLst/>
                <a:ahLst/>
                <a:cxnLst/>
                <a:rect l="l" t="t" r="r" b="b"/>
                <a:pathLst>
                  <a:path w="1291" h="2194" extrusionOk="0">
                    <a:moveTo>
                      <a:pt x="1103" y="0"/>
                    </a:moveTo>
                    <a:lnTo>
                      <a:pt x="1" y="2193"/>
                    </a:lnTo>
                    <a:lnTo>
                      <a:pt x="1291" y="1420"/>
                    </a:lnTo>
                    <a:lnTo>
                      <a:pt x="696" y="1375"/>
                    </a:lnTo>
                    <a:lnTo>
                      <a:pt x="110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9"/>
              <p:cNvSpPr/>
              <p:nvPr/>
            </p:nvSpPr>
            <p:spPr>
              <a:xfrm>
                <a:off x="5306907" y="856498"/>
                <a:ext cx="77046" cy="36201"/>
              </a:xfrm>
              <a:custGeom>
                <a:avLst/>
                <a:gdLst/>
                <a:ahLst/>
                <a:cxnLst/>
                <a:rect l="l" t="t" r="r" b="b"/>
                <a:pathLst>
                  <a:path w="730" h="343" extrusionOk="0">
                    <a:moveTo>
                      <a:pt x="729" y="1"/>
                    </a:moveTo>
                    <a:lnTo>
                      <a:pt x="729" y="1"/>
                    </a:lnTo>
                    <a:cubicBezTo>
                      <a:pt x="603" y="5"/>
                      <a:pt x="485" y="18"/>
                      <a:pt x="367" y="42"/>
                    </a:cubicBezTo>
                    <a:cubicBezTo>
                      <a:pt x="326" y="54"/>
                      <a:pt x="286" y="66"/>
                      <a:pt x="253" y="83"/>
                    </a:cubicBezTo>
                    <a:cubicBezTo>
                      <a:pt x="232" y="91"/>
                      <a:pt x="217" y="102"/>
                      <a:pt x="204" y="115"/>
                    </a:cubicBezTo>
                    <a:cubicBezTo>
                      <a:pt x="188" y="127"/>
                      <a:pt x="168" y="143"/>
                      <a:pt x="147" y="156"/>
                    </a:cubicBezTo>
                    <a:cubicBezTo>
                      <a:pt x="106" y="184"/>
                      <a:pt x="58" y="200"/>
                      <a:pt x="5" y="205"/>
                    </a:cubicBezTo>
                    <a:lnTo>
                      <a:pt x="1" y="205"/>
                    </a:lnTo>
                    <a:cubicBezTo>
                      <a:pt x="21" y="229"/>
                      <a:pt x="54" y="266"/>
                      <a:pt x="95" y="294"/>
                    </a:cubicBezTo>
                    <a:cubicBezTo>
                      <a:pt x="95" y="290"/>
                      <a:pt x="95" y="290"/>
                      <a:pt x="99" y="286"/>
                    </a:cubicBezTo>
                    <a:cubicBezTo>
                      <a:pt x="99" y="286"/>
                      <a:pt x="102" y="282"/>
                      <a:pt x="106" y="282"/>
                    </a:cubicBezTo>
                    <a:cubicBezTo>
                      <a:pt x="106" y="282"/>
                      <a:pt x="110" y="282"/>
                      <a:pt x="110" y="286"/>
                    </a:cubicBezTo>
                    <a:cubicBezTo>
                      <a:pt x="115" y="286"/>
                      <a:pt x="204" y="343"/>
                      <a:pt x="286" y="343"/>
                    </a:cubicBezTo>
                    <a:cubicBezTo>
                      <a:pt x="302" y="343"/>
                      <a:pt x="318" y="343"/>
                      <a:pt x="330" y="335"/>
                    </a:cubicBezTo>
                    <a:cubicBezTo>
                      <a:pt x="416" y="298"/>
                      <a:pt x="603" y="127"/>
                      <a:pt x="603" y="127"/>
                    </a:cubicBezTo>
                    <a:cubicBezTo>
                      <a:pt x="607" y="123"/>
                      <a:pt x="611" y="123"/>
                      <a:pt x="611" y="123"/>
                    </a:cubicBezTo>
                    <a:lnTo>
                      <a:pt x="619" y="123"/>
                    </a:lnTo>
                    <a:lnTo>
                      <a:pt x="72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9"/>
              <p:cNvSpPr/>
              <p:nvPr/>
            </p:nvSpPr>
            <p:spPr>
              <a:xfrm>
                <a:off x="5316828" y="869480"/>
                <a:ext cx="55832" cy="25858"/>
              </a:xfrm>
              <a:custGeom>
                <a:avLst/>
                <a:gdLst/>
                <a:ahLst/>
                <a:cxnLst/>
                <a:rect l="l" t="t" r="r" b="b"/>
                <a:pathLst>
                  <a:path w="529" h="245" extrusionOk="0">
                    <a:moveTo>
                      <a:pt x="517" y="1"/>
                    </a:moveTo>
                    <a:cubicBezTo>
                      <a:pt x="514" y="1"/>
                      <a:pt x="511" y="2"/>
                      <a:pt x="509" y="4"/>
                    </a:cubicBezTo>
                    <a:cubicBezTo>
                      <a:pt x="509" y="4"/>
                      <a:pt x="322" y="175"/>
                      <a:pt x="236" y="212"/>
                    </a:cubicBezTo>
                    <a:cubicBezTo>
                      <a:pt x="222" y="218"/>
                      <a:pt x="206" y="221"/>
                      <a:pt x="189" y="221"/>
                    </a:cubicBezTo>
                    <a:cubicBezTo>
                      <a:pt x="112" y="221"/>
                      <a:pt x="20" y="163"/>
                      <a:pt x="16" y="163"/>
                    </a:cubicBezTo>
                    <a:cubicBezTo>
                      <a:pt x="14" y="161"/>
                      <a:pt x="11" y="160"/>
                      <a:pt x="9" y="160"/>
                    </a:cubicBezTo>
                    <a:cubicBezTo>
                      <a:pt x="6" y="160"/>
                      <a:pt x="5" y="161"/>
                      <a:pt x="5" y="163"/>
                    </a:cubicBezTo>
                    <a:cubicBezTo>
                      <a:pt x="1" y="171"/>
                      <a:pt x="1" y="175"/>
                      <a:pt x="5" y="180"/>
                    </a:cubicBezTo>
                    <a:cubicBezTo>
                      <a:pt x="12" y="184"/>
                      <a:pt x="106" y="244"/>
                      <a:pt x="192" y="244"/>
                    </a:cubicBezTo>
                    <a:cubicBezTo>
                      <a:pt x="208" y="244"/>
                      <a:pt x="228" y="240"/>
                      <a:pt x="245" y="232"/>
                    </a:cubicBezTo>
                    <a:cubicBezTo>
                      <a:pt x="334" y="191"/>
                      <a:pt x="517" y="24"/>
                      <a:pt x="525" y="20"/>
                    </a:cubicBezTo>
                    <a:cubicBezTo>
                      <a:pt x="529" y="17"/>
                      <a:pt x="529" y="9"/>
                      <a:pt x="525" y="4"/>
                    </a:cubicBezTo>
                    <a:cubicBezTo>
                      <a:pt x="523" y="2"/>
                      <a:pt x="520"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9"/>
              <p:cNvSpPr/>
              <p:nvPr/>
            </p:nvSpPr>
            <p:spPr>
              <a:xfrm>
                <a:off x="5293292" y="850377"/>
                <a:ext cx="108287" cy="27863"/>
              </a:xfrm>
              <a:custGeom>
                <a:avLst/>
                <a:gdLst/>
                <a:ahLst/>
                <a:cxnLst/>
                <a:rect l="l" t="t" r="r" b="b"/>
                <a:pathLst>
                  <a:path w="1026" h="264" extrusionOk="0">
                    <a:moveTo>
                      <a:pt x="674" y="0"/>
                    </a:moveTo>
                    <a:cubicBezTo>
                      <a:pt x="610" y="0"/>
                      <a:pt x="545" y="5"/>
                      <a:pt x="479" y="19"/>
                    </a:cubicBezTo>
                    <a:cubicBezTo>
                      <a:pt x="435" y="27"/>
                      <a:pt x="386" y="38"/>
                      <a:pt x="342" y="63"/>
                    </a:cubicBezTo>
                    <a:cubicBezTo>
                      <a:pt x="317" y="76"/>
                      <a:pt x="297" y="87"/>
                      <a:pt x="276" y="104"/>
                    </a:cubicBezTo>
                    <a:lnTo>
                      <a:pt x="228" y="145"/>
                    </a:lnTo>
                    <a:cubicBezTo>
                      <a:pt x="177" y="188"/>
                      <a:pt x="119" y="223"/>
                      <a:pt x="48" y="223"/>
                    </a:cubicBezTo>
                    <a:cubicBezTo>
                      <a:pt x="33" y="223"/>
                      <a:pt x="17" y="222"/>
                      <a:pt x="0" y="218"/>
                    </a:cubicBezTo>
                    <a:lnTo>
                      <a:pt x="0" y="218"/>
                    </a:lnTo>
                    <a:cubicBezTo>
                      <a:pt x="29" y="250"/>
                      <a:pt x="73" y="264"/>
                      <a:pt x="117" y="264"/>
                    </a:cubicBezTo>
                    <a:cubicBezTo>
                      <a:pt x="123" y="264"/>
                      <a:pt x="128" y="263"/>
                      <a:pt x="134" y="263"/>
                    </a:cubicBezTo>
                    <a:cubicBezTo>
                      <a:pt x="187" y="258"/>
                      <a:pt x="235" y="242"/>
                      <a:pt x="276" y="214"/>
                    </a:cubicBezTo>
                    <a:cubicBezTo>
                      <a:pt x="297" y="201"/>
                      <a:pt x="317" y="185"/>
                      <a:pt x="333" y="173"/>
                    </a:cubicBezTo>
                    <a:cubicBezTo>
                      <a:pt x="346" y="160"/>
                      <a:pt x="361" y="149"/>
                      <a:pt x="382" y="141"/>
                    </a:cubicBezTo>
                    <a:cubicBezTo>
                      <a:pt x="415" y="124"/>
                      <a:pt x="455" y="112"/>
                      <a:pt x="496" y="100"/>
                    </a:cubicBezTo>
                    <a:cubicBezTo>
                      <a:pt x="667" y="63"/>
                      <a:pt x="846" y="59"/>
                      <a:pt x="1025" y="51"/>
                    </a:cubicBezTo>
                    <a:cubicBezTo>
                      <a:pt x="939" y="23"/>
                      <a:pt x="849" y="10"/>
                      <a:pt x="757" y="2"/>
                    </a:cubicBezTo>
                    <a:cubicBezTo>
                      <a:pt x="729" y="1"/>
                      <a:pt x="702" y="0"/>
                      <a:pt x="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9"/>
              <p:cNvSpPr/>
              <p:nvPr/>
            </p:nvSpPr>
            <p:spPr>
              <a:xfrm>
                <a:off x="5338253" y="1018401"/>
                <a:ext cx="52032" cy="24697"/>
              </a:xfrm>
              <a:custGeom>
                <a:avLst/>
                <a:gdLst/>
                <a:ahLst/>
                <a:cxnLst/>
                <a:rect l="l" t="t" r="r" b="b"/>
                <a:pathLst>
                  <a:path w="493" h="234" extrusionOk="0">
                    <a:moveTo>
                      <a:pt x="493" y="1"/>
                    </a:moveTo>
                    <a:cubicBezTo>
                      <a:pt x="493" y="1"/>
                      <a:pt x="472" y="5"/>
                      <a:pt x="440" y="17"/>
                    </a:cubicBezTo>
                    <a:cubicBezTo>
                      <a:pt x="404" y="29"/>
                      <a:pt x="350" y="50"/>
                      <a:pt x="298" y="66"/>
                    </a:cubicBezTo>
                    <a:cubicBezTo>
                      <a:pt x="200" y="102"/>
                      <a:pt x="87" y="139"/>
                      <a:pt x="13" y="155"/>
                    </a:cubicBezTo>
                    <a:cubicBezTo>
                      <a:pt x="5" y="160"/>
                      <a:pt x="1" y="172"/>
                      <a:pt x="5" y="179"/>
                    </a:cubicBezTo>
                    <a:cubicBezTo>
                      <a:pt x="16" y="214"/>
                      <a:pt x="41" y="234"/>
                      <a:pt x="77" y="234"/>
                    </a:cubicBezTo>
                    <a:cubicBezTo>
                      <a:pt x="80" y="234"/>
                      <a:pt x="83" y="233"/>
                      <a:pt x="87" y="233"/>
                    </a:cubicBezTo>
                    <a:cubicBezTo>
                      <a:pt x="102" y="228"/>
                      <a:pt x="123" y="224"/>
                      <a:pt x="147" y="220"/>
                    </a:cubicBezTo>
                    <a:cubicBezTo>
                      <a:pt x="282" y="188"/>
                      <a:pt x="493" y="1"/>
                      <a:pt x="493"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9"/>
              <p:cNvSpPr/>
              <p:nvPr/>
            </p:nvSpPr>
            <p:spPr>
              <a:xfrm>
                <a:off x="5336564" y="1020617"/>
                <a:ext cx="47389" cy="15093"/>
              </a:xfrm>
              <a:custGeom>
                <a:avLst/>
                <a:gdLst/>
                <a:ahLst/>
                <a:cxnLst/>
                <a:rect l="l" t="t" r="r" b="b"/>
                <a:pathLst>
                  <a:path w="449" h="143" extrusionOk="0">
                    <a:moveTo>
                      <a:pt x="448" y="0"/>
                    </a:moveTo>
                    <a:cubicBezTo>
                      <a:pt x="432" y="4"/>
                      <a:pt x="163" y="32"/>
                      <a:pt x="49" y="57"/>
                    </a:cubicBezTo>
                    <a:cubicBezTo>
                      <a:pt x="17" y="66"/>
                      <a:pt x="0" y="102"/>
                      <a:pt x="17" y="130"/>
                    </a:cubicBezTo>
                    <a:cubicBezTo>
                      <a:pt x="21" y="134"/>
                      <a:pt x="25" y="143"/>
                      <a:pt x="25" y="143"/>
                    </a:cubicBezTo>
                    <a:cubicBezTo>
                      <a:pt x="127" y="126"/>
                      <a:pt x="411" y="12"/>
                      <a:pt x="44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9"/>
              <p:cNvSpPr/>
              <p:nvPr/>
            </p:nvSpPr>
            <p:spPr>
              <a:xfrm>
                <a:off x="5529285" y="884467"/>
                <a:ext cx="113880" cy="192510"/>
              </a:xfrm>
              <a:custGeom>
                <a:avLst/>
                <a:gdLst/>
                <a:ahLst/>
                <a:cxnLst/>
                <a:rect l="l" t="t" r="r" b="b"/>
                <a:pathLst>
                  <a:path w="1079" h="1824" extrusionOk="0">
                    <a:moveTo>
                      <a:pt x="25" y="1"/>
                    </a:moveTo>
                    <a:lnTo>
                      <a:pt x="25" y="1"/>
                    </a:lnTo>
                    <a:cubicBezTo>
                      <a:pt x="29" y="62"/>
                      <a:pt x="29" y="119"/>
                      <a:pt x="29" y="171"/>
                    </a:cubicBezTo>
                    <a:cubicBezTo>
                      <a:pt x="29" y="184"/>
                      <a:pt x="29" y="192"/>
                      <a:pt x="25" y="200"/>
                    </a:cubicBezTo>
                    <a:lnTo>
                      <a:pt x="25" y="282"/>
                    </a:lnTo>
                    <a:lnTo>
                      <a:pt x="25" y="306"/>
                    </a:lnTo>
                    <a:cubicBezTo>
                      <a:pt x="21" y="322"/>
                      <a:pt x="21" y="338"/>
                      <a:pt x="21" y="355"/>
                    </a:cubicBezTo>
                    <a:cubicBezTo>
                      <a:pt x="21" y="379"/>
                      <a:pt x="17" y="399"/>
                      <a:pt x="17" y="423"/>
                    </a:cubicBezTo>
                    <a:cubicBezTo>
                      <a:pt x="14" y="436"/>
                      <a:pt x="14" y="453"/>
                      <a:pt x="14" y="464"/>
                    </a:cubicBezTo>
                    <a:cubicBezTo>
                      <a:pt x="10" y="481"/>
                      <a:pt x="10" y="497"/>
                      <a:pt x="5" y="513"/>
                    </a:cubicBezTo>
                    <a:cubicBezTo>
                      <a:pt x="5" y="530"/>
                      <a:pt x="5" y="541"/>
                      <a:pt x="1" y="554"/>
                    </a:cubicBezTo>
                    <a:lnTo>
                      <a:pt x="1" y="562"/>
                    </a:lnTo>
                    <a:cubicBezTo>
                      <a:pt x="164" y="916"/>
                      <a:pt x="485" y="1510"/>
                      <a:pt x="900" y="1823"/>
                    </a:cubicBezTo>
                    <a:cubicBezTo>
                      <a:pt x="986" y="1697"/>
                      <a:pt x="1050" y="1608"/>
                      <a:pt x="1079" y="1570"/>
                    </a:cubicBezTo>
                    <a:cubicBezTo>
                      <a:pt x="831" y="1433"/>
                      <a:pt x="310" y="875"/>
                      <a:pt x="102" y="29"/>
                    </a:cubicBezTo>
                    <a:cubicBezTo>
                      <a:pt x="91" y="25"/>
                      <a:pt x="83" y="21"/>
                      <a:pt x="74" y="17"/>
                    </a:cubicBezTo>
                    <a:lnTo>
                      <a:pt x="70" y="17"/>
                    </a:lnTo>
                    <a:cubicBezTo>
                      <a:pt x="54" y="8"/>
                      <a:pt x="42" y="4"/>
                      <a:pt x="25"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9"/>
              <p:cNvSpPr/>
              <p:nvPr/>
            </p:nvSpPr>
            <p:spPr>
              <a:xfrm>
                <a:off x="5537096" y="886261"/>
                <a:ext cx="3061" cy="1267"/>
              </a:xfrm>
              <a:custGeom>
                <a:avLst/>
                <a:gdLst/>
                <a:ahLst/>
                <a:cxnLst/>
                <a:rect l="l" t="t" r="r" b="b"/>
                <a:pathLst>
                  <a:path w="29" h="12" extrusionOk="0">
                    <a:moveTo>
                      <a:pt x="28" y="12"/>
                    </a:moveTo>
                    <a:cubicBezTo>
                      <a:pt x="17" y="8"/>
                      <a:pt x="9" y="4"/>
                      <a:pt x="0" y="0"/>
                    </a:cubicBezTo>
                    <a:cubicBezTo>
                      <a:pt x="9" y="4"/>
                      <a:pt x="17" y="8"/>
                      <a:pt x="28" y="12"/>
                    </a:cubicBezTo>
                    <a:close/>
                  </a:path>
                </a:pathLst>
              </a:custGeom>
              <a:solidFill>
                <a:srgbClr val="AB7F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9"/>
              <p:cNvSpPr/>
              <p:nvPr/>
            </p:nvSpPr>
            <p:spPr>
              <a:xfrm>
                <a:off x="5490235" y="884467"/>
                <a:ext cx="64909" cy="183855"/>
              </a:xfrm>
              <a:custGeom>
                <a:avLst/>
                <a:gdLst/>
                <a:ahLst/>
                <a:cxnLst/>
                <a:rect l="l" t="t" r="r" b="b"/>
                <a:pathLst>
                  <a:path w="615" h="1742" extrusionOk="0">
                    <a:moveTo>
                      <a:pt x="395" y="1"/>
                    </a:moveTo>
                    <a:lnTo>
                      <a:pt x="395" y="1"/>
                    </a:lnTo>
                    <a:cubicBezTo>
                      <a:pt x="399" y="62"/>
                      <a:pt x="399" y="119"/>
                      <a:pt x="399" y="171"/>
                    </a:cubicBezTo>
                    <a:cubicBezTo>
                      <a:pt x="399" y="184"/>
                      <a:pt x="399" y="192"/>
                      <a:pt x="395" y="200"/>
                    </a:cubicBezTo>
                    <a:lnTo>
                      <a:pt x="395" y="282"/>
                    </a:lnTo>
                    <a:lnTo>
                      <a:pt x="395" y="306"/>
                    </a:lnTo>
                    <a:cubicBezTo>
                      <a:pt x="391" y="322"/>
                      <a:pt x="391" y="338"/>
                      <a:pt x="391" y="355"/>
                    </a:cubicBezTo>
                    <a:cubicBezTo>
                      <a:pt x="391" y="379"/>
                      <a:pt x="387" y="399"/>
                      <a:pt x="387" y="423"/>
                    </a:cubicBezTo>
                    <a:cubicBezTo>
                      <a:pt x="384" y="436"/>
                      <a:pt x="384" y="453"/>
                      <a:pt x="384" y="464"/>
                    </a:cubicBezTo>
                    <a:cubicBezTo>
                      <a:pt x="384" y="472"/>
                      <a:pt x="380" y="481"/>
                      <a:pt x="380" y="489"/>
                    </a:cubicBezTo>
                    <a:cubicBezTo>
                      <a:pt x="380" y="497"/>
                      <a:pt x="380" y="505"/>
                      <a:pt x="375" y="513"/>
                    </a:cubicBezTo>
                    <a:cubicBezTo>
                      <a:pt x="375" y="530"/>
                      <a:pt x="375" y="541"/>
                      <a:pt x="371" y="554"/>
                    </a:cubicBezTo>
                    <a:lnTo>
                      <a:pt x="371" y="562"/>
                    </a:lnTo>
                    <a:cubicBezTo>
                      <a:pt x="367" y="579"/>
                      <a:pt x="367" y="590"/>
                      <a:pt x="363" y="607"/>
                    </a:cubicBezTo>
                    <a:cubicBezTo>
                      <a:pt x="359" y="635"/>
                      <a:pt x="355" y="663"/>
                      <a:pt x="350" y="688"/>
                    </a:cubicBezTo>
                    <a:cubicBezTo>
                      <a:pt x="346" y="704"/>
                      <a:pt x="343" y="721"/>
                      <a:pt x="339" y="737"/>
                    </a:cubicBezTo>
                    <a:cubicBezTo>
                      <a:pt x="335" y="757"/>
                      <a:pt x="331" y="774"/>
                      <a:pt x="326" y="789"/>
                    </a:cubicBezTo>
                    <a:cubicBezTo>
                      <a:pt x="326" y="794"/>
                      <a:pt x="326" y="798"/>
                      <a:pt x="322" y="802"/>
                    </a:cubicBezTo>
                    <a:cubicBezTo>
                      <a:pt x="318" y="819"/>
                      <a:pt x="314" y="834"/>
                      <a:pt x="310" y="851"/>
                    </a:cubicBezTo>
                    <a:lnTo>
                      <a:pt x="273" y="960"/>
                    </a:lnTo>
                    <a:cubicBezTo>
                      <a:pt x="269" y="977"/>
                      <a:pt x="262" y="990"/>
                      <a:pt x="258" y="1001"/>
                    </a:cubicBezTo>
                    <a:cubicBezTo>
                      <a:pt x="258" y="1005"/>
                      <a:pt x="253" y="1009"/>
                      <a:pt x="253" y="1014"/>
                    </a:cubicBezTo>
                    <a:cubicBezTo>
                      <a:pt x="245" y="1026"/>
                      <a:pt x="241" y="1042"/>
                      <a:pt x="233" y="1054"/>
                    </a:cubicBezTo>
                    <a:cubicBezTo>
                      <a:pt x="228" y="1071"/>
                      <a:pt x="220" y="1087"/>
                      <a:pt x="213" y="1099"/>
                    </a:cubicBezTo>
                    <a:lnTo>
                      <a:pt x="213" y="1103"/>
                    </a:lnTo>
                    <a:cubicBezTo>
                      <a:pt x="155" y="1217"/>
                      <a:pt x="82" y="1315"/>
                      <a:pt x="1" y="1408"/>
                    </a:cubicBezTo>
                    <a:cubicBezTo>
                      <a:pt x="1" y="1408"/>
                      <a:pt x="33" y="1555"/>
                      <a:pt x="74" y="1741"/>
                    </a:cubicBezTo>
                    <a:cubicBezTo>
                      <a:pt x="74" y="1741"/>
                      <a:pt x="615" y="896"/>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9"/>
              <p:cNvSpPr/>
              <p:nvPr/>
            </p:nvSpPr>
            <p:spPr>
              <a:xfrm>
                <a:off x="5256246" y="876340"/>
                <a:ext cx="24169" cy="6227"/>
              </a:xfrm>
              <a:custGeom>
                <a:avLst/>
                <a:gdLst/>
                <a:ahLst/>
                <a:cxnLst/>
                <a:rect l="l" t="t" r="r" b="b"/>
                <a:pathLst>
                  <a:path w="229" h="59" extrusionOk="0">
                    <a:moveTo>
                      <a:pt x="1" y="0"/>
                    </a:moveTo>
                    <a:lnTo>
                      <a:pt x="1" y="57"/>
                    </a:lnTo>
                    <a:cubicBezTo>
                      <a:pt x="1" y="57"/>
                      <a:pt x="29" y="58"/>
                      <a:pt x="65" y="58"/>
                    </a:cubicBezTo>
                    <a:cubicBezTo>
                      <a:pt x="126" y="58"/>
                      <a:pt x="211" y="55"/>
                      <a:pt x="229" y="37"/>
                    </a:cubicBezTo>
                    <a:lnTo>
                      <a:pt x="229" y="37"/>
                    </a:lnTo>
                    <a:cubicBezTo>
                      <a:pt x="210" y="38"/>
                      <a:pt x="192" y="39"/>
                      <a:pt x="176" y="39"/>
                    </a:cubicBezTo>
                    <a:cubicBezTo>
                      <a:pt x="49" y="39"/>
                      <a:pt x="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9"/>
              <p:cNvSpPr/>
              <p:nvPr/>
            </p:nvSpPr>
            <p:spPr>
              <a:xfrm>
                <a:off x="5254135" y="892488"/>
                <a:ext cx="30607" cy="14459"/>
              </a:xfrm>
              <a:custGeom>
                <a:avLst/>
                <a:gdLst/>
                <a:ahLst/>
                <a:cxnLst/>
                <a:rect l="l" t="t" r="r" b="b"/>
                <a:pathLst>
                  <a:path w="290" h="137" extrusionOk="0">
                    <a:moveTo>
                      <a:pt x="277" y="0"/>
                    </a:moveTo>
                    <a:cubicBezTo>
                      <a:pt x="273" y="0"/>
                      <a:pt x="267" y="3"/>
                      <a:pt x="265" y="6"/>
                    </a:cubicBezTo>
                    <a:cubicBezTo>
                      <a:pt x="219" y="92"/>
                      <a:pt x="154" y="113"/>
                      <a:pt x="102" y="113"/>
                    </a:cubicBezTo>
                    <a:cubicBezTo>
                      <a:pt x="56" y="113"/>
                      <a:pt x="20" y="97"/>
                      <a:pt x="17" y="95"/>
                    </a:cubicBezTo>
                    <a:cubicBezTo>
                      <a:pt x="13" y="95"/>
                      <a:pt x="5" y="95"/>
                      <a:pt x="5" y="103"/>
                    </a:cubicBezTo>
                    <a:cubicBezTo>
                      <a:pt x="0" y="108"/>
                      <a:pt x="5" y="116"/>
                      <a:pt x="9" y="116"/>
                    </a:cubicBezTo>
                    <a:cubicBezTo>
                      <a:pt x="9" y="116"/>
                      <a:pt x="49" y="136"/>
                      <a:pt x="103" y="136"/>
                    </a:cubicBezTo>
                    <a:cubicBezTo>
                      <a:pt x="159" y="136"/>
                      <a:pt x="232" y="112"/>
                      <a:pt x="285" y="14"/>
                    </a:cubicBezTo>
                    <a:cubicBezTo>
                      <a:pt x="289" y="10"/>
                      <a:pt x="285" y="2"/>
                      <a:pt x="281" y="2"/>
                    </a:cubicBezTo>
                    <a:cubicBezTo>
                      <a:pt x="280" y="1"/>
                      <a:pt x="279" y="0"/>
                      <a:pt x="2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9"/>
              <p:cNvSpPr/>
              <p:nvPr/>
            </p:nvSpPr>
            <p:spPr>
              <a:xfrm>
                <a:off x="5265745" y="864730"/>
                <a:ext cx="80318" cy="130978"/>
              </a:xfrm>
              <a:custGeom>
                <a:avLst/>
                <a:gdLst/>
                <a:ahLst/>
                <a:cxnLst/>
                <a:rect l="l" t="t" r="r" b="b"/>
                <a:pathLst>
                  <a:path w="761" h="1241" extrusionOk="0">
                    <a:moveTo>
                      <a:pt x="0" y="0"/>
                    </a:moveTo>
                    <a:cubicBezTo>
                      <a:pt x="1" y="0"/>
                      <a:pt x="468" y="428"/>
                      <a:pt x="329" y="1188"/>
                    </a:cubicBezTo>
                    <a:lnTo>
                      <a:pt x="761" y="1241"/>
                    </a:lnTo>
                    <a:lnTo>
                      <a:pt x="432" y="1115"/>
                    </a:lnTo>
                    <a:cubicBezTo>
                      <a:pt x="432" y="1115"/>
                      <a:pt x="456" y="358"/>
                      <a:pt x="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9"/>
              <p:cNvSpPr/>
              <p:nvPr/>
            </p:nvSpPr>
            <p:spPr>
              <a:xfrm>
                <a:off x="4961360" y="1469703"/>
                <a:ext cx="396840" cy="497316"/>
              </a:xfrm>
              <a:custGeom>
                <a:avLst/>
                <a:gdLst/>
                <a:ahLst/>
                <a:cxnLst/>
                <a:rect l="l" t="t" r="r" b="b"/>
                <a:pathLst>
                  <a:path w="3760" h="4712" extrusionOk="0">
                    <a:moveTo>
                      <a:pt x="663" y="0"/>
                    </a:moveTo>
                    <a:lnTo>
                      <a:pt x="663" y="0"/>
                    </a:lnTo>
                    <a:cubicBezTo>
                      <a:pt x="504" y="147"/>
                      <a:pt x="366" y="248"/>
                      <a:pt x="244" y="318"/>
                    </a:cubicBezTo>
                    <a:cubicBezTo>
                      <a:pt x="151" y="366"/>
                      <a:pt x="73" y="395"/>
                      <a:pt x="0" y="415"/>
                    </a:cubicBezTo>
                    <a:cubicBezTo>
                      <a:pt x="488" y="1611"/>
                      <a:pt x="2697" y="4544"/>
                      <a:pt x="2697" y="4544"/>
                    </a:cubicBezTo>
                    <a:lnTo>
                      <a:pt x="2795" y="4598"/>
                    </a:lnTo>
                    <a:lnTo>
                      <a:pt x="3010" y="4711"/>
                    </a:lnTo>
                    <a:lnTo>
                      <a:pt x="3759" y="4626"/>
                    </a:lnTo>
                    <a:lnTo>
                      <a:pt x="3759" y="4593"/>
                    </a:lnTo>
                    <a:cubicBezTo>
                      <a:pt x="3307" y="4536"/>
                      <a:pt x="997" y="1770"/>
                      <a:pt x="280" y="639"/>
                    </a:cubicBezTo>
                    <a:cubicBezTo>
                      <a:pt x="590" y="428"/>
                      <a:pt x="650" y="77"/>
                      <a:pt x="663" y="0"/>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9"/>
              <p:cNvSpPr/>
              <p:nvPr/>
            </p:nvSpPr>
            <p:spPr>
              <a:xfrm>
                <a:off x="5342580" y="887844"/>
                <a:ext cx="75674" cy="72824"/>
              </a:xfrm>
              <a:custGeom>
                <a:avLst/>
                <a:gdLst/>
                <a:ahLst/>
                <a:cxnLst/>
                <a:rect l="l" t="t" r="r" b="b"/>
                <a:pathLst>
                  <a:path w="717" h="690" extrusionOk="0">
                    <a:moveTo>
                      <a:pt x="566" y="1"/>
                    </a:moveTo>
                    <a:cubicBezTo>
                      <a:pt x="538" y="1"/>
                      <a:pt x="505" y="13"/>
                      <a:pt x="480" y="34"/>
                    </a:cubicBezTo>
                    <a:lnTo>
                      <a:pt x="86" y="372"/>
                    </a:lnTo>
                    <a:cubicBezTo>
                      <a:pt x="1" y="445"/>
                      <a:pt x="5" y="575"/>
                      <a:pt x="90" y="640"/>
                    </a:cubicBezTo>
                    <a:cubicBezTo>
                      <a:pt x="131" y="672"/>
                      <a:pt x="179" y="689"/>
                      <a:pt x="228" y="689"/>
                    </a:cubicBezTo>
                    <a:cubicBezTo>
                      <a:pt x="290" y="689"/>
                      <a:pt x="354" y="665"/>
                      <a:pt x="395" y="611"/>
                    </a:cubicBezTo>
                    <a:lnTo>
                      <a:pt x="651" y="299"/>
                    </a:lnTo>
                    <a:cubicBezTo>
                      <a:pt x="700" y="245"/>
                      <a:pt x="716" y="172"/>
                      <a:pt x="696" y="103"/>
                    </a:cubicBezTo>
                    <a:cubicBezTo>
                      <a:pt x="680" y="38"/>
                      <a:pt x="623" y="1"/>
                      <a:pt x="566"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9"/>
              <p:cNvSpPr/>
              <p:nvPr/>
            </p:nvSpPr>
            <p:spPr>
              <a:xfrm>
                <a:off x="5265745" y="864730"/>
                <a:ext cx="80318" cy="130978"/>
              </a:xfrm>
              <a:custGeom>
                <a:avLst/>
                <a:gdLst/>
                <a:ahLst/>
                <a:cxnLst/>
                <a:rect l="l" t="t" r="r" b="b"/>
                <a:pathLst>
                  <a:path w="761" h="1241" extrusionOk="0">
                    <a:moveTo>
                      <a:pt x="0" y="0"/>
                    </a:moveTo>
                    <a:cubicBezTo>
                      <a:pt x="0" y="0"/>
                      <a:pt x="115" y="73"/>
                      <a:pt x="228" y="269"/>
                    </a:cubicBezTo>
                    <a:cubicBezTo>
                      <a:pt x="448" y="643"/>
                      <a:pt x="432" y="1115"/>
                      <a:pt x="432" y="1115"/>
                    </a:cubicBezTo>
                    <a:lnTo>
                      <a:pt x="761" y="1241"/>
                    </a:lnTo>
                    <a:cubicBezTo>
                      <a:pt x="761" y="1241"/>
                      <a:pt x="293" y="86"/>
                      <a:pt x="0" y="0"/>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9"/>
              <p:cNvSpPr/>
              <p:nvPr/>
            </p:nvSpPr>
            <p:spPr>
              <a:xfrm>
                <a:off x="5289703" y="893016"/>
                <a:ext cx="23325" cy="89500"/>
              </a:xfrm>
              <a:custGeom>
                <a:avLst/>
                <a:gdLst/>
                <a:ahLst/>
                <a:cxnLst/>
                <a:rect l="l" t="t" r="r" b="b"/>
                <a:pathLst>
                  <a:path w="221" h="848" extrusionOk="0">
                    <a:moveTo>
                      <a:pt x="1" y="1"/>
                    </a:moveTo>
                    <a:lnTo>
                      <a:pt x="1" y="1"/>
                    </a:lnTo>
                    <a:cubicBezTo>
                      <a:pt x="98" y="171"/>
                      <a:pt x="196" y="445"/>
                      <a:pt x="205" y="847"/>
                    </a:cubicBezTo>
                    <a:cubicBezTo>
                      <a:pt x="205" y="847"/>
                      <a:pt x="221" y="375"/>
                      <a:pt x="1"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9"/>
              <p:cNvSpPr/>
              <p:nvPr/>
            </p:nvSpPr>
            <p:spPr>
              <a:xfrm>
                <a:off x="4846212" y="1151913"/>
                <a:ext cx="33985" cy="37045"/>
              </a:xfrm>
              <a:custGeom>
                <a:avLst/>
                <a:gdLst/>
                <a:ahLst/>
                <a:cxnLst/>
                <a:rect l="l" t="t" r="r" b="b"/>
                <a:pathLst>
                  <a:path w="322" h="351" extrusionOk="0">
                    <a:moveTo>
                      <a:pt x="206" y="1"/>
                    </a:moveTo>
                    <a:cubicBezTo>
                      <a:pt x="196" y="1"/>
                      <a:pt x="186" y="2"/>
                      <a:pt x="175" y="5"/>
                    </a:cubicBezTo>
                    <a:lnTo>
                      <a:pt x="172" y="5"/>
                    </a:lnTo>
                    <a:cubicBezTo>
                      <a:pt x="66" y="37"/>
                      <a:pt x="1" y="148"/>
                      <a:pt x="25" y="257"/>
                    </a:cubicBezTo>
                    <a:lnTo>
                      <a:pt x="25" y="262"/>
                    </a:lnTo>
                    <a:cubicBezTo>
                      <a:pt x="37" y="316"/>
                      <a:pt x="82" y="351"/>
                      <a:pt x="135" y="351"/>
                    </a:cubicBezTo>
                    <a:cubicBezTo>
                      <a:pt x="138" y="351"/>
                      <a:pt x="140" y="351"/>
                      <a:pt x="143" y="351"/>
                    </a:cubicBezTo>
                    <a:cubicBezTo>
                      <a:pt x="237" y="347"/>
                      <a:pt x="314" y="274"/>
                      <a:pt x="318" y="180"/>
                    </a:cubicBezTo>
                    <a:lnTo>
                      <a:pt x="318" y="119"/>
                    </a:lnTo>
                    <a:cubicBezTo>
                      <a:pt x="321" y="53"/>
                      <a:pt x="267" y="1"/>
                      <a:pt x="2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9"/>
              <p:cNvSpPr/>
              <p:nvPr/>
            </p:nvSpPr>
            <p:spPr>
              <a:xfrm>
                <a:off x="5238621" y="732591"/>
                <a:ext cx="291719" cy="101849"/>
              </a:xfrm>
              <a:custGeom>
                <a:avLst/>
                <a:gdLst/>
                <a:ahLst/>
                <a:cxnLst/>
                <a:rect l="l" t="t" r="r" b="b"/>
                <a:pathLst>
                  <a:path w="2764" h="965" extrusionOk="0">
                    <a:moveTo>
                      <a:pt x="1835" y="1"/>
                    </a:moveTo>
                    <a:cubicBezTo>
                      <a:pt x="1692" y="1"/>
                      <a:pt x="1556" y="40"/>
                      <a:pt x="1433" y="118"/>
                    </a:cubicBezTo>
                    <a:cubicBezTo>
                      <a:pt x="1052" y="359"/>
                      <a:pt x="407" y="384"/>
                      <a:pt x="151" y="384"/>
                    </a:cubicBezTo>
                    <a:cubicBezTo>
                      <a:pt x="84" y="384"/>
                      <a:pt x="43" y="382"/>
                      <a:pt x="42" y="382"/>
                    </a:cubicBezTo>
                    <a:lnTo>
                      <a:pt x="1" y="378"/>
                    </a:lnTo>
                    <a:lnTo>
                      <a:pt x="1" y="378"/>
                    </a:lnTo>
                    <a:lnTo>
                      <a:pt x="38" y="394"/>
                    </a:lnTo>
                    <a:cubicBezTo>
                      <a:pt x="43" y="396"/>
                      <a:pt x="256" y="487"/>
                      <a:pt x="649" y="487"/>
                    </a:cubicBezTo>
                    <a:cubicBezTo>
                      <a:pt x="848" y="487"/>
                      <a:pt x="1093" y="464"/>
                      <a:pt x="1380" y="394"/>
                    </a:cubicBezTo>
                    <a:cubicBezTo>
                      <a:pt x="1478" y="371"/>
                      <a:pt x="1568" y="361"/>
                      <a:pt x="1650" y="361"/>
                    </a:cubicBezTo>
                    <a:cubicBezTo>
                      <a:pt x="1935" y="361"/>
                      <a:pt x="2125" y="481"/>
                      <a:pt x="2238" y="602"/>
                    </a:cubicBezTo>
                    <a:cubicBezTo>
                      <a:pt x="2401" y="764"/>
                      <a:pt x="2458" y="955"/>
                      <a:pt x="2458" y="959"/>
                    </a:cubicBezTo>
                    <a:cubicBezTo>
                      <a:pt x="2458" y="959"/>
                      <a:pt x="2462" y="964"/>
                      <a:pt x="2466" y="964"/>
                    </a:cubicBezTo>
                    <a:cubicBezTo>
                      <a:pt x="2471" y="964"/>
                      <a:pt x="2475" y="959"/>
                      <a:pt x="2475" y="955"/>
                    </a:cubicBezTo>
                    <a:cubicBezTo>
                      <a:pt x="2471" y="948"/>
                      <a:pt x="2287" y="347"/>
                      <a:pt x="1656" y="347"/>
                    </a:cubicBezTo>
                    <a:cubicBezTo>
                      <a:pt x="1571" y="347"/>
                      <a:pt x="1478" y="358"/>
                      <a:pt x="1376" y="382"/>
                    </a:cubicBezTo>
                    <a:cubicBezTo>
                      <a:pt x="1090" y="450"/>
                      <a:pt x="846" y="473"/>
                      <a:pt x="649" y="473"/>
                    </a:cubicBezTo>
                    <a:cubicBezTo>
                      <a:pt x="360" y="473"/>
                      <a:pt x="170" y="424"/>
                      <a:pt x="90" y="398"/>
                    </a:cubicBezTo>
                    <a:lnTo>
                      <a:pt x="90" y="398"/>
                    </a:lnTo>
                    <a:cubicBezTo>
                      <a:pt x="111" y="398"/>
                      <a:pt x="137" y="399"/>
                      <a:pt x="168" y="399"/>
                    </a:cubicBezTo>
                    <a:cubicBezTo>
                      <a:pt x="434" y="399"/>
                      <a:pt x="1066" y="369"/>
                      <a:pt x="1441" y="129"/>
                    </a:cubicBezTo>
                    <a:cubicBezTo>
                      <a:pt x="1568" y="50"/>
                      <a:pt x="1699" y="16"/>
                      <a:pt x="1828" y="16"/>
                    </a:cubicBezTo>
                    <a:cubicBezTo>
                      <a:pt x="2200" y="16"/>
                      <a:pt x="2556" y="294"/>
                      <a:pt x="2747" y="544"/>
                    </a:cubicBezTo>
                    <a:cubicBezTo>
                      <a:pt x="2749" y="547"/>
                      <a:pt x="2751" y="548"/>
                      <a:pt x="2753" y="548"/>
                    </a:cubicBezTo>
                    <a:cubicBezTo>
                      <a:pt x="2755" y="548"/>
                      <a:pt x="2757" y="547"/>
                      <a:pt x="2759" y="544"/>
                    </a:cubicBezTo>
                    <a:cubicBezTo>
                      <a:pt x="2764" y="544"/>
                      <a:pt x="2764" y="540"/>
                      <a:pt x="2759" y="536"/>
                    </a:cubicBezTo>
                    <a:cubicBezTo>
                      <a:pt x="2604" y="333"/>
                      <a:pt x="2393" y="162"/>
                      <a:pt x="2178" y="73"/>
                    </a:cubicBezTo>
                    <a:cubicBezTo>
                      <a:pt x="2062" y="25"/>
                      <a:pt x="194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9"/>
              <p:cNvSpPr/>
              <p:nvPr/>
            </p:nvSpPr>
            <p:spPr>
              <a:xfrm>
                <a:off x="5313873" y="607100"/>
                <a:ext cx="259740" cy="69236"/>
              </a:xfrm>
              <a:custGeom>
                <a:avLst/>
                <a:gdLst/>
                <a:ahLst/>
                <a:cxnLst/>
                <a:rect l="l" t="t" r="r" b="b"/>
                <a:pathLst>
                  <a:path w="2461" h="656" extrusionOk="0">
                    <a:moveTo>
                      <a:pt x="1196" y="0"/>
                    </a:moveTo>
                    <a:cubicBezTo>
                      <a:pt x="639" y="82"/>
                      <a:pt x="12" y="302"/>
                      <a:pt x="4" y="306"/>
                    </a:cubicBezTo>
                    <a:cubicBezTo>
                      <a:pt x="0" y="306"/>
                      <a:pt x="0" y="310"/>
                      <a:pt x="0" y="314"/>
                    </a:cubicBezTo>
                    <a:cubicBezTo>
                      <a:pt x="4" y="318"/>
                      <a:pt x="8" y="318"/>
                      <a:pt x="12" y="318"/>
                    </a:cubicBezTo>
                    <a:cubicBezTo>
                      <a:pt x="16" y="318"/>
                      <a:pt x="643" y="94"/>
                      <a:pt x="1200" y="13"/>
                    </a:cubicBezTo>
                    <a:cubicBezTo>
                      <a:pt x="1933" y="171"/>
                      <a:pt x="2314" y="513"/>
                      <a:pt x="2445" y="655"/>
                    </a:cubicBezTo>
                    <a:lnTo>
                      <a:pt x="2457" y="655"/>
                    </a:lnTo>
                    <a:cubicBezTo>
                      <a:pt x="2461" y="651"/>
                      <a:pt x="2461" y="648"/>
                      <a:pt x="2457" y="644"/>
                    </a:cubicBezTo>
                    <a:cubicBezTo>
                      <a:pt x="2327" y="505"/>
                      <a:pt x="1940" y="159"/>
                      <a:pt x="12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9"/>
              <p:cNvSpPr/>
              <p:nvPr/>
            </p:nvSpPr>
            <p:spPr>
              <a:xfrm>
                <a:off x="6077264" y="2566295"/>
                <a:ext cx="228500" cy="1400232"/>
              </a:xfrm>
              <a:custGeom>
                <a:avLst/>
                <a:gdLst/>
                <a:ahLst/>
                <a:cxnLst/>
                <a:rect l="l" t="t" r="r" b="b"/>
                <a:pathLst>
                  <a:path w="2165" h="13267" extrusionOk="0">
                    <a:moveTo>
                      <a:pt x="651" y="0"/>
                    </a:moveTo>
                    <a:cubicBezTo>
                      <a:pt x="643" y="8"/>
                      <a:pt x="509" y="143"/>
                      <a:pt x="285" y="342"/>
                    </a:cubicBezTo>
                    <a:cubicBezTo>
                      <a:pt x="289" y="367"/>
                      <a:pt x="289" y="387"/>
                      <a:pt x="289" y="408"/>
                    </a:cubicBezTo>
                    <a:cubicBezTo>
                      <a:pt x="297" y="810"/>
                      <a:pt x="216" y="1225"/>
                      <a:pt x="175" y="1628"/>
                    </a:cubicBezTo>
                    <a:cubicBezTo>
                      <a:pt x="126" y="2103"/>
                      <a:pt x="77" y="2584"/>
                      <a:pt x="28" y="3063"/>
                    </a:cubicBezTo>
                    <a:cubicBezTo>
                      <a:pt x="0" y="3312"/>
                      <a:pt x="0" y="3617"/>
                      <a:pt x="216" y="3743"/>
                    </a:cubicBezTo>
                    <a:cubicBezTo>
                      <a:pt x="310" y="3800"/>
                      <a:pt x="419" y="3804"/>
                      <a:pt x="513" y="3857"/>
                    </a:cubicBezTo>
                    <a:cubicBezTo>
                      <a:pt x="806" y="4007"/>
                      <a:pt x="773" y="4422"/>
                      <a:pt x="728" y="4747"/>
                    </a:cubicBezTo>
                    <a:cubicBezTo>
                      <a:pt x="622" y="5607"/>
                      <a:pt x="761" y="6473"/>
                      <a:pt x="899" y="7323"/>
                    </a:cubicBezTo>
                    <a:cubicBezTo>
                      <a:pt x="1220" y="9321"/>
                      <a:pt x="1546" y="11326"/>
                      <a:pt x="2120" y="13266"/>
                    </a:cubicBezTo>
                    <a:cubicBezTo>
                      <a:pt x="2135" y="13189"/>
                      <a:pt x="2148" y="13112"/>
                      <a:pt x="2165" y="13031"/>
                    </a:cubicBezTo>
                    <a:lnTo>
                      <a:pt x="1810" y="10545"/>
                    </a:lnTo>
                    <a:cubicBezTo>
                      <a:pt x="1810" y="10545"/>
                      <a:pt x="1639" y="6778"/>
                      <a:pt x="1562" y="6159"/>
                    </a:cubicBezTo>
                    <a:cubicBezTo>
                      <a:pt x="1350" y="5695"/>
                      <a:pt x="1106" y="5387"/>
                      <a:pt x="1106" y="4996"/>
                    </a:cubicBezTo>
                    <a:cubicBezTo>
                      <a:pt x="1106" y="4980"/>
                      <a:pt x="1106" y="4967"/>
                      <a:pt x="1110" y="4951"/>
                    </a:cubicBezTo>
                    <a:cubicBezTo>
                      <a:pt x="1115" y="4801"/>
                      <a:pt x="1143" y="4435"/>
                      <a:pt x="1143" y="3914"/>
                    </a:cubicBezTo>
                    <a:cubicBezTo>
                      <a:pt x="1143" y="2999"/>
                      <a:pt x="1061" y="1595"/>
                      <a:pt x="6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9"/>
              <p:cNvSpPr/>
              <p:nvPr/>
            </p:nvSpPr>
            <p:spPr>
              <a:xfrm>
                <a:off x="6105549" y="2566295"/>
                <a:ext cx="40528" cy="36201"/>
              </a:xfrm>
              <a:custGeom>
                <a:avLst/>
                <a:gdLst/>
                <a:ahLst/>
                <a:cxnLst/>
                <a:rect l="l" t="t" r="r" b="b"/>
                <a:pathLst>
                  <a:path w="384" h="343" extrusionOk="0">
                    <a:moveTo>
                      <a:pt x="383" y="0"/>
                    </a:moveTo>
                    <a:cubicBezTo>
                      <a:pt x="281" y="53"/>
                      <a:pt x="179" y="110"/>
                      <a:pt x="78" y="164"/>
                    </a:cubicBezTo>
                    <a:cubicBezTo>
                      <a:pt x="49" y="175"/>
                      <a:pt x="25" y="192"/>
                      <a:pt x="1" y="204"/>
                    </a:cubicBezTo>
                    <a:cubicBezTo>
                      <a:pt x="4" y="252"/>
                      <a:pt x="12" y="301"/>
                      <a:pt x="17" y="342"/>
                    </a:cubicBezTo>
                    <a:cubicBezTo>
                      <a:pt x="241" y="143"/>
                      <a:pt x="375" y="8"/>
                      <a:pt x="383" y="0"/>
                    </a:cubicBezTo>
                    <a:close/>
                  </a:path>
                </a:pathLst>
              </a:custGeom>
              <a:solidFill>
                <a:srgbClr val="4C8B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9"/>
              <p:cNvSpPr/>
              <p:nvPr/>
            </p:nvSpPr>
            <p:spPr>
              <a:xfrm>
                <a:off x="3270459" y="2955326"/>
                <a:ext cx="781648" cy="1534588"/>
              </a:xfrm>
              <a:custGeom>
                <a:avLst/>
                <a:gdLst/>
                <a:ahLst/>
                <a:cxnLst/>
                <a:rect l="l" t="t" r="r" b="b"/>
                <a:pathLst>
                  <a:path w="7406" h="14540" extrusionOk="0">
                    <a:moveTo>
                      <a:pt x="3703" y="0"/>
                    </a:moveTo>
                    <a:cubicBezTo>
                      <a:pt x="2698" y="0"/>
                      <a:pt x="1754" y="598"/>
                      <a:pt x="1059" y="1684"/>
                    </a:cubicBezTo>
                    <a:cubicBezTo>
                      <a:pt x="375" y="2742"/>
                      <a:pt x="0" y="4142"/>
                      <a:pt x="0" y="5626"/>
                    </a:cubicBezTo>
                    <a:lnTo>
                      <a:pt x="0" y="11619"/>
                    </a:lnTo>
                    <a:cubicBezTo>
                      <a:pt x="0" y="11741"/>
                      <a:pt x="103" y="11842"/>
                      <a:pt x="225" y="11842"/>
                    </a:cubicBezTo>
                    <a:cubicBezTo>
                      <a:pt x="351" y="11842"/>
                      <a:pt x="449" y="11741"/>
                      <a:pt x="449" y="11619"/>
                    </a:cubicBezTo>
                    <a:lnTo>
                      <a:pt x="449" y="5626"/>
                    </a:lnTo>
                    <a:cubicBezTo>
                      <a:pt x="449" y="4227"/>
                      <a:pt x="798" y="2913"/>
                      <a:pt x="1433" y="1928"/>
                    </a:cubicBezTo>
                    <a:cubicBezTo>
                      <a:pt x="2047" y="973"/>
                      <a:pt x="2852" y="447"/>
                      <a:pt x="3703" y="447"/>
                    </a:cubicBezTo>
                    <a:cubicBezTo>
                      <a:pt x="4553" y="447"/>
                      <a:pt x="5363" y="973"/>
                      <a:pt x="5977" y="1928"/>
                    </a:cubicBezTo>
                    <a:cubicBezTo>
                      <a:pt x="6611" y="2913"/>
                      <a:pt x="6957" y="4227"/>
                      <a:pt x="6957" y="5626"/>
                    </a:cubicBezTo>
                    <a:lnTo>
                      <a:pt x="6957" y="14320"/>
                    </a:lnTo>
                    <a:cubicBezTo>
                      <a:pt x="6957" y="14442"/>
                      <a:pt x="7059" y="14540"/>
                      <a:pt x="7181" y="14540"/>
                    </a:cubicBezTo>
                    <a:cubicBezTo>
                      <a:pt x="7307" y="14540"/>
                      <a:pt x="7405" y="14442"/>
                      <a:pt x="7405" y="14320"/>
                    </a:cubicBezTo>
                    <a:lnTo>
                      <a:pt x="7405" y="5626"/>
                    </a:lnTo>
                    <a:cubicBezTo>
                      <a:pt x="7405" y="4142"/>
                      <a:pt x="7030" y="2742"/>
                      <a:pt x="6352" y="1684"/>
                    </a:cubicBezTo>
                    <a:cubicBezTo>
                      <a:pt x="5652" y="598"/>
                      <a:pt x="4711" y="0"/>
                      <a:pt x="37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9"/>
              <p:cNvSpPr/>
              <p:nvPr/>
            </p:nvSpPr>
            <p:spPr>
              <a:xfrm>
                <a:off x="4171689" y="2955326"/>
                <a:ext cx="781120" cy="1534588"/>
              </a:xfrm>
              <a:custGeom>
                <a:avLst/>
                <a:gdLst/>
                <a:ahLst/>
                <a:cxnLst/>
                <a:rect l="l" t="t" r="r" b="b"/>
                <a:pathLst>
                  <a:path w="7401" h="14540" extrusionOk="0">
                    <a:moveTo>
                      <a:pt x="3699" y="0"/>
                    </a:moveTo>
                    <a:cubicBezTo>
                      <a:pt x="2694" y="0"/>
                      <a:pt x="1754" y="598"/>
                      <a:pt x="1054" y="1684"/>
                    </a:cubicBezTo>
                    <a:cubicBezTo>
                      <a:pt x="375" y="2742"/>
                      <a:pt x="1" y="4142"/>
                      <a:pt x="1" y="5626"/>
                    </a:cubicBezTo>
                    <a:lnTo>
                      <a:pt x="1" y="11619"/>
                    </a:lnTo>
                    <a:cubicBezTo>
                      <a:pt x="1" y="11741"/>
                      <a:pt x="98" y="11842"/>
                      <a:pt x="220" y="11842"/>
                    </a:cubicBezTo>
                    <a:cubicBezTo>
                      <a:pt x="346" y="11842"/>
                      <a:pt x="444" y="11741"/>
                      <a:pt x="444" y="11619"/>
                    </a:cubicBezTo>
                    <a:lnTo>
                      <a:pt x="444" y="5626"/>
                    </a:lnTo>
                    <a:cubicBezTo>
                      <a:pt x="444" y="4227"/>
                      <a:pt x="794" y="2913"/>
                      <a:pt x="1429" y="1928"/>
                    </a:cubicBezTo>
                    <a:cubicBezTo>
                      <a:pt x="2043" y="973"/>
                      <a:pt x="2849" y="447"/>
                      <a:pt x="3699" y="447"/>
                    </a:cubicBezTo>
                    <a:cubicBezTo>
                      <a:pt x="4553" y="447"/>
                      <a:pt x="5359" y="973"/>
                      <a:pt x="5973" y="1928"/>
                    </a:cubicBezTo>
                    <a:cubicBezTo>
                      <a:pt x="6607" y="2913"/>
                      <a:pt x="6957" y="4227"/>
                      <a:pt x="6957" y="5626"/>
                    </a:cubicBezTo>
                    <a:lnTo>
                      <a:pt x="6957" y="14320"/>
                    </a:lnTo>
                    <a:cubicBezTo>
                      <a:pt x="6957" y="14442"/>
                      <a:pt x="7055" y="14540"/>
                      <a:pt x="7181" y="14540"/>
                    </a:cubicBezTo>
                    <a:cubicBezTo>
                      <a:pt x="7303" y="14540"/>
                      <a:pt x="7400" y="14442"/>
                      <a:pt x="7400" y="14320"/>
                    </a:cubicBezTo>
                    <a:lnTo>
                      <a:pt x="7400" y="5626"/>
                    </a:lnTo>
                    <a:cubicBezTo>
                      <a:pt x="7400" y="4142"/>
                      <a:pt x="7026" y="2742"/>
                      <a:pt x="6347" y="1684"/>
                    </a:cubicBezTo>
                    <a:cubicBezTo>
                      <a:pt x="5648" y="598"/>
                      <a:pt x="4707" y="0"/>
                      <a:pt x="36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9"/>
              <p:cNvSpPr/>
              <p:nvPr/>
            </p:nvSpPr>
            <p:spPr>
              <a:xfrm>
                <a:off x="3580966" y="2968202"/>
                <a:ext cx="1466302" cy="328976"/>
              </a:xfrm>
              <a:custGeom>
                <a:avLst/>
                <a:gdLst/>
                <a:ahLst/>
                <a:cxnLst/>
                <a:rect l="l" t="t" r="r" b="b"/>
                <a:pathLst>
                  <a:path w="13893" h="3117" extrusionOk="0">
                    <a:moveTo>
                      <a:pt x="0" y="0"/>
                    </a:moveTo>
                    <a:lnTo>
                      <a:pt x="3153" y="3117"/>
                    </a:lnTo>
                    <a:lnTo>
                      <a:pt x="13893" y="3117"/>
                    </a:lnTo>
                    <a:lnTo>
                      <a:pt x="1073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9"/>
              <p:cNvSpPr/>
              <p:nvPr/>
            </p:nvSpPr>
            <p:spPr>
              <a:xfrm>
                <a:off x="3913636" y="3297074"/>
                <a:ext cx="1133632" cy="134039"/>
              </a:xfrm>
              <a:custGeom>
                <a:avLst/>
                <a:gdLst/>
                <a:ahLst/>
                <a:cxnLst/>
                <a:rect l="l" t="t" r="r" b="b"/>
                <a:pathLst>
                  <a:path w="10741" h="1270" extrusionOk="0">
                    <a:moveTo>
                      <a:pt x="1" y="1"/>
                    </a:moveTo>
                    <a:lnTo>
                      <a:pt x="1" y="1212"/>
                    </a:lnTo>
                    <a:lnTo>
                      <a:pt x="10741" y="1270"/>
                    </a:lnTo>
                    <a:lnTo>
                      <a:pt x="107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9"/>
              <p:cNvSpPr/>
              <p:nvPr/>
            </p:nvSpPr>
            <p:spPr>
              <a:xfrm>
                <a:off x="3249456" y="1292285"/>
                <a:ext cx="1464719" cy="1676015"/>
              </a:xfrm>
              <a:custGeom>
                <a:avLst/>
                <a:gdLst/>
                <a:ahLst/>
                <a:cxnLst/>
                <a:rect l="l" t="t" r="r" b="b"/>
                <a:pathLst>
                  <a:path w="13878" h="15880" extrusionOk="0">
                    <a:moveTo>
                      <a:pt x="0" y="1"/>
                    </a:moveTo>
                    <a:lnTo>
                      <a:pt x="3141" y="15879"/>
                    </a:lnTo>
                    <a:lnTo>
                      <a:pt x="13877" y="15879"/>
                    </a:lnTo>
                    <a:lnTo>
                      <a:pt x="13031" y="11600"/>
                    </a:lnTo>
                    <a:lnTo>
                      <a:pt x="12766" y="10269"/>
                    </a:lnTo>
                    <a:lnTo>
                      <a:pt x="107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9"/>
              <p:cNvSpPr/>
              <p:nvPr/>
            </p:nvSpPr>
            <p:spPr>
              <a:xfrm>
                <a:off x="3247767" y="1291124"/>
                <a:ext cx="1467991" cy="1678865"/>
              </a:xfrm>
              <a:custGeom>
                <a:avLst/>
                <a:gdLst/>
                <a:ahLst/>
                <a:cxnLst/>
                <a:rect l="l" t="t" r="r" b="b"/>
                <a:pathLst>
                  <a:path w="13909" h="15907" extrusionOk="0">
                    <a:moveTo>
                      <a:pt x="10740" y="28"/>
                    </a:moveTo>
                    <a:lnTo>
                      <a:pt x="13876" y="15878"/>
                    </a:lnTo>
                    <a:lnTo>
                      <a:pt x="3169" y="15878"/>
                    </a:lnTo>
                    <a:lnTo>
                      <a:pt x="33" y="28"/>
                    </a:lnTo>
                    <a:close/>
                    <a:moveTo>
                      <a:pt x="16" y="0"/>
                    </a:moveTo>
                    <a:cubicBezTo>
                      <a:pt x="8" y="0"/>
                      <a:pt x="5" y="0"/>
                      <a:pt x="5" y="4"/>
                    </a:cubicBezTo>
                    <a:cubicBezTo>
                      <a:pt x="1" y="8"/>
                      <a:pt x="1" y="12"/>
                      <a:pt x="1" y="17"/>
                    </a:cubicBezTo>
                    <a:lnTo>
                      <a:pt x="3141" y="15894"/>
                    </a:lnTo>
                    <a:cubicBezTo>
                      <a:pt x="3141" y="15902"/>
                      <a:pt x="3149" y="15907"/>
                      <a:pt x="3157" y="15907"/>
                    </a:cubicBezTo>
                    <a:lnTo>
                      <a:pt x="13893" y="15907"/>
                    </a:lnTo>
                    <a:cubicBezTo>
                      <a:pt x="13897" y="15907"/>
                      <a:pt x="13901" y="15902"/>
                      <a:pt x="13905" y="15902"/>
                    </a:cubicBezTo>
                    <a:cubicBezTo>
                      <a:pt x="13909" y="15898"/>
                      <a:pt x="13909" y="15894"/>
                      <a:pt x="13909" y="15890"/>
                    </a:cubicBezTo>
                    <a:lnTo>
                      <a:pt x="10769" y="12"/>
                    </a:lnTo>
                    <a:cubicBezTo>
                      <a:pt x="10765" y="4"/>
                      <a:pt x="10760" y="0"/>
                      <a:pt x="107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9"/>
              <p:cNvSpPr/>
              <p:nvPr/>
            </p:nvSpPr>
            <p:spPr>
              <a:xfrm>
                <a:off x="3158900" y="1292285"/>
                <a:ext cx="422170" cy="1676015"/>
              </a:xfrm>
              <a:custGeom>
                <a:avLst/>
                <a:gdLst/>
                <a:ahLst/>
                <a:cxnLst/>
                <a:rect l="l" t="t" r="r" b="b"/>
                <a:pathLst>
                  <a:path w="4000" h="15880" extrusionOk="0">
                    <a:moveTo>
                      <a:pt x="858" y="1"/>
                    </a:moveTo>
                    <a:cubicBezTo>
                      <a:pt x="366" y="1"/>
                      <a:pt x="0" y="449"/>
                      <a:pt x="94" y="928"/>
                    </a:cubicBezTo>
                    <a:lnTo>
                      <a:pt x="2872" y="14956"/>
                    </a:lnTo>
                    <a:cubicBezTo>
                      <a:pt x="2978" y="15493"/>
                      <a:pt x="3449" y="15879"/>
                      <a:pt x="3999" y="15879"/>
                    </a:cubicBezTo>
                    <a:lnTo>
                      <a:pt x="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9"/>
              <p:cNvSpPr/>
              <p:nvPr/>
            </p:nvSpPr>
            <p:spPr>
              <a:xfrm>
                <a:off x="3459486" y="2859176"/>
                <a:ext cx="454255" cy="565919"/>
              </a:xfrm>
              <a:custGeom>
                <a:avLst/>
                <a:gdLst/>
                <a:ahLst/>
                <a:cxnLst/>
                <a:rect l="l" t="t" r="r" b="b"/>
                <a:pathLst>
                  <a:path w="4304" h="5362" extrusionOk="0">
                    <a:moveTo>
                      <a:pt x="0" y="0"/>
                    </a:moveTo>
                    <a:lnTo>
                      <a:pt x="305" y="1546"/>
                    </a:lnTo>
                    <a:lnTo>
                      <a:pt x="4304" y="5361"/>
                    </a:lnTo>
                    <a:lnTo>
                      <a:pt x="4304" y="4150"/>
                    </a:lnTo>
                    <a:lnTo>
                      <a:pt x="1151" y="1033"/>
                    </a:lnTo>
                    <a:lnTo>
                      <a:pt x="537" y="549"/>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9"/>
              <p:cNvSpPr/>
              <p:nvPr/>
            </p:nvSpPr>
            <p:spPr>
              <a:xfrm>
                <a:off x="4439079" y="4527143"/>
                <a:ext cx="296857" cy="111025"/>
              </a:xfrm>
              <a:custGeom>
                <a:avLst/>
                <a:gdLst/>
                <a:ahLst/>
                <a:cxnLst/>
                <a:rect l="l" t="t" r="r" b="b"/>
                <a:pathLst>
                  <a:path w="2832" h="1052" extrusionOk="0">
                    <a:moveTo>
                      <a:pt x="1932" y="0"/>
                    </a:moveTo>
                    <a:cubicBezTo>
                      <a:pt x="1918" y="0"/>
                      <a:pt x="1903" y="1"/>
                      <a:pt x="1888" y="2"/>
                    </a:cubicBezTo>
                    <a:cubicBezTo>
                      <a:pt x="1754" y="5"/>
                      <a:pt x="1632" y="9"/>
                      <a:pt x="1522" y="17"/>
                    </a:cubicBezTo>
                    <a:cubicBezTo>
                      <a:pt x="1498" y="17"/>
                      <a:pt x="1473" y="17"/>
                      <a:pt x="1449" y="22"/>
                    </a:cubicBezTo>
                    <a:cubicBezTo>
                      <a:pt x="826" y="46"/>
                      <a:pt x="265" y="424"/>
                      <a:pt x="21" y="998"/>
                    </a:cubicBezTo>
                    <a:cubicBezTo>
                      <a:pt x="13" y="1014"/>
                      <a:pt x="5" y="1035"/>
                      <a:pt x="0" y="1051"/>
                    </a:cubicBezTo>
                    <a:lnTo>
                      <a:pt x="2799" y="1051"/>
                    </a:lnTo>
                    <a:cubicBezTo>
                      <a:pt x="2799" y="1051"/>
                      <a:pt x="2832" y="888"/>
                      <a:pt x="2771" y="648"/>
                    </a:cubicBezTo>
                    <a:cubicBezTo>
                      <a:pt x="2673" y="264"/>
                      <a:pt x="2326" y="0"/>
                      <a:pt x="19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9"/>
              <p:cNvSpPr/>
              <p:nvPr/>
            </p:nvSpPr>
            <p:spPr>
              <a:xfrm>
                <a:off x="4292746" y="2549091"/>
                <a:ext cx="906927" cy="1830951"/>
              </a:xfrm>
              <a:custGeom>
                <a:avLst/>
                <a:gdLst/>
                <a:ahLst/>
                <a:cxnLst/>
                <a:rect l="l" t="t" r="r" b="b"/>
                <a:pathLst>
                  <a:path w="8593" h="17348" extrusionOk="0">
                    <a:moveTo>
                      <a:pt x="1321" y="0"/>
                    </a:moveTo>
                    <a:cubicBezTo>
                      <a:pt x="1308" y="0"/>
                      <a:pt x="1165" y="7"/>
                      <a:pt x="13" y="216"/>
                    </a:cubicBezTo>
                    <a:cubicBezTo>
                      <a:pt x="10" y="322"/>
                      <a:pt x="1" y="411"/>
                      <a:pt x="1" y="411"/>
                    </a:cubicBezTo>
                    <a:lnTo>
                      <a:pt x="868" y="2413"/>
                    </a:lnTo>
                    <a:lnTo>
                      <a:pt x="595" y="2576"/>
                    </a:lnTo>
                    <a:cubicBezTo>
                      <a:pt x="595" y="2576"/>
                      <a:pt x="847" y="2816"/>
                      <a:pt x="1209" y="3682"/>
                    </a:cubicBezTo>
                    <a:cubicBezTo>
                      <a:pt x="1242" y="3759"/>
                      <a:pt x="1274" y="3841"/>
                      <a:pt x="1311" y="3930"/>
                    </a:cubicBezTo>
                    <a:cubicBezTo>
                      <a:pt x="1319" y="3955"/>
                      <a:pt x="1331" y="3979"/>
                      <a:pt x="1339" y="4007"/>
                    </a:cubicBezTo>
                    <a:cubicBezTo>
                      <a:pt x="1347" y="4032"/>
                      <a:pt x="1360" y="4056"/>
                      <a:pt x="1368" y="4081"/>
                    </a:cubicBezTo>
                    <a:cubicBezTo>
                      <a:pt x="1372" y="4097"/>
                      <a:pt x="1380" y="4110"/>
                      <a:pt x="1384" y="4125"/>
                    </a:cubicBezTo>
                    <a:cubicBezTo>
                      <a:pt x="1396" y="4163"/>
                      <a:pt x="1413" y="4203"/>
                      <a:pt x="1425" y="4244"/>
                    </a:cubicBezTo>
                    <a:cubicBezTo>
                      <a:pt x="1429" y="4248"/>
                      <a:pt x="1429" y="4248"/>
                      <a:pt x="1429" y="4251"/>
                    </a:cubicBezTo>
                    <a:cubicBezTo>
                      <a:pt x="1441" y="4281"/>
                      <a:pt x="1450" y="4309"/>
                      <a:pt x="1461" y="4341"/>
                    </a:cubicBezTo>
                    <a:cubicBezTo>
                      <a:pt x="1478" y="4386"/>
                      <a:pt x="1490" y="4431"/>
                      <a:pt x="1506" y="4476"/>
                    </a:cubicBezTo>
                    <a:cubicBezTo>
                      <a:pt x="1514" y="4504"/>
                      <a:pt x="1527" y="4529"/>
                      <a:pt x="1535" y="4557"/>
                    </a:cubicBezTo>
                    <a:cubicBezTo>
                      <a:pt x="1572" y="4671"/>
                      <a:pt x="1612" y="4793"/>
                      <a:pt x="1649" y="4923"/>
                    </a:cubicBezTo>
                    <a:cubicBezTo>
                      <a:pt x="1661" y="4959"/>
                      <a:pt x="1673" y="4996"/>
                      <a:pt x="1681" y="5032"/>
                    </a:cubicBezTo>
                    <a:cubicBezTo>
                      <a:pt x="1689" y="5049"/>
                      <a:pt x="1694" y="5070"/>
                      <a:pt x="1698" y="5086"/>
                    </a:cubicBezTo>
                    <a:cubicBezTo>
                      <a:pt x="2564" y="5526"/>
                      <a:pt x="3581" y="5924"/>
                      <a:pt x="4325" y="6196"/>
                    </a:cubicBezTo>
                    <a:cubicBezTo>
                      <a:pt x="4940" y="6420"/>
                      <a:pt x="5371" y="6559"/>
                      <a:pt x="5371" y="6559"/>
                    </a:cubicBezTo>
                    <a:cubicBezTo>
                      <a:pt x="5371" y="6559"/>
                      <a:pt x="5249" y="6774"/>
                      <a:pt x="5252" y="6810"/>
                    </a:cubicBezTo>
                    <a:cubicBezTo>
                      <a:pt x="5254" y="6824"/>
                      <a:pt x="5273" y="6829"/>
                      <a:pt x="5298" y="6829"/>
                    </a:cubicBezTo>
                    <a:cubicBezTo>
                      <a:pt x="5347" y="6829"/>
                      <a:pt x="5419" y="6810"/>
                      <a:pt x="5419" y="6810"/>
                    </a:cubicBezTo>
                    <a:lnTo>
                      <a:pt x="5419" y="6810"/>
                    </a:lnTo>
                    <a:cubicBezTo>
                      <a:pt x="5419" y="6810"/>
                      <a:pt x="5314" y="7018"/>
                      <a:pt x="5335" y="7079"/>
                    </a:cubicBezTo>
                    <a:cubicBezTo>
                      <a:pt x="5348" y="7114"/>
                      <a:pt x="5410" y="7122"/>
                      <a:pt x="5465" y="7122"/>
                    </a:cubicBezTo>
                    <a:cubicBezTo>
                      <a:pt x="5512" y="7122"/>
                      <a:pt x="5554" y="7116"/>
                      <a:pt x="5554" y="7116"/>
                    </a:cubicBezTo>
                    <a:lnTo>
                      <a:pt x="5554" y="7116"/>
                    </a:lnTo>
                    <a:cubicBezTo>
                      <a:pt x="5554" y="7116"/>
                      <a:pt x="5545" y="7197"/>
                      <a:pt x="5530" y="7340"/>
                    </a:cubicBezTo>
                    <a:cubicBezTo>
                      <a:pt x="5526" y="7372"/>
                      <a:pt x="5521" y="7409"/>
                      <a:pt x="5517" y="7445"/>
                    </a:cubicBezTo>
                    <a:cubicBezTo>
                      <a:pt x="5513" y="7473"/>
                      <a:pt x="5509" y="7507"/>
                      <a:pt x="5505" y="7543"/>
                    </a:cubicBezTo>
                    <a:cubicBezTo>
                      <a:pt x="5501" y="7567"/>
                      <a:pt x="5497" y="7595"/>
                      <a:pt x="5497" y="7629"/>
                    </a:cubicBezTo>
                    <a:cubicBezTo>
                      <a:pt x="5493" y="7649"/>
                      <a:pt x="5489" y="7673"/>
                      <a:pt x="5489" y="7698"/>
                    </a:cubicBezTo>
                    <a:cubicBezTo>
                      <a:pt x="5489" y="7698"/>
                      <a:pt x="5489" y="7702"/>
                      <a:pt x="5485" y="7710"/>
                    </a:cubicBezTo>
                    <a:cubicBezTo>
                      <a:pt x="5457" y="7986"/>
                      <a:pt x="5419" y="8344"/>
                      <a:pt x="5383" y="8739"/>
                    </a:cubicBezTo>
                    <a:cubicBezTo>
                      <a:pt x="5335" y="9251"/>
                      <a:pt x="5293" y="9821"/>
                      <a:pt x="5265" y="10350"/>
                    </a:cubicBezTo>
                    <a:cubicBezTo>
                      <a:pt x="5200" y="11814"/>
                      <a:pt x="6380" y="16827"/>
                      <a:pt x="6380" y="16827"/>
                    </a:cubicBezTo>
                    <a:lnTo>
                      <a:pt x="6193" y="17278"/>
                    </a:lnTo>
                    <a:cubicBezTo>
                      <a:pt x="6234" y="17282"/>
                      <a:pt x="6274" y="17286"/>
                      <a:pt x="6319" y="17294"/>
                    </a:cubicBezTo>
                    <a:cubicBezTo>
                      <a:pt x="6347" y="17294"/>
                      <a:pt x="6375" y="17298"/>
                      <a:pt x="6405" y="17302"/>
                    </a:cubicBezTo>
                    <a:lnTo>
                      <a:pt x="6412" y="17302"/>
                    </a:lnTo>
                    <a:cubicBezTo>
                      <a:pt x="6429" y="17306"/>
                      <a:pt x="6441" y="17306"/>
                      <a:pt x="6453" y="17306"/>
                    </a:cubicBezTo>
                    <a:cubicBezTo>
                      <a:pt x="6486" y="17310"/>
                      <a:pt x="6514" y="17315"/>
                      <a:pt x="6546" y="17315"/>
                    </a:cubicBezTo>
                    <a:cubicBezTo>
                      <a:pt x="6579" y="17319"/>
                      <a:pt x="6612" y="17323"/>
                      <a:pt x="6644" y="17323"/>
                    </a:cubicBezTo>
                    <a:cubicBezTo>
                      <a:pt x="6668" y="17327"/>
                      <a:pt x="6689" y="17327"/>
                      <a:pt x="6713" y="17331"/>
                    </a:cubicBezTo>
                    <a:lnTo>
                      <a:pt x="6758" y="17331"/>
                    </a:lnTo>
                    <a:cubicBezTo>
                      <a:pt x="6771" y="17334"/>
                      <a:pt x="6786" y="17334"/>
                      <a:pt x="6799" y="17334"/>
                    </a:cubicBezTo>
                    <a:lnTo>
                      <a:pt x="6820" y="17334"/>
                    </a:lnTo>
                    <a:cubicBezTo>
                      <a:pt x="6835" y="17339"/>
                      <a:pt x="6856" y="17339"/>
                      <a:pt x="6872" y="17339"/>
                    </a:cubicBezTo>
                    <a:cubicBezTo>
                      <a:pt x="6897" y="17339"/>
                      <a:pt x="6925" y="17343"/>
                      <a:pt x="6949" y="17343"/>
                    </a:cubicBezTo>
                    <a:lnTo>
                      <a:pt x="7039" y="17343"/>
                    </a:lnTo>
                    <a:cubicBezTo>
                      <a:pt x="7059" y="17347"/>
                      <a:pt x="7075" y="17347"/>
                      <a:pt x="7092" y="17347"/>
                    </a:cubicBezTo>
                    <a:lnTo>
                      <a:pt x="7177" y="17347"/>
                    </a:lnTo>
                    <a:cubicBezTo>
                      <a:pt x="7205" y="17347"/>
                      <a:pt x="7232" y="17348"/>
                      <a:pt x="7259" y="17348"/>
                    </a:cubicBezTo>
                    <a:cubicBezTo>
                      <a:pt x="8016" y="17348"/>
                      <a:pt x="8532" y="17246"/>
                      <a:pt x="8532" y="17246"/>
                    </a:cubicBezTo>
                    <a:cubicBezTo>
                      <a:pt x="8593" y="14784"/>
                      <a:pt x="8182" y="13421"/>
                      <a:pt x="8019" y="10993"/>
                    </a:cubicBezTo>
                    <a:cubicBezTo>
                      <a:pt x="7860" y="8564"/>
                      <a:pt x="8275" y="6600"/>
                      <a:pt x="8275" y="6600"/>
                    </a:cubicBezTo>
                    <a:lnTo>
                      <a:pt x="8345" y="6249"/>
                    </a:lnTo>
                    <a:lnTo>
                      <a:pt x="7942" y="5073"/>
                    </a:lnTo>
                    <a:lnTo>
                      <a:pt x="7303" y="4813"/>
                    </a:lnTo>
                    <a:cubicBezTo>
                      <a:pt x="6490" y="3263"/>
                      <a:pt x="3134" y="879"/>
                      <a:pt x="2377" y="571"/>
                    </a:cubicBezTo>
                    <a:cubicBezTo>
                      <a:pt x="1616" y="257"/>
                      <a:pt x="1323" y="0"/>
                      <a:pt x="1323" y="0"/>
                    </a:cubicBezTo>
                    <a:cubicBezTo>
                      <a:pt x="1323" y="0"/>
                      <a:pt x="1322" y="0"/>
                      <a:pt x="13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9"/>
              <p:cNvSpPr/>
              <p:nvPr/>
            </p:nvSpPr>
            <p:spPr>
              <a:xfrm>
                <a:off x="3918808" y="2571888"/>
                <a:ext cx="686660" cy="1836439"/>
              </a:xfrm>
              <a:custGeom>
                <a:avLst/>
                <a:gdLst/>
                <a:ahLst/>
                <a:cxnLst/>
                <a:rect l="l" t="t" r="r" b="b"/>
                <a:pathLst>
                  <a:path w="6506" h="17400" extrusionOk="0">
                    <a:moveTo>
                      <a:pt x="3556" y="0"/>
                    </a:moveTo>
                    <a:cubicBezTo>
                      <a:pt x="3544" y="0"/>
                      <a:pt x="3532" y="4"/>
                      <a:pt x="3519" y="8"/>
                    </a:cubicBezTo>
                    <a:cubicBezTo>
                      <a:pt x="3504" y="8"/>
                      <a:pt x="3487" y="13"/>
                      <a:pt x="3471" y="17"/>
                    </a:cubicBezTo>
                    <a:cubicBezTo>
                      <a:pt x="3397" y="28"/>
                      <a:pt x="3320" y="45"/>
                      <a:pt x="3235" y="57"/>
                    </a:cubicBezTo>
                    <a:cubicBezTo>
                      <a:pt x="3206" y="66"/>
                      <a:pt x="3178" y="69"/>
                      <a:pt x="3153" y="73"/>
                    </a:cubicBezTo>
                    <a:cubicBezTo>
                      <a:pt x="3121" y="77"/>
                      <a:pt x="3093" y="86"/>
                      <a:pt x="3059" y="90"/>
                    </a:cubicBezTo>
                    <a:cubicBezTo>
                      <a:pt x="3048" y="94"/>
                      <a:pt x="3031" y="98"/>
                      <a:pt x="3016" y="98"/>
                    </a:cubicBezTo>
                    <a:cubicBezTo>
                      <a:pt x="2982" y="106"/>
                      <a:pt x="2954" y="111"/>
                      <a:pt x="2922" y="118"/>
                    </a:cubicBezTo>
                    <a:cubicBezTo>
                      <a:pt x="2905" y="118"/>
                      <a:pt x="2889" y="122"/>
                      <a:pt x="2873" y="126"/>
                    </a:cubicBezTo>
                    <a:cubicBezTo>
                      <a:pt x="2527" y="192"/>
                      <a:pt x="2226" y="265"/>
                      <a:pt x="1966" y="342"/>
                    </a:cubicBezTo>
                    <a:cubicBezTo>
                      <a:pt x="806" y="691"/>
                      <a:pt x="453" y="1127"/>
                      <a:pt x="453" y="1127"/>
                    </a:cubicBezTo>
                    <a:cubicBezTo>
                      <a:pt x="936" y="1705"/>
                      <a:pt x="1445" y="2347"/>
                      <a:pt x="1660" y="2722"/>
                    </a:cubicBezTo>
                    <a:lnTo>
                      <a:pt x="1685" y="2986"/>
                    </a:lnTo>
                    <a:lnTo>
                      <a:pt x="2210" y="3812"/>
                    </a:lnTo>
                    <a:cubicBezTo>
                      <a:pt x="2210" y="3812"/>
                      <a:pt x="2181" y="3825"/>
                      <a:pt x="2137" y="3840"/>
                    </a:cubicBezTo>
                    <a:cubicBezTo>
                      <a:pt x="1978" y="3906"/>
                      <a:pt x="1583" y="4073"/>
                      <a:pt x="1278" y="4268"/>
                    </a:cubicBezTo>
                    <a:lnTo>
                      <a:pt x="1274" y="4268"/>
                    </a:lnTo>
                    <a:cubicBezTo>
                      <a:pt x="1201" y="4317"/>
                      <a:pt x="1127" y="4369"/>
                      <a:pt x="1071" y="4418"/>
                    </a:cubicBezTo>
                    <a:cubicBezTo>
                      <a:pt x="997" y="4480"/>
                      <a:pt x="941" y="4544"/>
                      <a:pt x="908" y="4602"/>
                    </a:cubicBezTo>
                    <a:cubicBezTo>
                      <a:pt x="838" y="4581"/>
                      <a:pt x="843" y="4495"/>
                      <a:pt x="843" y="4495"/>
                    </a:cubicBezTo>
                    <a:lnTo>
                      <a:pt x="220" y="4016"/>
                    </a:lnTo>
                    <a:cubicBezTo>
                      <a:pt x="220" y="4016"/>
                      <a:pt x="211" y="4016"/>
                      <a:pt x="193" y="4016"/>
                    </a:cubicBezTo>
                    <a:cubicBezTo>
                      <a:pt x="157" y="4016"/>
                      <a:pt x="86" y="4014"/>
                      <a:pt x="1" y="4003"/>
                    </a:cubicBezTo>
                    <a:lnTo>
                      <a:pt x="1" y="4003"/>
                    </a:lnTo>
                    <a:cubicBezTo>
                      <a:pt x="692" y="5139"/>
                      <a:pt x="2267" y="7160"/>
                      <a:pt x="2710" y="7555"/>
                    </a:cubicBezTo>
                    <a:cubicBezTo>
                      <a:pt x="2808" y="7970"/>
                      <a:pt x="2547" y="8849"/>
                      <a:pt x="2539" y="8905"/>
                    </a:cubicBezTo>
                    <a:cubicBezTo>
                      <a:pt x="2527" y="8962"/>
                      <a:pt x="2730" y="8995"/>
                      <a:pt x="2730" y="9052"/>
                    </a:cubicBezTo>
                    <a:cubicBezTo>
                      <a:pt x="2730" y="9105"/>
                      <a:pt x="2633" y="9292"/>
                      <a:pt x="2665" y="9414"/>
                    </a:cubicBezTo>
                    <a:cubicBezTo>
                      <a:pt x="2698" y="9536"/>
                      <a:pt x="2860" y="9589"/>
                      <a:pt x="2860" y="9589"/>
                    </a:cubicBezTo>
                    <a:cubicBezTo>
                      <a:pt x="3304" y="10748"/>
                      <a:pt x="3930" y="16025"/>
                      <a:pt x="4028" y="16855"/>
                    </a:cubicBezTo>
                    <a:cubicBezTo>
                      <a:pt x="4028" y="16879"/>
                      <a:pt x="4032" y="16899"/>
                      <a:pt x="4032" y="16915"/>
                    </a:cubicBezTo>
                    <a:cubicBezTo>
                      <a:pt x="4520" y="17294"/>
                      <a:pt x="5725" y="17383"/>
                      <a:pt x="6253" y="17400"/>
                    </a:cubicBezTo>
                    <a:cubicBezTo>
                      <a:pt x="6266" y="17180"/>
                      <a:pt x="6506" y="13096"/>
                      <a:pt x="6253" y="11851"/>
                    </a:cubicBezTo>
                    <a:cubicBezTo>
                      <a:pt x="5993" y="10573"/>
                      <a:pt x="6176" y="8222"/>
                      <a:pt x="6119" y="7514"/>
                    </a:cubicBezTo>
                    <a:cubicBezTo>
                      <a:pt x="6030" y="7278"/>
                      <a:pt x="5749" y="6916"/>
                      <a:pt x="5749" y="6916"/>
                    </a:cubicBezTo>
                    <a:cubicBezTo>
                      <a:pt x="5603" y="6217"/>
                      <a:pt x="5456" y="5618"/>
                      <a:pt x="5310" y="5105"/>
                    </a:cubicBezTo>
                    <a:cubicBezTo>
                      <a:pt x="5289" y="5024"/>
                      <a:pt x="5265" y="4947"/>
                      <a:pt x="5241" y="4870"/>
                    </a:cubicBezTo>
                    <a:cubicBezTo>
                      <a:pt x="5070" y="4279"/>
                      <a:pt x="4903" y="3821"/>
                      <a:pt x="4752" y="3466"/>
                    </a:cubicBezTo>
                    <a:cubicBezTo>
                      <a:pt x="4390" y="2600"/>
                      <a:pt x="4138" y="2360"/>
                      <a:pt x="4138" y="2360"/>
                    </a:cubicBezTo>
                    <a:lnTo>
                      <a:pt x="4411" y="2197"/>
                    </a:lnTo>
                    <a:lnTo>
                      <a:pt x="3544" y="195"/>
                    </a:lnTo>
                    <a:cubicBezTo>
                      <a:pt x="3544" y="195"/>
                      <a:pt x="3553" y="106"/>
                      <a:pt x="35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9"/>
              <p:cNvSpPr/>
              <p:nvPr/>
            </p:nvSpPr>
            <p:spPr>
              <a:xfrm>
                <a:off x="3918808" y="2994377"/>
                <a:ext cx="563491" cy="1378702"/>
              </a:xfrm>
              <a:custGeom>
                <a:avLst/>
                <a:gdLst/>
                <a:ahLst/>
                <a:cxnLst/>
                <a:rect l="l" t="t" r="r" b="b"/>
                <a:pathLst>
                  <a:path w="5339" h="13063" extrusionOk="0">
                    <a:moveTo>
                      <a:pt x="1" y="0"/>
                    </a:moveTo>
                    <a:cubicBezTo>
                      <a:pt x="692" y="1136"/>
                      <a:pt x="2267" y="3157"/>
                      <a:pt x="2710" y="3552"/>
                    </a:cubicBezTo>
                    <a:cubicBezTo>
                      <a:pt x="2808" y="3967"/>
                      <a:pt x="2547" y="4846"/>
                      <a:pt x="2539" y="4902"/>
                    </a:cubicBezTo>
                    <a:cubicBezTo>
                      <a:pt x="2527" y="4959"/>
                      <a:pt x="2730" y="4992"/>
                      <a:pt x="2730" y="5049"/>
                    </a:cubicBezTo>
                    <a:cubicBezTo>
                      <a:pt x="2730" y="5102"/>
                      <a:pt x="2633" y="5289"/>
                      <a:pt x="2665" y="5411"/>
                    </a:cubicBezTo>
                    <a:cubicBezTo>
                      <a:pt x="2698" y="5533"/>
                      <a:pt x="2860" y="5586"/>
                      <a:pt x="2860" y="5586"/>
                    </a:cubicBezTo>
                    <a:cubicBezTo>
                      <a:pt x="3304" y="6745"/>
                      <a:pt x="3930" y="12022"/>
                      <a:pt x="4028" y="12852"/>
                    </a:cubicBezTo>
                    <a:cubicBezTo>
                      <a:pt x="4182" y="12933"/>
                      <a:pt x="4345" y="13006"/>
                      <a:pt x="4512" y="13063"/>
                    </a:cubicBezTo>
                    <a:cubicBezTo>
                      <a:pt x="4285" y="12306"/>
                      <a:pt x="4565" y="11504"/>
                      <a:pt x="4826" y="10760"/>
                    </a:cubicBezTo>
                    <a:cubicBezTo>
                      <a:pt x="5090" y="10016"/>
                      <a:pt x="5338" y="9194"/>
                      <a:pt x="5061" y="8453"/>
                    </a:cubicBezTo>
                    <a:cubicBezTo>
                      <a:pt x="4915" y="8068"/>
                      <a:pt x="4634" y="7746"/>
                      <a:pt x="4447" y="7376"/>
                    </a:cubicBezTo>
                    <a:cubicBezTo>
                      <a:pt x="4260" y="7009"/>
                      <a:pt x="4142" y="6534"/>
                      <a:pt x="4394" y="6204"/>
                    </a:cubicBezTo>
                    <a:lnTo>
                      <a:pt x="4394" y="6204"/>
                    </a:lnTo>
                    <a:cubicBezTo>
                      <a:pt x="4417" y="6228"/>
                      <a:pt x="4446" y="6238"/>
                      <a:pt x="4477" y="6238"/>
                    </a:cubicBezTo>
                    <a:cubicBezTo>
                      <a:pt x="4546" y="6238"/>
                      <a:pt x="4623" y="6185"/>
                      <a:pt x="4642" y="6115"/>
                    </a:cubicBezTo>
                    <a:cubicBezTo>
                      <a:pt x="4670" y="6013"/>
                      <a:pt x="4614" y="5903"/>
                      <a:pt x="4533" y="5830"/>
                    </a:cubicBezTo>
                    <a:cubicBezTo>
                      <a:pt x="4456" y="5757"/>
                      <a:pt x="4358" y="5708"/>
                      <a:pt x="4272" y="5642"/>
                    </a:cubicBezTo>
                    <a:cubicBezTo>
                      <a:pt x="4073" y="5484"/>
                      <a:pt x="3959" y="5224"/>
                      <a:pt x="3983" y="4972"/>
                    </a:cubicBezTo>
                    <a:cubicBezTo>
                      <a:pt x="4008" y="4719"/>
                      <a:pt x="4167" y="4484"/>
                      <a:pt x="4390" y="4365"/>
                    </a:cubicBezTo>
                    <a:cubicBezTo>
                      <a:pt x="4463" y="4324"/>
                      <a:pt x="4553" y="4296"/>
                      <a:pt x="4602" y="4227"/>
                    </a:cubicBezTo>
                    <a:cubicBezTo>
                      <a:pt x="4663" y="4138"/>
                      <a:pt x="4638" y="4007"/>
                      <a:pt x="4569" y="3918"/>
                    </a:cubicBezTo>
                    <a:cubicBezTo>
                      <a:pt x="4500" y="3832"/>
                      <a:pt x="4398" y="3780"/>
                      <a:pt x="4297" y="3735"/>
                    </a:cubicBezTo>
                    <a:cubicBezTo>
                      <a:pt x="4056" y="3620"/>
                      <a:pt x="3792" y="3515"/>
                      <a:pt x="3589" y="3352"/>
                    </a:cubicBezTo>
                    <a:cubicBezTo>
                      <a:pt x="3601" y="3284"/>
                      <a:pt x="3596" y="3202"/>
                      <a:pt x="3544" y="3121"/>
                    </a:cubicBezTo>
                    <a:cubicBezTo>
                      <a:pt x="3401" y="2909"/>
                      <a:pt x="3637" y="2433"/>
                      <a:pt x="3637" y="2433"/>
                    </a:cubicBezTo>
                    <a:lnTo>
                      <a:pt x="3930" y="2278"/>
                    </a:lnTo>
                    <a:lnTo>
                      <a:pt x="3983" y="2058"/>
                    </a:lnTo>
                    <a:cubicBezTo>
                      <a:pt x="3983" y="2058"/>
                      <a:pt x="3825" y="1660"/>
                      <a:pt x="3784" y="1656"/>
                    </a:cubicBezTo>
                    <a:cubicBezTo>
                      <a:pt x="3782" y="1656"/>
                      <a:pt x="3779" y="1656"/>
                      <a:pt x="3776" y="1656"/>
                    </a:cubicBezTo>
                    <a:cubicBezTo>
                      <a:pt x="3720" y="1656"/>
                      <a:pt x="3500" y="1690"/>
                      <a:pt x="3288" y="1725"/>
                    </a:cubicBezTo>
                    <a:cubicBezTo>
                      <a:pt x="3174" y="1741"/>
                      <a:pt x="3027" y="1799"/>
                      <a:pt x="2905" y="1855"/>
                    </a:cubicBezTo>
                    <a:cubicBezTo>
                      <a:pt x="2787" y="1668"/>
                      <a:pt x="2645" y="1493"/>
                      <a:pt x="2494" y="1326"/>
                    </a:cubicBezTo>
                    <a:cubicBezTo>
                      <a:pt x="2132" y="928"/>
                      <a:pt x="1722" y="574"/>
                      <a:pt x="1274" y="265"/>
                    </a:cubicBezTo>
                    <a:cubicBezTo>
                      <a:pt x="1201" y="314"/>
                      <a:pt x="1127" y="366"/>
                      <a:pt x="1071" y="415"/>
                    </a:cubicBezTo>
                    <a:cubicBezTo>
                      <a:pt x="997" y="477"/>
                      <a:pt x="941" y="541"/>
                      <a:pt x="908" y="599"/>
                    </a:cubicBezTo>
                    <a:cubicBezTo>
                      <a:pt x="838" y="578"/>
                      <a:pt x="843" y="492"/>
                      <a:pt x="843" y="492"/>
                    </a:cubicBezTo>
                    <a:lnTo>
                      <a:pt x="220" y="13"/>
                    </a:lnTo>
                    <a:cubicBezTo>
                      <a:pt x="220" y="13"/>
                      <a:pt x="211" y="13"/>
                      <a:pt x="193" y="13"/>
                    </a:cubicBezTo>
                    <a:cubicBezTo>
                      <a:pt x="157" y="13"/>
                      <a:pt x="86" y="1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9"/>
              <p:cNvSpPr/>
              <p:nvPr/>
            </p:nvSpPr>
            <p:spPr>
              <a:xfrm>
                <a:off x="4021079" y="1329331"/>
                <a:ext cx="234938" cy="332459"/>
              </a:xfrm>
              <a:custGeom>
                <a:avLst/>
                <a:gdLst/>
                <a:ahLst/>
                <a:cxnLst/>
                <a:rect l="l" t="t" r="r" b="b"/>
                <a:pathLst>
                  <a:path w="2226" h="3150" extrusionOk="0">
                    <a:moveTo>
                      <a:pt x="2007" y="0"/>
                    </a:moveTo>
                    <a:cubicBezTo>
                      <a:pt x="1967" y="0"/>
                      <a:pt x="1943" y="7"/>
                      <a:pt x="1867" y="12"/>
                    </a:cubicBezTo>
                    <a:cubicBezTo>
                      <a:pt x="1611" y="29"/>
                      <a:pt x="1371" y="98"/>
                      <a:pt x="1110" y="179"/>
                    </a:cubicBezTo>
                    <a:lnTo>
                      <a:pt x="1123" y="203"/>
                    </a:lnTo>
                    <a:cubicBezTo>
                      <a:pt x="1310" y="630"/>
                      <a:pt x="715" y="844"/>
                      <a:pt x="437" y="844"/>
                    </a:cubicBezTo>
                    <a:cubicBezTo>
                      <a:pt x="402" y="844"/>
                      <a:pt x="372" y="841"/>
                      <a:pt x="350" y="834"/>
                    </a:cubicBezTo>
                    <a:cubicBezTo>
                      <a:pt x="280" y="712"/>
                      <a:pt x="179" y="663"/>
                      <a:pt x="134" y="651"/>
                    </a:cubicBezTo>
                    <a:cubicBezTo>
                      <a:pt x="126" y="647"/>
                      <a:pt x="118" y="643"/>
                      <a:pt x="109" y="643"/>
                    </a:cubicBezTo>
                    <a:lnTo>
                      <a:pt x="98" y="643"/>
                    </a:lnTo>
                    <a:cubicBezTo>
                      <a:pt x="65" y="651"/>
                      <a:pt x="36" y="680"/>
                      <a:pt x="32" y="712"/>
                    </a:cubicBezTo>
                    <a:cubicBezTo>
                      <a:pt x="21" y="826"/>
                      <a:pt x="0" y="1074"/>
                      <a:pt x="28" y="1245"/>
                    </a:cubicBezTo>
                    <a:cubicBezTo>
                      <a:pt x="32" y="1266"/>
                      <a:pt x="36" y="1285"/>
                      <a:pt x="40" y="1302"/>
                    </a:cubicBezTo>
                    <a:cubicBezTo>
                      <a:pt x="77" y="1330"/>
                      <a:pt x="113" y="1351"/>
                      <a:pt x="150" y="1367"/>
                    </a:cubicBezTo>
                    <a:cubicBezTo>
                      <a:pt x="214" y="1389"/>
                      <a:pt x="273" y="1392"/>
                      <a:pt x="295" y="1392"/>
                    </a:cubicBezTo>
                    <a:cubicBezTo>
                      <a:pt x="301" y="1392"/>
                      <a:pt x="305" y="1392"/>
                      <a:pt x="305" y="1392"/>
                    </a:cubicBezTo>
                    <a:lnTo>
                      <a:pt x="305" y="1392"/>
                    </a:lnTo>
                    <a:cubicBezTo>
                      <a:pt x="423" y="2173"/>
                      <a:pt x="269" y="2437"/>
                      <a:pt x="269" y="2437"/>
                    </a:cubicBezTo>
                    <a:lnTo>
                      <a:pt x="1029" y="2901"/>
                    </a:lnTo>
                    <a:lnTo>
                      <a:pt x="1029" y="2905"/>
                    </a:lnTo>
                    <a:lnTo>
                      <a:pt x="1428" y="3149"/>
                    </a:lnTo>
                    <a:lnTo>
                      <a:pt x="1431" y="3149"/>
                    </a:lnTo>
                    <a:lnTo>
                      <a:pt x="1672" y="3145"/>
                    </a:lnTo>
                    <a:cubicBezTo>
                      <a:pt x="1737" y="3051"/>
                      <a:pt x="1953" y="2612"/>
                      <a:pt x="1953" y="2612"/>
                    </a:cubicBezTo>
                    <a:lnTo>
                      <a:pt x="2002" y="2567"/>
                    </a:lnTo>
                    <a:cubicBezTo>
                      <a:pt x="2050" y="2522"/>
                      <a:pt x="2062" y="2453"/>
                      <a:pt x="2034" y="2392"/>
                    </a:cubicBezTo>
                    <a:lnTo>
                      <a:pt x="2026" y="2372"/>
                    </a:lnTo>
                    <a:lnTo>
                      <a:pt x="2103" y="2327"/>
                    </a:lnTo>
                    <a:cubicBezTo>
                      <a:pt x="2124" y="2315"/>
                      <a:pt x="2135" y="2295"/>
                      <a:pt x="2131" y="2270"/>
                    </a:cubicBezTo>
                    <a:lnTo>
                      <a:pt x="2120" y="2173"/>
                    </a:lnTo>
                    <a:lnTo>
                      <a:pt x="2135" y="1029"/>
                    </a:lnTo>
                    <a:cubicBezTo>
                      <a:pt x="2135" y="1029"/>
                      <a:pt x="2111" y="814"/>
                      <a:pt x="2184" y="692"/>
                    </a:cubicBezTo>
                    <a:cubicBezTo>
                      <a:pt x="2217" y="639"/>
                      <a:pt x="2225" y="577"/>
                      <a:pt x="2217" y="521"/>
                    </a:cubicBezTo>
                    <a:cubicBezTo>
                      <a:pt x="2160" y="65"/>
                      <a:pt x="2103" y="8"/>
                      <a:pt x="2103" y="8"/>
                    </a:cubicBezTo>
                    <a:cubicBezTo>
                      <a:pt x="2058" y="2"/>
                      <a:pt x="2030" y="0"/>
                      <a:pt x="2007" y="0"/>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9"/>
              <p:cNvSpPr/>
              <p:nvPr/>
            </p:nvSpPr>
            <p:spPr>
              <a:xfrm>
                <a:off x="3932106" y="1611764"/>
                <a:ext cx="185544" cy="136678"/>
              </a:xfrm>
              <a:custGeom>
                <a:avLst/>
                <a:gdLst/>
                <a:ahLst/>
                <a:cxnLst/>
                <a:rect l="l" t="t" r="r" b="b"/>
                <a:pathLst>
                  <a:path w="1758" h="1295" extrusionOk="0">
                    <a:moveTo>
                      <a:pt x="188" y="1"/>
                    </a:moveTo>
                    <a:cubicBezTo>
                      <a:pt x="188" y="1"/>
                      <a:pt x="94" y="115"/>
                      <a:pt x="34" y="351"/>
                    </a:cubicBezTo>
                    <a:cubicBezTo>
                      <a:pt x="21" y="400"/>
                      <a:pt x="9" y="453"/>
                      <a:pt x="1" y="509"/>
                    </a:cubicBezTo>
                    <a:cubicBezTo>
                      <a:pt x="498" y="640"/>
                      <a:pt x="1502" y="1294"/>
                      <a:pt x="1502" y="1294"/>
                    </a:cubicBezTo>
                    <a:lnTo>
                      <a:pt x="1555" y="1193"/>
                    </a:lnTo>
                    <a:cubicBezTo>
                      <a:pt x="1591" y="1119"/>
                      <a:pt x="1653" y="997"/>
                      <a:pt x="1758" y="787"/>
                    </a:cubicBezTo>
                    <a:cubicBezTo>
                      <a:pt x="1245" y="391"/>
                      <a:pt x="571" y="131"/>
                      <a:pt x="302" y="42"/>
                    </a:cubicBezTo>
                    <a:cubicBezTo>
                      <a:pt x="229" y="13"/>
                      <a:pt x="188" y="1"/>
                      <a:pt x="1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9"/>
              <p:cNvSpPr/>
              <p:nvPr/>
            </p:nvSpPr>
            <p:spPr>
              <a:xfrm>
                <a:off x="4117545" y="1657358"/>
                <a:ext cx="58998" cy="82534"/>
              </a:xfrm>
              <a:custGeom>
                <a:avLst/>
                <a:gdLst/>
                <a:ahLst/>
                <a:cxnLst/>
                <a:rect l="l" t="t" r="r" b="b"/>
                <a:pathLst>
                  <a:path w="559" h="782" extrusionOk="0">
                    <a:moveTo>
                      <a:pt x="282" y="0"/>
                    </a:moveTo>
                    <a:lnTo>
                      <a:pt x="1" y="355"/>
                    </a:lnTo>
                    <a:lnTo>
                      <a:pt x="307" y="781"/>
                    </a:lnTo>
                    <a:lnTo>
                      <a:pt x="551" y="391"/>
                    </a:lnTo>
                    <a:lnTo>
                      <a:pt x="558" y="370"/>
                    </a:lnTo>
                    <a:cubicBezTo>
                      <a:pt x="558" y="370"/>
                      <a:pt x="400" y="94"/>
                      <a:pt x="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9"/>
              <p:cNvSpPr/>
              <p:nvPr/>
            </p:nvSpPr>
            <p:spPr>
              <a:xfrm>
                <a:off x="4117545" y="1646593"/>
                <a:ext cx="59420" cy="82956"/>
              </a:xfrm>
              <a:custGeom>
                <a:avLst/>
                <a:gdLst/>
                <a:ahLst/>
                <a:cxnLst/>
                <a:rect l="l" t="t" r="r" b="b"/>
                <a:pathLst>
                  <a:path w="563" h="786" extrusionOk="0">
                    <a:moveTo>
                      <a:pt x="282" y="8"/>
                    </a:moveTo>
                    <a:cubicBezTo>
                      <a:pt x="391" y="98"/>
                      <a:pt x="542" y="350"/>
                      <a:pt x="555" y="375"/>
                    </a:cubicBezTo>
                    <a:lnTo>
                      <a:pt x="307" y="774"/>
                    </a:lnTo>
                    <a:lnTo>
                      <a:pt x="10" y="359"/>
                    </a:lnTo>
                    <a:lnTo>
                      <a:pt x="282" y="8"/>
                    </a:lnTo>
                    <a:close/>
                    <a:moveTo>
                      <a:pt x="278" y="1"/>
                    </a:moveTo>
                    <a:lnTo>
                      <a:pt x="1" y="354"/>
                    </a:lnTo>
                    <a:lnTo>
                      <a:pt x="1" y="359"/>
                    </a:lnTo>
                    <a:lnTo>
                      <a:pt x="303" y="786"/>
                    </a:lnTo>
                    <a:lnTo>
                      <a:pt x="310" y="786"/>
                    </a:lnTo>
                    <a:lnTo>
                      <a:pt x="562" y="375"/>
                    </a:lnTo>
                    <a:lnTo>
                      <a:pt x="562" y="371"/>
                    </a:lnTo>
                    <a:cubicBezTo>
                      <a:pt x="562" y="371"/>
                      <a:pt x="400" y="94"/>
                      <a:pt x="2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9"/>
              <p:cNvSpPr/>
              <p:nvPr/>
            </p:nvSpPr>
            <p:spPr>
              <a:xfrm>
                <a:off x="3899599" y="1184737"/>
                <a:ext cx="418265" cy="377737"/>
              </a:xfrm>
              <a:custGeom>
                <a:avLst/>
                <a:gdLst/>
                <a:ahLst/>
                <a:cxnLst/>
                <a:rect l="l" t="t" r="r" b="b"/>
                <a:pathLst>
                  <a:path w="3963" h="3579" extrusionOk="0">
                    <a:moveTo>
                      <a:pt x="2022" y="0"/>
                    </a:moveTo>
                    <a:cubicBezTo>
                      <a:pt x="1808" y="0"/>
                      <a:pt x="1598" y="31"/>
                      <a:pt x="1395" y="85"/>
                    </a:cubicBezTo>
                    <a:cubicBezTo>
                      <a:pt x="402" y="345"/>
                      <a:pt x="0" y="1541"/>
                      <a:pt x="626" y="2355"/>
                    </a:cubicBezTo>
                    <a:cubicBezTo>
                      <a:pt x="630" y="2362"/>
                      <a:pt x="635" y="2362"/>
                      <a:pt x="635" y="2362"/>
                    </a:cubicBezTo>
                    <a:lnTo>
                      <a:pt x="614" y="3579"/>
                    </a:lnTo>
                    <a:lnTo>
                      <a:pt x="614" y="3579"/>
                    </a:lnTo>
                    <a:lnTo>
                      <a:pt x="772" y="3526"/>
                    </a:lnTo>
                    <a:lnTo>
                      <a:pt x="952" y="3461"/>
                    </a:lnTo>
                    <a:lnTo>
                      <a:pt x="1301" y="2737"/>
                    </a:lnTo>
                    <a:cubicBezTo>
                      <a:pt x="1264" y="2721"/>
                      <a:pt x="1228" y="2700"/>
                      <a:pt x="1191" y="2672"/>
                    </a:cubicBezTo>
                    <a:cubicBezTo>
                      <a:pt x="1187" y="2655"/>
                      <a:pt x="1183" y="2636"/>
                      <a:pt x="1179" y="2615"/>
                    </a:cubicBezTo>
                    <a:cubicBezTo>
                      <a:pt x="1151" y="2444"/>
                      <a:pt x="1172" y="2196"/>
                      <a:pt x="1183" y="2082"/>
                    </a:cubicBezTo>
                    <a:cubicBezTo>
                      <a:pt x="1187" y="2050"/>
                      <a:pt x="1216" y="2021"/>
                      <a:pt x="1249" y="2013"/>
                    </a:cubicBezTo>
                    <a:lnTo>
                      <a:pt x="1260" y="2013"/>
                    </a:lnTo>
                    <a:cubicBezTo>
                      <a:pt x="1269" y="2013"/>
                      <a:pt x="1277" y="2017"/>
                      <a:pt x="1285" y="2021"/>
                    </a:cubicBezTo>
                    <a:cubicBezTo>
                      <a:pt x="1330" y="2033"/>
                      <a:pt x="1431" y="2082"/>
                      <a:pt x="1501" y="2204"/>
                    </a:cubicBezTo>
                    <a:lnTo>
                      <a:pt x="1505" y="2204"/>
                    </a:lnTo>
                    <a:cubicBezTo>
                      <a:pt x="1526" y="2210"/>
                      <a:pt x="1553" y="2213"/>
                      <a:pt x="1585" y="2213"/>
                    </a:cubicBezTo>
                    <a:cubicBezTo>
                      <a:pt x="1807" y="2213"/>
                      <a:pt x="2242" y="2075"/>
                      <a:pt x="2302" y="1797"/>
                    </a:cubicBezTo>
                    <a:cubicBezTo>
                      <a:pt x="2319" y="1724"/>
                      <a:pt x="2310" y="1643"/>
                      <a:pt x="2261" y="1549"/>
                    </a:cubicBezTo>
                    <a:cubicBezTo>
                      <a:pt x="2522" y="1468"/>
                      <a:pt x="2762" y="1399"/>
                      <a:pt x="3018" y="1382"/>
                    </a:cubicBezTo>
                    <a:cubicBezTo>
                      <a:pt x="3057" y="1380"/>
                      <a:pt x="3096" y="1378"/>
                      <a:pt x="3135" y="1378"/>
                    </a:cubicBezTo>
                    <a:cubicBezTo>
                      <a:pt x="3215" y="1378"/>
                      <a:pt x="3297" y="1384"/>
                      <a:pt x="3384" y="1395"/>
                    </a:cubicBezTo>
                    <a:lnTo>
                      <a:pt x="3506" y="1386"/>
                    </a:lnTo>
                    <a:cubicBezTo>
                      <a:pt x="3710" y="1378"/>
                      <a:pt x="3885" y="1236"/>
                      <a:pt x="3921" y="1040"/>
                    </a:cubicBezTo>
                    <a:cubicBezTo>
                      <a:pt x="3925" y="1029"/>
                      <a:pt x="3925" y="1020"/>
                      <a:pt x="3925" y="1012"/>
                    </a:cubicBezTo>
                    <a:cubicBezTo>
                      <a:pt x="3962" y="760"/>
                      <a:pt x="3819" y="561"/>
                      <a:pt x="3425" y="556"/>
                    </a:cubicBezTo>
                    <a:cubicBezTo>
                      <a:pt x="2983" y="153"/>
                      <a:pt x="2495" y="0"/>
                      <a:pt x="20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9"/>
              <p:cNvSpPr/>
              <p:nvPr/>
            </p:nvSpPr>
            <p:spPr>
              <a:xfrm>
                <a:off x="3963980" y="1473608"/>
                <a:ext cx="165807" cy="221217"/>
              </a:xfrm>
              <a:custGeom>
                <a:avLst/>
                <a:gdLst/>
                <a:ahLst/>
                <a:cxnLst/>
                <a:rect l="l" t="t" r="r" b="b"/>
                <a:pathLst>
                  <a:path w="1571" h="2096" extrusionOk="0">
                    <a:moveTo>
                      <a:pt x="691" y="0"/>
                    </a:moveTo>
                    <a:lnTo>
                      <a:pt x="342" y="724"/>
                    </a:lnTo>
                    <a:lnTo>
                      <a:pt x="162" y="789"/>
                    </a:lnTo>
                    <a:cubicBezTo>
                      <a:pt x="162" y="789"/>
                      <a:pt x="130" y="1144"/>
                      <a:pt x="0" y="1351"/>
                    </a:cubicBezTo>
                    <a:cubicBezTo>
                      <a:pt x="113" y="1388"/>
                      <a:pt x="297" y="1456"/>
                      <a:pt x="513" y="1550"/>
                    </a:cubicBezTo>
                    <a:cubicBezTo>
                      <a:pt x="810" y="1684"/>
                      <a:pt x="1159" y="1867"/>
                      <a:pt x="1456" y="2096"/>
                    </a:cubicBezTo>
                    <a:lnTo>
                      <a:pt x="1570" y="1957"/>
                    </a:lnTo>
                    <a:lnTo>
                      <a:pt x="1570" y="1534"/>
                    </a:lnTo>
                    <a:lnTo>
                      <a:pt x="810" y="1070"/>
                    </a:lnTo>
                    <a:cubicBezTo>
                      <a:pt x="810" y="1070"/>
                      <a:pt x="919" y="883"/>
                      <a:pt x="883" y="354"/>
                    </a:cubicBezTo>
                    <a:cubicBezTo>
                      <a:pt x="874" y="256"/>
                      <a:pt x="862" y="147"/>
                      <a:pt x="846" y="25"/>
                    </a:cubicBezTo>
                    <a:cubicBezTo>
                      <a:pt x="846" y="25"/>
                      <a:pt x="842" y="25"/>
                      <a:pt x="836" y="25"/>
                    </a:cubicBezTo>
                    <a:cubicBezTo>
                      <a:pt x="814" y="25"/>
                      <a:pt x="755" y="22"/>
                      <a:pt x="691" y="0"/>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9"/>
              <p:cNvSpPr/>
              <p:nvPr/>
            </p:nvSpPr>
            <p:spPr>
              <a:xfrm>
                <a:off x="4129683" y="1653031"/>
                <a:ext cx="17731" cy="27124"/>
              </a:xfrm>
              <a:custGeom>
                <a:avLst/>
                <a:gdLst/>
                <a:ahLst/>
                <a:cxnLst/>
                <a:rect l="l" t="t" r="r" b="b"/>
                <a:pathLst>
                  <a:path w="168" h="257" extrusionOk="0">
                    <a:moveTo>
                      <a:pt x="0" y="0"/>
                    </a:moveTo>
                    <a:lnTo>
                      <a:pt x="0" y="257"/>
                    </a:lnTo>
                    <a:lnTo>
                      <a:pt x="167" y="41"/>
                    </a:lnTo>
                    <a:cubicBezTo>
                      <a:pt x="167" y="41"/>
                      <a:pt x="45" y="5"/>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9"/>
              <p:cNvSpPr/>
              <p:nvPr/>
            </p:nvSpPr>
            <p:spPr>
              <a:xfrm>
                <a:off x="3595003" y="1818417"/>
                <a:ext cx="557159" cy="1239174"/>
              </a:xfrm>
              <a:custGeom>
                <a:avLst/>
                <a:gdLst/>
                <a:ahLst/>
                <a:cxnLst/>
                <a:rect l="l" t="t" r="r" b="b"/>
                <a:pathLst>
                  <a:path w="5279" h="11741" extrusionOk="0">
                    <a:moveTo>
                      <a:pt x="774" y="0"/>
                    </a:moveTo>
                    <a:cubicBezTo>
                      <a:pt x="714" y="53"/>
                      <a:pt x="660" y="113"/>
                      <a:pt x="616" y="179"/>
                    </a:cubicBezTo>
                    <a:cubicBezTo>
                      <a:pt x="551" y="273"/>
                      <a:pt x="502" y="374"/>
                      <a:pt x="473" y="480"/>
                    </a:cubicBezTo>
                    <a:cubicBezTo>
                      <a:pt x="453" y="562"/>
                      <a:pt x="440" y="643"/>
                      <a:pt x="440" y="728"/>
                    </a:cubicBezTo>
                    <a:cubicBezTo>
                      <a:pt x="436" y="1099"/>
                      <a:pt x="391" y="1562"/>
                      <a:pt x="323" y="2054"/>
                    </a:cubicBezTo>
                    <a:cubicBezTo>
                      <a:pt x="1" y="3669"/>
                      <a:pt x="99" y="5040"/>
                      <a:pt x="217" y="5557"/>
                    </a:cubicBezTo>
                    <a:cubicBezTo>
                      <a:pt x="335" y="6073"/>
                      <a:pt x="310" y="6777"/>
                      <a:pt x="343" y="6818"/>
                    </a:cubicBezTo>
                    <a:cubicBezTo>
                      <a:pt x="355" y="6831"/>
                      <a:pt x="371" y="6835"/>
                      <a:pt x="386" y="6835"/>
                    </a:cubicBezTo>
                    <a:cubicBezTo>
                      <a:pt x="414" y="6835"/>
                      <a:pt x="440" y="6822"/>
                      <a:pt x="440" y="6822"/>
                    </a:cubicBezTo>
                    <a:lnTo>
                      <a:pt x="440" y="6822"/>
                    </a:lnTo>
                    <a:cubicBezTo>
                      <a:pt x="440" y="6822"/>
                      <a:pt x="363" y="7257"/>
                      <a:pt x="376" y="7367"/>
                    </a:cubicBezTo>
                    <a:cubicBezTo>
                      <a:pt x="388" y="7473"/>
                      <a:pt x="547" y="7538"/>
                      <a:pt x="547" y="7538"/>
                    </a:cubicBezTo>
                    <a:cubicBezTo>
                      <a:pt x="547" y="7538"/>
                      <a:pt x="555" y="7644"/>
                      <a:pt x="575" y="7778"/>
                    </a:cubicBezTo>
                    <a:cubicBezTo>
                      <a:pt x="766" y="8482"/>
                      <a:pt x="2227" y="10564"/>
                      <a:pt x="2646" y="11020"/>
                    </a:cubicBezTo>
                    <a:cubicBezTo>
                      <a:pt x="2784" y="11093"/>
                      <a:pt x="2943" y="11126"/>
                      <a:pt x="3069" y="11142"/>
                    </a:cubicBezTo>
                    <a:cubicBezTo>
                      <a:pt x="3150" y="11150"/>
                      <a:pt x="3219" y="11155"/>
                      <a:pt x="3256" y="11155"/>
                    </a:cubicBezTo>
                    <a:lnTo>
                      <a:pt x="3288" y="11155"/>
                    </a:lnTo>
                    <a:lnTo>
                      <a:pt x="3577" y="11375"/>
                    </a:lnTo>
                    <a:lnTo>
                      <a:pt x="3911" y="11634"/>
                    </a:lnTo>
                    <a:cubicBezTo>
                      <a:pt x="3911" y="11634"/>
                      <a:pt x="3906" y="11720"/>
                      <a:pt x="3976" y="11741"/>
                    </a:cubicBezTo>
                    <a:cubicBezTo>
                      <a:pt x="4009" y="11683"/>
                      <a:pt x="4065" y="11619"/>
                      <a:pt x="4139" y="11557"/>
                    </a:cubicBezTo>
                    <a:cubicBezTo>
                      <a:pt x="4199" y="11504"/>
                      <a:pt x="4269" y="11456"/>
                      <a:pt x="4346" y="11407"/>
                    </a:cubicBezTo>
                    <a:cubicBezTo>
                      <a:pt x="4375" y="11390"/>
                      <a:pt x="4399" y="11375"/>
                      <a:pt x="4428" y="11354"/>
                    </a:cubicBezTo>
                    <a:cubicBezTo>
                      <a:pt x="4721" y="11183"/>
                      <a:pt x="5058" y="11041"/>
                      <a:pt x="5205" y="10979"/>
                    </a:cubicBezTo>
                    <a:cubicBezTo>
                      <a:pt x="5249" y="10964"/>
                      <a:pt x="5278" y="10951"/>
                      <a:pt x="5278" y="10951"/>
                    </a:cubicBezTo>
                    <a:lnTo>
                      <a:pt x="4753" y="10125"/>
                    </a:lnTo>
                    <a:lnTo>
                      <a:pt x="4728" y="9861"/>
                    </a:lnTo>
                    <a:cubicBezTo>
                      <a:pt x="4541" y="9535"/>
                      <a:pt x="4139" y="9019"/>
                      <a:pt x="3724" y="8506"/>
                    </a:cubicBezTo>
                    <a:cubicBezTo>
                      <a:pt x="3654" y="8425"/>
                      <a:pt x="3589" y="8343"/>
                      <a:pt x="3521" y="8266"/>
                    </a:cubicBezTo>
                    <a:cubicBezTo>
                      <a:pt x="3459" y="8189"/>
                      <a:pt x="3399" y="8116"/>
                      <a:pt x="3337" y="8042"/>
                    </a:cubicBezTo>
                    <a:cubicBezTo>
                      <a:pt x="3305" y="8010"/>
                      <a:pt x="3277" y="7973"/>
                      <a:pt x="3247" y="7941"/>
                    </a:cubicBezTo>
                    <a:cubicBezTo>
                      <a:pt x="3219" y="7904"/>
                      <a:pt x="3191" y="7871"/>
                      <a:pt x="3162" y="7835"/>
                    </a:cubicBezTo>
                    <a:cubicBezTo>
                      <a:pt x="3121" y="7790"/>
                      <a:pt x="3085" y="7749"/>
                      <a:pt x="3048" y="7704"/>
                    </a:cubicBezTo>
                    <a:cubicBezTo>
                      <a:pt x="3024" y="7676"/>
                      <a:pt x="2999" y="7648"/>
                      <a:pt x="2975" y="7620"/>
                    </a:cubicBezTo>
                    <a:cubicBezTo>
                      <a:pt x="2873" y="7501"/>
                      <a:pt x="2784" y="7396"/>
                      <a:pt x="2702" y="7306"/>
                    </a:cubicBezTo>
                    <a:cubicBezTo>
                      <a:pt x="2613" y="7196"/>
                      <a:pt x="2536" y="7111"/>
                      <a:pt x="2487" y="7054"/>
                    </a:cubicBezTo>
                    <a:cubicBezTo>
                      <a:pt x="2539" y="6875"/>
                      <a:pt x="2573" y="6753"/>
                      <a:pt x="2413" y="6745"/>
                    </a:cubicBezTo>
                    <a:cubicBezTo>
                      <a:pt x="2280" y="5911"/>
                      <a:pt x="2556" y="4491"/>
                      <a:pt x="2206" y="3250"/>
                    </a:cubicBezTo>
                    <a:cubicBezTo>
                      <a:pt x="1632" y="106"/>
                      <a:pt x="774" y="0"/>
                      <a:pt x="7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9"/>
              <p:cNvSpPr/>
              <p:nvPr/>
            </p:nvSpPr>
            <p:spPr>
              <a:xfrm>
                <a:off x="3966513" y="2587298"/>
                <a:ext cx="245281" cy="128973"/>
              </a:xfrm>
              <a:custGeom>
                <a:avLst/>
                <a:gdLst/>
                <a:ahLst/>
                <a:cxnLst/>
                <a:rect l="l" t="t" r="r" b="b"/>
                <a:pathLst>
                  <a:path w="2324" h="1222" extrusionOk="0">
                    <a:moveTo>
                      <a:pt x="2307" y="1"/>
                    </a:moveTo>
                    <a:cubicBezTo>
                      <a:pt x="2010" y="62"/>
                      <a:pt x="1745" y="127"/>
                      <a:pt x="1514" y="196"/>
                    </a:cubicBezTo>
                    <a:cubicBezTo>
                      <a:pt x="354" y="545"/>
                      <a:pt x="1" y="981"/>
                      <a:pt x="1" y="981"/>
                    </a:cubicBezTo>
                    <a:cubicBezTo>
                      <a:pt x="69" y="1058"/>
                      <a:pt x="134" y="1140"/>
                      <a:pt x="204" y="1221"/>
                    </a:cubicBezTo>
                    <a:cubicBezTo>
                      <a:pt x="801" y="408"/>
                      <a:pt x="2051" y="127"/>
                      <a:pt x="2323" y="74"/>
                    </a:cubicBezTo>
                    <a:lnTo>
                      <a:pt x="23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9"/>
              <p:cNvSpPr/>
              <p:nvPr/>
            </p:nvSpPr>
            <p:spPr>
              <a:xfrm>
                <a:off x="4031739" y="2977173"/>
                <a:ext cx="314411" cy="253091"/>
              </a:xfrm>
              <a:custGeom>
                <a:avLst/>
                <a:gdLst/>
                <a:ahLst/>
                <a:cxnLst/>
                <a:rect l="l" t="t" r="r" b="b"/>
                <a:pathLst>
                  <a:path w="2979" h="2398" extrusionOk="0">
                    <a:moveTo>
                      <a:pt x="1067" y="0"/>
                    </a:moveTo>
                    <a:cubicBezTo>
                      <a:pt x="908" y="66"/>
                      <a:pt x="513" y="233"/>
                      <a:pt x="208" y="428"/>
                    </a:cubicBezTo>
                    <a:cubicBezTo>
                      <a:pt x="131" y="477"/>
                      <a:pt x="61" y="525"/>
                      <a:pt x="1" y="578"/>
                    </a:cubicBezTo>
                    <a:cubicBezTo>
                      <a:pt x="1" y="578"/>
                      <a:pt x="66" y="728"/>
                      <a:pt x="164" y="940"/>
                    </a:cubicBezTo>
                    <a:cubicBezTo>
                      <a:pt x="342" y="1335"/>
                      <a:pt x="631" y="1941"/>
                      <a:pt x="806" y="2210"/>
                    </a:cubicBezTo>
                    <a:lnTo>
                      <a:pt x="1197" y="2255"/>
                    </a:lnTo>
                    <a:lnTo>
                      <a:pt x="1319" y="2397"/>
                    </a:lnTo>
                    <a:lnTo>
                      <a:pt x="1867" y="2336"/>
                    </a:lnTo>
                    <a:lnTo>
                      <a:pt x="2027" y="2397"/>
                    </a:lnTo>
                    <a:lnTo>
                      <a:pt x="2470" y="2193"/>
                    </a:lnTo>
                    <a:lnTo>
                      <a:pt x="2588" y="2328"/>
                    </a:lnTo>
                    <a:lnTo>
                      <a:pt x="2971" y="2206"/>
                    </a:lnTo>
                    <a:cubicBezTo>
                      <a:pt x="2971" y="2206"/>
                      <a:pt x="2979" y="2035"/>
                      <a:pt x="2938" y="1799"/>
                    </a:cubicBezTo>
                    <a:cubicBezTo>
                      <a:pt x="2913" y="1673"/>
                      <a:pt x="2873" y="1526"/>
                      <a:pt x="2812" y="1372"/>
                    </a:cubicBezTo>
                    <a:cubicBezTo>
                      <a:pt x="2458" y="989"/>
                      <a:pt x="1518" y="317"/>
                      <a:pt x="1189" y="82"/>
                    </a:cubicBezTo>
                    <a:cubicBezTo>
                      <a:pt x="1111" y="29"/>
                      <a:pt x="1067" y="0"/>
                      <a:pt x="1067" y="0"/>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9"/>
              <p:cNvSpPr/>
              <p:nvPr/>
            </p:nvSpPr>
            <p:spPr>
              <a:xfrm>
                <a:off x="4014535" y="3038177"/>
                <a:ext cx="34512" cy="38312"/>
              </a:xfrm>
              <a:custGeom>
                <a:avLst/>
                <a:gdLst/>
                <a:ahLst/>
                <a:cxnLst/>
                <a:rect l="l" t="t" r="r" b="b"/>
                <a:pathLst>
                  <a:path w="327" h="363" extrusionOk="0">
                    <a:moveTo>
                      <a:pt x="164" y="0"/>
                    </a:moveTo>
                    <a:cubicBezTo>
                      <a:pt x="90" y="62"/>
                      <a:pt x="34" y="126"/>
                      <a:pt x="1" y="188"/>
                    </a:cubicBezTo>
                    <a:cubicBezTo>
                      <a:pt x="1" y="188"/>
                      <a:pt x="135" y="338"/>
                      <a:pt x="327" y="362"/>
                    </a:cubicBezTo>
                    <a:cubicBezTo>
                      <a:pt x="229" y="150"/>
                      <a:pt x="164"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9"/>
              <p:cNvSpPr/>
              <p:nvPr/>
            </p:nvSpPr>
            <p:spPr>
              <a:xfrm>
                <a:off x="4138231" y="1330175"/>
                <a:ext cx="117363" cy="331615"/>
              </a:xfrm>
              <a:custGeom>
                <a:avLst/>
                <a:gdLst/>
                <a:ahLst/>
                <a:cxnLst/>
                <a:rect l="l" t="t" r="r" b="b"/>
                <a:pathLst>
                  <a:path w="1112" h="3142" extrusionOk="0">
                    <a:moveTo>
                      <a:pt x="883" y="0"/>
                    </a:moveTo>
                    <a:cubicBezTo>
                      <a:pt x="843" y="0"/>
                      <a:pt x="798" y="4"/>
                      <a:pt x="757" y="4"/>
                    </a:cubicBezTo>
                    <a:cubicBezTo>
                      <a:pt x="501" y="21"/>
                      <a:pt x="261" y="90"/>
                      <a:pt x="0" y="171"/>
                    </a:cubicBezTo>
                    <a:cubicBezTo>
                      <a:pt x="4" y="179"/>
                      <a:pt x="9" y="188"/>
                      <a:pt x="13" y="199"/>
                    </a:cubicBezTo>
                    <a:lnTo>
                      <a:pt x="90" y="359"/>
                    </a:lnTo>
                    <a:cubicBezTo>
                      <a:pt x="143" y="468"/>
                      <a:pt x="224" y="562"/>
                      <a:pt x="326" y="623"/>
                    </a:cubicBezTo>
                    <a:cubicBezTo>
                      <a:pt x="383" y="663"/>
                      <a:pt x="448" y="691"/>
                      <a:pt x="517" y="708"/>
                    </a:cubicBezTo>
                    <a:lnTo>
                      <a:pt x="725" y="721"/>
                    </a:lnTo>
                    <a:lnTo>
                      <a:pt x="815" y="765"/>
                    </a:lnTo>
                    <a:lnTo>
                      <a:pt x="879" y="798"/>
                    </a:lnTo>
                    <a:lnTo>
                      <a:pt x="932" y="770"/>
                    </a:lnTo>
                    <a:lnTo>
                      <a:pt x="920" y="871"/>
                    </a:lnTo>
                    <a:lnTo>
                      <a:pt x="806" y="838"/>
                    </a:lnTo>
                    <a:lnTo>
                      <a:pt x="806" y="838"/>
                    </a:lnTo>
                    <a:cubicBezTo>
                      <a:pt x="806" y="847"/>
                      <a:pt x="810" y="875"/>
                      <a:pt x="822" y="1001"/>
                    </a:cubicBezTo>
                    <a:cubicBezTo>
                      <a:pt x="826" y="1033"/>
                      <a:pt x="830" y="1078"/>
                      <a:pt x="834" y="1127"/>
                    </a:cubicBezTo>
                    <a:cubicBezTo>
                      <a:pt x="875" y="1521"/>
                      <a:pt x="639" y="1847"/>
                      <a:pt x="639" y="1847"/>
                    </a:cubicBezTo>
                    <a:lnTo>
                      <a:pt x="546" y="1957"/>
                    </a:lnTo>
                    <a:cubicBezTo>
                      <a:pt x="607" y="1941"/>
                      <a:pt x="651" y="1941"/>
                      <a:pt x="651" y="1941"/>
                    </a:cubicBezTo>
                    <a:lnTo>
                      <a:pt x="655" y="1941"/>
                    </a:lnTo>
                    <a:cubicBezTo>
                      <a:pt x="655" y="1945"/>
                      <a:pt x="655" y="1945"/>
                      <a:pt x="651" y="1945"/>
                    </a:cubicBezTo>
                    <a:cubicBezTo>
                      <a:pt x="651" y="1945"/>
                      <a:pt x="603" y="1949"/>
                      <a:pt x="537" y="1970"/>
                    </a:cubicBezTo>
                    <a:lnTo>
                      <a:pt x="310" y="2234"/>
                    </a:lnTo>
                    <a:cubicBezTo>
                      <a:pt x="310" y="2234"/>
                      <a:pt x="82" y="2636"/>
                      <a:pt x="248" y="3059"/>
                    </a:cubicBezTo>
                    <a:cubicBezTo>
                      <a:pt x="306" y="3125"/>
                      <a:pt x="318" y="3137"/>
                      <a:pt x="318" y="3141"/>
                    </a:cubicBezTo>
                    <a:lnTo>
                      <a:pt x="321" y="3141"/>
                    </a:lnTo>
                    <a:lnTo>
                      <a:pt x="562" y="3137"/>
                    </a:lnTo>
                    <a:cubicBezTo>
                      <a:pt x="627" y="3043"/>
                      <a:pt x="843" y="2604"/>
                      <a:pt x="843" y="2604"/>
                    </a:cubicBezTo>
                    <a:lnTo>
                      <a:pt x="892" y="2559"/>
                    </a:lnTo>
                    <a:cubicBezTo>
                      <a:pt x="924" y="2531"/>
                      <a:pt x="940" y="2490"/>
                      <a:pt x="940" y="2449"/>
                    </a:cubicBezTo>
                    <a:cubicBezTo>
                      <a:pt x="940" y="2429"/>
                      <a:pt x="937" y="2405"/>
                      <a:pt x="924" y="2384"/>
                    </a:cubicBezTo>
                    <a:lnTo>
                      <a:pt x="916" y="2364"/>
                    </a:lnTo>
                    <a:lnTo>
                      <a:pt x="993" y="2319"/>
                    </a:lnTo>
                    <a:cubicBezTo>
                      <a:pt x="1014" y="2307"/>
                      <a:pt x="1021" y="2291"/>
                      <a:pt x="1021" y="2270"/>
                    </a:cubicBezTo>
                    <a:lnTo>
                      <a:pt x="1021" y="2262"/>
                    </a:lnTo>
                    <a:lnTo>
                      <a:pt x="1010" y="2165"/>
                    </a:lnTo>
                    <a:lnTo>
                      <a:pt x="1025" y="1021"/>
                    </a:lnTo>
                    <a:cubicBezTo>
                      <a:pt x="1025" y="1021"/>
                      <a:pt x="1021" y="989"/>
                      <a:pt x="1021" y="940"/>
                    </a:cubicBezTo>
                    <a:cubicBezTo>
                      <a:pt x="1021" y="867"/>
                      <a:pt x="1029" y="757"/>
                      <a:pt x="1074" y="684"/>
                    </a:cubicBezTo>
                    <a:cubicBezTo>
                      <a:pt x="1099" y="643"/>
                      <a:pt x="1111" y="594"/>
                      <a:pt x="1111" y="550"/>
                    </a:cubicBezTo>
                    <a:cubicBezTo>
                      <a:pt x="1111" y="537"/>
                      <a:pt x="1111" y="525"/>
                      <a:pt x="1107" y="513"/>
                    </a:cubicBezTo>
                    <a:cubicBezTo>
                      <a:pt x="1059" y="122"/>
                      <a:pt x="1010" y="25"/>
                      <a:pt x="997" y="4"/>
                    </a:cubicBezTo>
                    <a:cubicBezTo>
                      <a:pt x="961" y="0"/>
                      <a:pt x="920" y="0"/>
                      <a:pt x="883" y="0"/>
                    </a:cubicBezTo>
                    <a:close/>
                  </a:path>
                </a:pathLst>
              </a:custGeom>
              <a:solidFill>
                <a:srgbClr val="F7CE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9"/>
              <p:cNvSpPr/>
              <p:nvPr/>
            </p:nvSpPr>
            <p:spPr>
              <a:xfrm>
                <a:off x="4138231" y="1329331"/>
                <a:ext cx="105331" cy="21953"/>
              </a:xfrm>
              <a:custGeom>
                <a:avLst/>
                <a:gdLst/>
                <a:ahLst/>
                <a:cxnLst/>
                <a:rect l="l" t="t" r="r" b="b"/>
                <a:pathLst>
                  <a:path w="998" h="208" extrusionOk="0">
                    <a:moveTo>
                      <a:pt x="899" y="0"/>
                    </a:moveTo>
                    <a:cubicBezTo>
                      <a:pt x="855" y="0"/>
                      <a:pt x="834" y="8"/>
                      <a:pt x="757" y="12"/>
                    </a:cubicBezTo>
                    <a:cubicBezTo>
                      <a:pt x="798" y="12"/>
                      <a:pt x="843" y="8"/>
                      <a:pt x="883" y="8"/>
                    </a:cubicBezTo>
                    <a:cubicBezTo>
                      <a:pt x="920" y="8"/>
                      <a:pt x="961" y="8"/>
                      <a:pt x="997" y="12"/>
                    </a:cubicBezTo>
                    <a:lnTo>
                      <a:pt x="993" y="8"/>
                    </a:lnTo>
                    <a:cubicBezTo>
                      <a:pt x="948" y="4"/>
                      <a:pt x="924" y="0"/>
                      <a:pt x="899" y="0"/>
                    </a:cubicBezTo>
                    <a:close/>
                    <a:moveTo>
                      <a:pt x="0" y="179"/>
                    </a:moveTo>
                    <a:lnTo>
                      <a:pt x="0" y="179"/>
                    </a:lnTo>
                    <a:cubicBezTo>
                      <a:pt x="4" y="187"/>
                      <a:pt x="9" y="196"/>
                      <a:pt x="13" y="207"/>
                    </a:cubicBezTo>
                    <a:lnTo>
                      <a:pt x="13" y="203"/>
                    </a:lnTo>
                    <a:lnTo>
                      <a:pt x="0" y="179"/>
                    </a:lnTo>
                    <a:close/>
                  </a:path>
                </a:pathLst>
              </a:custGeom>
              <a:solidFill>
                <a:srgbClr val="886F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9"/>
              <p:cNvSpPr/>
              <p:nvPr/>
            </p:nvSpPr>
            <p:spPr>
              <a:xfrm>
                <a:off x="3676693" y="1665485"/>
                <a:ext cx="754418" cy="957165"/>
              </a:xfrm>
              <a:custGeom>
                <a:avLst/>
                <a:gdLst/>
                <a:ahLst/>
                <a:cxnLst/>
                <a:rect l="l" t="t" r="r" b="b"/>
                <a:pathLst>
                  <a:path w="7148" h="9069" extrusionOk="0">
                    <a:moveTo>
                      <a:pt x="2421" y="0"/>
                    </a:moveTo>
                    <a:cubicBezTo>
                      <a:pt x="2421" y="0"/>
                      <a:pt x="2360" y="41"/>
                      <a:pt x="2254" y="107"/>
                    </a:cubicBezTo>
                    <a:cubicBezTo>
                      <a:pt x="1855" y="346"/>
                      <a:pt x="830" y="948"/>
                      <a:pt x="73" y="1266"/>
                    </a:cubicBezTo>
                    <a:cubicBezTo>
                      <a:pt x="66" y="1269"/>
                      <a:pt x="62" y="1269"/>
                      <a:pt x="57" y="1273"/>
                    </a:cubicBezTo>
                    <a:cubicBezTo>
                      <a:pt x="53" y="1273"/>
                      <a:pt x="49" y="1278"/>
                      <a:pt x="45" y="1278"/>
                    </a:cubicBezTo>
                    <a:cubicBezTo>
                      <a:pt x="70" y="1395"/>
                      <a:pt x="0" y="1449"/>
                      <a:pt x="0" y="1449"/>
                    </a:cubicBezTo>
                    <a:cubicBezTo>
                      <a:pt x="4" y="1453"/>
                      <a:pt x="17" y="1453"/>
                      <a:pt x="41" y="1461"/>
                    </a:cubicBezTo>
                    <a:cubicBezTo>
                      <a:pt x="212" y="1526"/>
                      <a:pt x="928" y="1953"/>
                      <a:pt x="1432" y="4699"/>
                    </a:cubicBezTo>
                    <a:cubicBezTo>
                      <a:pt x="1782" y="5940"/>
                      <a:pt x="1506" y="7360"/>
                      <a:pt x="1639" y="8194"/>
                    </a:cubicBezTo>
                    <a:cubicBezTo>
                      <a:pt x="1721" y="8198"/>
                      <a:pt x="1754" y="8230"/>
                      <a:pt x="1758" y="8287"/>
                    </a:cubicBezTo>
                    <a:cubicBezTo>
                      <a:pt x="1762" y="8340"/>
                      <a:pt x="1741" y="8413"/>
                      <a:pt x="1713" y="8503"/>
                    </a:cubicBezTo>
                    <a:cubicBezTo>
                      <a:pt x="1762" y="8560"/>
                      <a:pt x="1839" y="8645"/>
                      <a:pt x="1928" y="8755"/>
                    </a:cubicBezTo>
                    <a:cubicBezTo>
                      <a:pt x="2010" y="8845"/>
                      <a:pt x="2099" y="8950"/>
                      <a:pt x="2201" y="9069"/>
                    </a:cubicBezTo>
                    <a:cubicBezTo>
                      <a:pt x="2201" y="9069"/>
                      <a:pt x="2311" y="8962"/>
                      <a:pt x="2555" y="8816"/>
                    </a:cubicBezTo>
                    <a:cubicBezTo>
                      <a:pt x="2811" y="8665"/>
                      <a:pt x="3218" y="8466"/>
                      <a:pt x="3804" y="8299"/>
                    </a:cubicBezTo>
                    <a:cubicBezTo>
                      <a:pt x="3885" y="8275"/>
                      <a:pt x="3967" y="8254"/>
                      <a:pt x="4052" y="8230"/>
                    </a:cubicBezTo>
                    <a:cubicBezTo>
                      <a:pt x="4170" y="8202"/>
                      <a:pt x="4292" y="8173"/>
                      <a:pt x="4422" y="8149"/>
                    </a:cubicBezTo>
                    <a:cubicBezTo>
                      <a:pt x="5040" y="8023"/>
                      <a:pt x="5810" y="7932"/>
                      <a:pt x="6750" y="7932"/>
                    </a:cubicBezTo>
                    <a:cubicBezTo>
                      <a:pt x="6806" y="7932"/>
                      <a:pt x="6863" y="7932"/>
                      <a:pt x="6921" y="7933"/>
                    </a:cubicBezTo>
                    <a:cubicBezTo>
                      <a:pt x="7148" y="7571"/>
                      <a:pt x="7111" y="7461"/>
                      <a:pt x="7111" y="7319"/>
                    </a:cubicBezTo>
                    <a:cubicBezTo>
                      <a:pt x="7111" y="7180"/>
                      <a:pt x="6964" y="7014"/>
                      <a:pt x="6964" y="7014"/>
                    </a:cubicBezTo>
                    <a:cubicBezTo>
                      <a:pt x="6964" y="7014"/>
                      <a:pt x="6985" y="6774"/>
                      <a:pt x="6998" y="6387"/>
                    </a:cubicBezTo>
                    <a:cubicBezTo>
                      <a:pt x="7050" y="5167"/>
                      <a:pt x="7099" y="2482"/>
                      <a:pt x="6594" y="1205"/>
                    </a:cubicBezTo>
                    <a:cubicBezTo>
                      <a:pt x="6587" y="1188"/>
                      <a:pt x="6579" y="1172"/>
                      <a:pt x="6574" y="1156"/>
                    </a:cubicBezTo>
                    <a:cubicBezTo>
                      <a:pt x="5683" y="774"/>
                      <a:pt x="5468" y="798"/>
                      <a:pt x="4760" y="338"/>
                    </a:cubicBezTo>
                    <a:cubicBezTo>
                      <a:pt x="4752" y="330"/>
                      <a:pt x="4739" y="321"/>
                      <a:pt x="4728" y="314"/>
                    </a:cubicBezTo>
                    <a:lnTo>
                      <a:pt x="4484" y="704"/>
                    </a:lnTo>
                    <a:lnTo>
                      <a:pt x="4178" y="278"/>
                    </a:lnTo>
                    <a:cubicBezTo>
                      <a:pt x="4073" y="488"/>
                      <a:pt x="4011" y="610"/>
                      <a:pt x="3975" y="684"/>
                    </a:cubicBezTo>
                    <a:cubicBezTo>
                      <a:pt x="3971" y="688"/>
                      <a:pt x="3971" y="692"/>
                      <a:pt x="3967" y="692"/>
                    </a:cubicBezTo>
                    <a:cubicBezTo>
                      <a:pt x="3967" y="700"/>
                      <a:pt x="3962" y="704"/>
                      <a:pt x="3962" y="708"/>
                    </a:cubicBezTo>
                    <a:cubicBezTo>
                      <a:pt x="3958" y="712"/>
                      <a:pt x="3958" y="717"/>
                      <a:pt x="3954" y="721"/>
                    </a:cubicBezTo>
                    <a:cubicBezTo>
                      <a:pt x="3954" y="725"/>
                      <a:pt x="3950" y="729"/>
                      <a:pt x="3950" y="733"/>
                    </a:cubicBezTo>
                    <a:cubicBezTo>
                      <a:pt x="3947" y="736"/>
                      <a:pt x="3947" y="736"/>
                      <a:pt x="3947" y="741"/>
                    </a:cubicBezTo>
                    <a:cubicBezTo>
                      <a:pt x="3938" y="753"/>
                      <a:pt x="3934" y="761"/>
                      <a:pt x="3930" y="770"/>
                    </a:cubicBezTo>
                    <a:cubicBezTo>
                      <a:pt x="3930" y="774"/>
                      <a:pt x="3926" y="777"/>
                      <a:pt x="3926" y="777"/>
                    </a:cubicBezTo>
                    <a:lnTo>
                      <a:pt x="3922" y="785"/>
                    </a:lnTo>
                    <a:cubicBezTo>
                      <a:pt x="3922" y="785"/>
                      <a:pt x="2918" y="131"/>
                      <a:pt x="24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9"/>
              <p:cNvSpPr/>
              <p:nvPr/>
            </p:nvSpPr>
            <p:spPr>
              <a:xfrm>
                <a:off x="4596709" y="2376106"/>
                <a:ext cx="1020279" cy="140477"/>
              </a:xfrm>
              <a:custGeom>
                <a:avLst/>
                <a:gdLst/>
                <a:ahLst/>
                <a:cxnLst/>
                <a:rect l="l" t="t" r="r" b="b"/>
                <a:pathLst>
                  <a:path w="9667" h="1331" extrusionOk="0">
                    <a:moveTo>
                      <a:pt x="1" y="0"/>
                    </a:moveTo>
                    <a:lnTo>
                      <a:pt x="266" y="1331"/>
                    </a:lnTo>
                    <a:lnTo>
                      <a:pt x="8812" y="1331"/>
                    </a:lnTo>
                    <a:cubicBezTo>
                      <a:pt x="9114" y="1331"/>
                      <a:pt x="9374" y="1180"/>
                      <a:pt x="9529" y="948"/>
                    </a:cubicBezTo>
                    <a:cubicBezTo>
                      <a:pt x="9614" y="813"/>
                      <a:pt x="9667" y="651"/>
                      <a:pt x="9667" y="480"/>
                    </a:cubicBezTo>
                    <a:cubicBezTo>
                      <a:pt x="9667" y="346"/>
                      <a:pt x="9614" y="228"/>
                      <a:pt x="9529" y="143"/>
                    </a:cubicBezTo>
                    <a:cubicBezTo>
                      <a:pt x="9439" y="57"/>
                      <a:pt x="9321" y="0"/>
                      <a:pt x="9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9"/>
              <p:cNvSpPr/>
              <p:nvPr/>
            </p:nvSpPr>
            <p:spPr>
              <a:xfrm>
                <a:off x="4596709" y="2376106"/>
                <a:ext cx="1020279" cy="100160"/>
              </a:xfrm>
              <a:custGeom>
                <a:avLst/>
                <a:gdLst/>
                <a:ahLst/>
                <a:cxnLst/>
                <a:rect l="l" t="t" r="r" b="b"/>
                <a:pathLst>
                  <a:path w="9667" h="949" extrusionOk="0">
                    <a:moveTo>
                      <a:pt x="1" y="0"/>
                    </a:moveTo>
                    <a:lnTo>
                      <a:pt x="188" y="948"/>
                    </a:lnTo>
                    <a:lnTo>
                      <a:pt x="9191" y="948"/>
                    </a:lnTo>
                    <a:cubicBezTo>
                      <a:pt x="9451" y="948"/>
                      <a:pt x="9667" y="740"/>
                      <a:pt x="9667" y="484"/>
                    </a:cubicBezTo>
                    <a:lnTo>
                      <a:pt x="9667" y="480"/>
                    </a:lnTo>
                    <a:cubicBezTo>
                      <a:pt x="9667" y="346"/>
                      <a:pt x="9614" y="228"/>
                      <a:pt x="9529" y="143"/>
                    </a:cubicBezTo>
                    <a:cubicBezTo>
                      <a:pt x="9439" y="57"/>
                      <a:pt x="9321" y="0"/>
                      <a:pt x="91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9"/>
              <p:cNvSpPr/>
              <p:nvPr/>
            </p:nvSpPr>
            <p:spPr>
              <a:xfrm>
                <a:off x="4372642" y="1792348"/>
                <a:ext cx="244014" cy="547343"/>
              </a:xfrm>
              <a:custGeom>
                <a:avLst/>
                <a:gdLst/>
                <a:ahLst/>
                <a:cxnLst/>
                <a:rect l="l" t="t" r="r" b="b"/>
                <a:pathLst>
                  <a:path w="2312" h="5186" extrusionOk="0">
                    <a:moveTo>
                      <a:pt x="201" y="1"/>
                    </a:moveTo>
                    <a:cubicBezTo>
                      <a:pt x="118" y="1"/>
                      <a:pt x="6" y="3"/>
                      <a:pt x="0" y="3"/>
                    </a:cubicBezTo>
                    <a:cubicBezTo>
                      <a:pt x="21" y="60"/>
                      <a:pt x="41" y="112"/>
                      <a:pt x="62" y="169"/>
                    </a:cubicBezTo>
                    <a:cubicBezTo>
                      <a:pt x="501" y="1504"/>
                      <a:pt x="456" y="4018"/>
                      <a:pt x="404" y="5185"/>
                    </a:cubicBezTo>
                    <a:cubicBezTo>
                      <a:pt x="404" y="5185"/>
                      <a:pt x="721" y="3965"/>
                      <a:pt x="1465" y="3054"/>
                    </a:cubicBezTo>
                    <a:cubicBezTo>
                      <a:pt x="1600" y="2887"/>
                      <a:pt x="1750" y="2732"/>
                      <a:pt x="1913" y="2594"/>
                    </a:cubicBezTo>
                    <a:cubicBezTo>
                      <a:pt x="2079" y="2623"/>
                      <a:pt x="2214" y="2651"/>
                      <a:pt x="2311" y="2679"/>
                    </a:cubicBezTo>
                    <a:cubicBezTo>
                      <a:pt x="1872" y="1455"/>
                      <a:pt x="700" y="300"/>
                      <a:pt x="700" y="300"/>
                    </a:cubicBezTo>
                    <a:lnTo>
                      <a:pt x="481" y="300"/>
                    </a:lnTo>
                    <a:cubicBezTo>
                      <a:pt x="481" y="300"/>
                      <a:pt x="351" y="56"/>
                      <a:pt x="286" y="3"/>
                    </a:cubicBezTo>
                    <a:cubicBezTo>
                      <a:pt x="276" y="1"/>
                      <a:pt x="242" y="1"/>
                      <a:pt x="2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9"/>
              <p:cNvSpPr/>
              <p:nvPr/>
            </p:nvSpPr>
            <p:spPr>
              <a:xfrm>
                <a:off x="4415176" y="2066126"/>
                <a:ext cx="243064" cy="312828"/>
              </a:xfrm>
              <a:custGeom>
                <a:avLst/>
                <a:gdLst/>
                <a:ahLst/>
                <a:cxnLst/>
                <a:rect l="l" t="t" r="r" b="b"/>
                <a:pathLst>
                  <a:path w="2303" h="2964" extrusionOk="0">
                    <a:moveTo>
                      <a:pt x="1510" y="0"/>
                    </a:moveTo>
                    <a:cubicBezTo>
                      <a:pt x="1107" y="333"/>
                      <a:pt x="793" y="785"/>
                      <a:pt x="562" y="1217"/>
                    </a:cubicBezTo>
                    <a:cubicBezTo>
                      <a:pt x="175" y="1929"/>
                      <a:pt x="1" y="2591"/>
                      <a:pt x="1" y="2591"/>
                    </a:cubicBezTo>
                    <a:lnTo>
                      <a:pt x="5" y="2591"/>
                    </a:lnTo>
                    <a:lnTo>
                      <a:pt x="249" y="2783"/>
                    </a:lnTo>
                    <a:cubicBezTo>
                      <a:pt x="398" y="2898"/>
                      <a:pt x="582" y="2963"/>
                      <a:pt x="771" y="2963"/>
                    </a:cubicBezTo>
                    <a:cubicBezTo>
                      <a:pt x="788" y="2963"/>
                      <a:pt x="805" y="2963"/>
                      <a:pt x="822" y="2962"/>
                    </a:cubicBezTo>
                    <a:lnTo>
                      <a:pt x="895" y="2962"/>
                    </a:lnTo>
                    <a:cubicBezTo>
                      <a:pt x="867" y="2351"/>
                      <a:pt x="1079" y="1989"/>
                      <a:pt x="1392" y="1705"/>
                    </a:cubicBezTo>
                    <a:cubicBezTo>
                      <a:pt x="1623" y="1497"/>
                      <a:pt x="1908" y="1330"/>
                      <a:pt x="2194" y="1135"/>
                    </a:cubicBezTo>
                    <a:cubicBezTo>
                      <a:pt x="2209" y="1123"/>
                      <a:pt x="2230" y="1110"/>
                      <a:pt x="2246" y="1099"/>
                    </a:cubicBezTo>
                    <a:cubicBezTo>
                      <a:pt x="2303" y="814"/>
                      <a:pt x="2246" y="289"/>
                      <a:pt x="2246" y="289"/>
                    </a:cubicBezTo>
                    <a:cubicBezTo>
                      <a:pt x="2246" y="289"/>
                      <a:pt x="2262" y="187"/>
                      <a:pt x="1908" y="85"/>
                    </a:cubicBezTo>
                    <a:cubicBezTo>
                      <a:pt x="1811" y="57"/>
                      <a:pt x="1676" y="29"/>
                      <a:pt x="15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9"/>
              <p:cNvSpPr/>
              <p:nvPr/>
            </p:nvSpPr>
            <p:spPr>
              <a:xfrm>
                <a:off x="4504465" y="2185812"/>
                <a:ext cx="997588" cy="280638"/>
              </a:xfrm>
              <a:custGeom>
                <a:avLst/>
                <a:gdLst/>
                <a:ahLst/>
                <a:cxnLst/>
                <a:rect l="l" t="t" r="r" b="b"/>
                <a:pathLst>
                  <a:path w="9452" h="2659" extrusionOk="0">
                    <a:moveTo>
                      <a:pt x="1348" y="1"/>
                    </a:moveTo>
                    <a:cubicBezTo>
                      <a:pt x="668" y="461"/>
                      <a:pt x="0" y="774"/>
                      <a:pt x="49" y="1828"/>
                    </a:cubicBezTo>
                    <a:lnTo>
                      <a:pt x="672" y="2438"/>
                    </a:lnTo>
                    <a:cubicBezTo>
                      <a:pt x="672" y="2438"/>
                      <a:pt x="647" y="2601"/>
                      <a:pt x="704" y="2646"/>
                    </a:cubicBezTo>
                    <a:cubicBezTo>
                      <a:pt x="718" y="2655"/>
                      <a:pt x="744" y="2659"/>
                      <a:pt x="778" y="2659"/>
                    </a:cubicBezTo>
                    <a:cubicBezTo>
                      <a:pt x="890" y="2659"/>
                      <a:pt x="1077" y="2619"/>
                      <a:pt x="1111" y="2613"/>
                    </a:cubicBezTo>
                    <a:cubicBezTo>
                      <a:pt x="1128" y="2613"/>
                      <a:pt x="2157" y="2601"/>
                      <a:pt x="3402" y="2592"/>
                    </a:cubicBezTo>
                    <a:cubicBezTo>
                      <a:pt x="3573" y="2588"/>
                      <a:pt x="3747" y="2588"/>
                      <a:pt x="3926" y="2588"/>
                    </a:cubicBezTo>
                    <a:cubicBezTo>
                      <a:pt x="4036" y="2588"/>
                      <a:pt x="4146" y="2584"/>
                      <a:pt x="4260" y="2584"/>
                    </a:cubicBezTo>
                    <a:lnTo>
                      <a:pt x="4386" y="2584"/>
                    </a:lnTo>
                    <a:cubicBezTo>
                      <a:pt x="4549" y="2584"/>
                      <a:pt x="4716" y="2580"/>
                      <a:pt x="4878" y="2580"/>
                    </a:cubicBezTo>
                    <a:lnTo>
                      <a:pt x="5049" y="2580"/>
                    </a:lnTo>
                    <a:cubicBezTo>
                      <a:pt x="5082" y="2576"/>
                      <a:pt x="5110" y="2576"/>
                      <a:pt x="5143" y="2576"/>
                    </a:cubicBezTo>
                    <a:cubicBezTo>
                      <a:pt x="6571" y="2568"/>
                      <a:pt x="7827" y="2556"/>
                      <a:pt x="7827" y="2556"/>
                    </a:cubicBezTo>
                    <a:lnTo>
                      <a:pt x="9190" y="2556"/>
                    </a:lnTo>
                    <a:cubicBezTo>
                      <a:pt x="9198" y="2539"/>
                      <a:pt x="9451" y="1982"/>
                      <a:pt x="9435" y="1779"/>
                    </a:cubicBezTo>
                    <a:lnTo>
                      <a:pt x="9031" y="1527"/>
                    </a:lnTo>
                    <a:lnTo>
                      <a:pt x="9012" y="1514"/>
                    </a:lnTo>
                    <a:lnTo>
                      <a:pt x="8890" y="1437"/>
                    </a:lnTo>
                    <a:lnTo>
                      <a:pt x="8824" y="1502"/>
                    </a:lnTo>
                    <a:cubicBezTo>
                      <a:pt x="8828" y="1506"/>
                      <a:pt x="8845" y="1523"/>
                      <a:pt x="8869" y="1542"/>
                    </a:cubicBezTo>
                    <a:cubicBezTo>
                      <a:pt x="8954" y="1624"/>
                      <a:pt x="9142" y="1807"/>
                      <a:pt x="9166" y="1889"/>
                    </a:cubicBezTo>
                    <a:cubicBezTo>
                      <a:pt x="9198" y="1994"/>
                      <a:pt x="8930" y="2084"/>
                      <a:pt x="8930" y="2084"/>
                    </a:cubicBezTo>
                    <a:cubicBezTo>
                      <a:pt x="8930" y="2084"/>
                      <a:pt x="8751" y="2027"/>
                      <a:pt x="8528" y="1998"/>
                    </a:cubicBezTo>
                    <a:cubicBezTo>
                      <a:pt x="8459" y="1990"/>
                      <a:pt x="8387" y="1984"/>
                      <a:pt x="8315" y="1984"/>
                    </a:cubicBezTo>
                    <a:cubicBezTo>
                      <a:pt x="8251" y="1984"/>
                      <a:pt x="8186" y="1989"/>
                      <a:pt x="8124" y="1998"/>
                    </a:cubicBezTo>
                    <a:cubicBezTo>
                      <a:pt x="8111" y="2000"/>
                      <a:pt x="8097" y="2002"/>
                      <a:pt x="8084" y="2002"/>
                    </a:cubicBezTo>
                    <a:cubicBezTo>
                      <a:pt x="7943" y="2002"/>
                      <a:pt x="7827" y="1887"/>
                      <a:pt x="7827" y="1746"/>
                    </a:cubicBezTo>
                    <a:cubicBezTo>
                      <a:pt x="7827" y="1746"/>
                      <a:pt x="6806" y="1547"/>
                      <a:pt x="5683" y="1328"/>
                    </a:cubicBezTo>
                    <a:cubicBezTo>
                      <a:pt x="5598" y="1311"/>
                      <a:pt x="5509" y="1294"/>
                      <a:pt x="5424" y="1279"/>
                    </a:cubicBezTo>
                    <a:cubicBezTo>
                      <a:pt x="5180" y="1230"/>
                      <a:pt x="4936" y="1181"/>
                      <a:pt x="4699" y="1132"/>
                    </a:cubicBezTo>
                    <a:cubicBezTo>
                      <a:pt x="4594" y="1112"/>
                      <a:pt x="4487" y="1091"/>
                      <a:pt x="4390" y="1071"/>
                    </a:cubicBezTo>
                    <a:cubicBezTo>
                      <a:pt x="4296" y="1054"/>
                      <a:pt x="4211" y="1035"/>
                      <a:pt x="4121" y="1018"/>
                    </a:cubicBezTo>
                    <a:cubicBezTo>
                      <a:pt x="3430" y="879"/>
                      <a:pt x="2893" y="766"/>
                      <a:pt x="2795" y="733"/>
                    </a:cubicBezTo>
                    <a:cubicBezTo>
                      <a:pt x="2658" y="686"/>
                      <a:pt x="2576" y="664"/>
                      <a:pt x="2477" y="664"/>
                    </a:cubicBezTo>
                    <a:cubicBezTo>
                      <a:pt x="2361" y="664"/>
                      <a:pt x="2222" y="693"/>
                      <a:pt x="1945" y="746"/>
                    </a:cubicBezTo>
                    <a:cubicBezTo>
                      <a:pt x="1750" y="425"/>
                      <a:pt x="1348" y="1"/>
                      <a:pt x="1348" y="1"/>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9"/>
              <p:cNvSpPr/>
              <p:nvPr/>
            </p:nvSpPr>
            <p:spPr>
              <a:xfrm>
                <a:off x="5428809" y="2311619"/>
                <a:ext cx="103643" cy="143960"/>
              </a:xfrm>
              <a:custGeom>
                <a:avLst/>
                <a:gdLst/>
                <a:ahLst/>
                <a:cxnLst/>
                <a:rect l="l" t="t" r="r" b="b"/>
                <a:pathLst>
                  <a:path w="982" h="1364" extrusionOk="0">
                    <a:moveTo>
                      <a:pt x="59" y="1"/>
                    </a:moveTo>
                    <a:lnTo>
                      <a:pt x="1" y="74"/>
                    </a:lnTo>
                    <a:lnTo>
                      <a:pt x="164" y="233"/>
                    </a:lnTo>
                    <a:lnTo>
                      <a:pt x="254" y="322"/>
                    </a:lnTo>
                    <a:cubicBezTo>
                      <a:pt x="262" y="326"/>
                      <a:pt x="269" y="331"/>
                      <a:pt x="273" y="335"/>
                    </a:cubicBezTo>
                    <a:lnTo>
                      <a:pt x="677" y="587"/>
                    </a:lnTo>
                    <a:cubicBezTo>
                      <a:pt x="684" y="709"/>
                      <a:pt x="603" y="953"/>
                      <a:pt x="530" y="1136"/>
                    </a:cubicBezTo>
                    <a:cubicBezTo>
                      <a:pt x="481" y="1262"/>
                      <a:pt x="436" y="1360"/>
                      <a:pt x="432" y="1364"/>
                    </a:cubicBezTo>
                    <a:lnTo>
                      <a:pt x="802" y="1136"/>
                    </a:lnTo>
                    <a:lnTo>
                      <a:pt x="981" y="566"/>
                    </a:lnTo>
                    <a:lnTo>
                      <a:pt x="59" y="1"/>
                    </a:ln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9"/>
              <p:cNvSpPr/>
              <p:nvPr/>
            </p:nvSpPr>
            <p:spPr>
              <a:xfrm>
                <a:off x="5467859" y="2296210"/>
                <a:ext cx="88656" cy="135411"/>
              </a:xfrm>
              <a:custGeom>
                <a:avLst/>
                <a:gdLst/>
                <a:ahLst/>
                <a:cxnLst/>
                <a:rect l="l" t="t" r="r" b="b"/>
                <a:pathLst>
                  <a:path w="840" h="1283" extrusionOk="0">
                    <a:moveTo>
                      <a:pt x="95" y="0"/>
                    </a:moveTo>
                    <a:lnTo>
                      <a:pt x="1" y="74"/>
                    </a:lnTo>
                    <a:lnTo>
                      <a:pt x="440" y="611"/>
                    </a:lnTo>
                    <a:lnTo>
                      <a:pt x="611" y="712"/>
                    </a:lnTo>
                    <a:lnTo>
                      <a:pt x="432" y="1282"/>
                    </a:lnTo>
                    <a:lnTo>
                      <a:pt x="758" y="1099"/>
                    </a:lnTo>
                    <a:lnTo>
                      <a:pt x="840" y="570"/>
                    </a:lnTo>
                    <a:lnTo>
                      <a:pt x="95" y="0"/>
                    </a:ln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9"/>
              <p:cNvSpPr/>
              <p:nvPr/>
            </p:nvSpPr>
            <p:spPr>
              <a:xfrm>
                <a:off x="5547755" y="2285445"/>
                <a:ext cx="86017" cy="126757"/>
              </a:xfrm>
              <a:custGeom>
                <a:avLst/>
                <a:gdLst/>
                <a:ahLst/>
                <a:cxnLst/>
                <a:rect l="l" t="t" r="r" b="b"/>
                <a:pathLst>
                  <a:path w="815" h="1201" extrusionOk="0">
                    <a:moveTo>
                      <a:pt x="708" y="1"/>
                    </a:moveTo>
                    <a:lnTo>
                      <a:pt x="188" y="835"/>
                    </a:lnTo>
                    <a:lnTo>
                      <a:pt x="54" y="859"/>
                    </a:lnTo>
                    <a:lnTo>
                      <a:pt x="1" y="1201"/>
                    </a:lnTo>
                    <a:lnTo>
                      <a:pt x="351" y="1054"/>
                    </a:lnTo>
                    <a:lnTo>
                      <a:pt x="815" y="37"/>
                    </a:lnTo>
                    <a:lnTo>
                      <a:pt x="708" y="1"/>
                    </a:ln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9"/>
              <p:cNvSpPr/>
              <p:nvPr/>
            </p:nvSpPr>
            <p:spPr>
              <a:xfrm>
                <a:off x="5330548" y="2348348"/>
                <a:ext cx="144804" cy="57521"/>
              </a:xfrm>
              <a:custGeom>
                <a:avLst/>
                <a:gdLst/>
                <a:ahLst/>
                <a:cxnLst/>
                <a:rect l="l" t="t" r="r" b="b"/>
                <a:pathLst>
                  <a:path w="1372" h="545" extrusionOk="0">
                    <a:moveTo>
                      <a:pt x="962" y="0"/>
                    </a:moveTo>
                    <a:cubicBezTo>
                      <a:pt x="893" y="0"/>
                      <a:pt x="779" y="4"/>
                      <a:pt x="607" y="23"/>
                    </a:cubicBezTo>
                    <a:cubicBezTo>
                      <a:pt x="297" y="56"/>
                      <a:pt x="0" y="206"/>
                      <a:pt x="0" y="206"/>
                    </a:cubicBezTo>
                    <a:cubicBezTo>
                      <a:pt x="0" y="351"/>
                      <a:pt x="116" y="462"/>
                      <a:pt x="256" y="462"/>
                    </a:cubicBezTo>
                    <a:cubicBezTo>
                      <a:pt x="269" y="462"/>
                      <a:pt x="283" y="461"/>
                      <a:pt x="297" y="458"/>
                    </a:cubicBezTo>
                    <a:cubicBezTo>
                      <a:pt x="359" y="448"/>
                      <a:pt x="424" y="444"/>
                      <a:pt x="488" y="444"/>
                    </a:cubicBezTo>
                    <a:cubicBezTo>
                      <a:pt x="798" y="444"/>
                      <a:pt x="1103" y="544"/>
                      <a:pt x="1103" y="544"/>
                    </a:cubicBezTo>
                    <a:cubicBezTo>
                      <a:pt x="1103" y="544"/>
                      <a:pt x="1371" y="454"/>
                      <a:pt x="1339" y="349"/>
                    </a:cubicBezTo>
                    <a:cubicBezTo>
                      <a:pt x="1315" y="267"/>
                      <a:pt x="1127" y="84"/>
                      <a:pt x="1042" y="2"/>
                    </a:cubicBezTo>
                    <a:cubicBezTo>
                      <a:pt x="1037" y="2"/>
                      <a:pt x="1011" y="0"/>
                      <a:pt x="962" y="0"/>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9"/>
              <p:cNvSpPr/>
              <p:nvPr/>
            </p:nvSpPr>
            <p:spPr>
              <a:xfrm>
                <a:off x="5360206" y="2336000"/>
                <a:ext cx="141321" cy="88656"/>
              </a:xfrm>
              <a:custGeom>
                <a:avLst/>
                <a:gdLst/>
                <a:ahLst/>
                <a:cxnLst/>
                <a:rect l="l" t="t" r="r" b="b"/>
                <a:pathLst>
                  <a:path w="1339" h="840" extrusionOk="0">
                    <a:moveTo>
                      <a:pt x="785" y="0"/>
                    </a:moveTo>
                    <a:cubicBezTo>
                      <a:pt x="781" y="0"/>
                      <a:pt x="776" y="3"/>
                      <a:pt x="773" y="6"/>
                    </a:cubicBezTo>
                    <a:lnTo>
                      <a:pt x="709" y="71"/>
                    </a:lnTo>
                    <a:cubicBezTo>
                      <a:pt x="704" y="76"/>
                      <a:pt x="704" y="79"/>
                      <a:pt x="704" y="83"/>
                    </a:cubicBezTo>
                    <a:cubicBezTo>
                      <a:pt x="704" y="87"/>
                      <a:pt x="704" y="87"/>
                      <a:pt x="709" y="91"/>
                    </a:cubicBezTo>
                    <a:lnTo>
                      <a:pt x="749" y="132"/>
                    </a:lnTo>
                    <a:lnTo>
                      <a:pt x="752" y="132"/>
                    </a:lnTo>
                    <a:cubicBezTo>
                      <a:pt x="919" y="290"/>
                      <a:pt x="1030" y="417"/>
                      <a:pt x="1045" y="470"/>
                    </a:cubicBezTo>
                    <a:cubicBezTo>
                      <a:pt x="1066" y="543"/>
                      <a:pt x="895" y="620"/>
                      <a:pt x="822" y="649"/>
                    </a:cubicBezTo>
                    <a:cubicBezTo>
                      <a:pt x="781" y="635"/>
                      <a:pt x="487" y="546"/>
                      <a:pt x="192" y="546"/>
                    </a:cubicBezTo>
                    <a:cubicBezTo>
                      <a:pt x="132" y="546"/>
                      <a:pt x="71" y="550"/>
                      <a:pt x="12" y="559"/>
                    </a:cubicBezTo>
                    <a:cubicBezTo>
                      <a:pt x="5" y="564"/>
                      <a:pt x="1" y="571"/>
                      <a:pt x="1" y="579"/>
                    </a:cubicBezTo>
                    <a:cubicBezTo>
                      <a:pt x="1" y="588"/>
                      <a:pt x="8" y="592"/>
                      <a:pt x="16" y="592"/>
                    </a:cubicBezTo>
                    <a:cubicBezTo>
                      <a:pt x="78" y="581"/>
                      <a:pt x="143" y="577"/>
                      <a:pt x="207" y="577"/>
                    </a:cubicBezTo>
                    <a:cubicBezTo>
                      <a:pt x="514" y="577"/>
                      <a:pt x="815" y="677"/>
                      <a:pt x="818" y="677"/>
                    </a:cubicBezTo>
                    <a:lnTo>
                      <a:pt x="826" y="677"/>
                    </a:lnTo>
                    <a:cubicBezTo>
                      <a:pt x="855" y="669"/>
                      <a:pt x="1107" y="579"/>
                      <a:pt x="1075" y="461"/>
                    </a:cubicBezTo>
                    <a:cubicBezTo>
                      <a:pt x="1050" y="380"/>
                      <a:pt x="875" y="205"/>
                      <a:pt x="769" y="112"/>
                    </a:cubicBezTo>
                    <a:lnTo>
                      <a:pt x="769" y="108"/>
                    </a:lnTo>
                    <a:lnTo>
                      <a:pt x="741" y="79"/>
                    </a:lnTo>
                    <a:lnTo>
                      <a:pt x="786" y="34"/>
                    </a:lnTo>
                    <a:lnTo>
                      <a:pt x="1310" y="364"/>
                    </a:lnTo>
                    <a:cubicBezTo>
                      <a:pt x="1306" y="405"/>
                      <a:pt x="1294" y="579"/>
                      <a:pt x="1208" y="819"/>
                    </a:cubicBezTo>
                    <a:cubicBezTo>
                      <a:pt x="1205" y="827"/>
                      <a:pt x="1208" y="836"/>
                      <a:pt x="1216" y="836"/>
                    </a:cubicBezTo>
                    <a:cubicBezTo>
                      <a:pt x="1216" y="840"/>
                      <a:pt x="1221" y="840"/>
                      <a:pt x="1221" y="840"/>
                    </a:cubicBezTo>
                    <a:cubicBezTo>
                      <a:pt x="1229" y="840"/>
                      <a:pt x="1233" y="836"/>
                      <a:pt x="1237" y="827"/>
                    </a:cubicBezTo>
                    <a:cubicBezTo>
                      <a:pt x="1334" y="551"/>
                      <a:pt x="1338" y="364"/>
                      <a:pt x="1338" y="356"/>
                    </a:cubicBezTo>
                    <a:cubicBezTo>
                      <a:pt x="1338" y="352"/>
                      <a:pt x="1338" y="348"/>
                      <a:pt x="1330" y="344"/>
                    </a:cubicBezTo>
                    <a:lnTo>
                      <a:pt x="790" y="2"/>
                    </a:lnTo>
                    <a:cubicBezTo>
                      <a:pt x="788" y="1"/>
                      <a:pt x="787" y="0"/>
                      <a:pt x="785"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9"/>
              <p:cNvSpPr/>
              <p:nvPr/>
            </p:nvSpPr>
            <p:spPr>
              <a:xfrm>
                <a:off x="3908887" y="2502652"/>
                <a:ext cx="523491" cy="188182"/>
              </a:xfrm>
              <a:custGeom>
                <a:avLst/>
                <a:gdLst/>
                <a:ahLst/>
                <a:cxnLst/>
                <a:rect l="l" t="t" r="r" b="b"/>
                <a:pathLst>
                  <a:path w="4960" h="1783" extrusionOk="0">
                    <a:moveTo>
                      <a:pt x="4562" y="0"/>
                    </a:moveTo>
                    <a:cubicBezTo>
                      <a:pt x="1169" y="0"/>
                      <a:pt x="1" y="1137"/>
                      <a:pt x="1" y="1137"/>
                    </a:cubicBezTo>
                    <a:cubicBezTo>
                      <a:pt x="25" y="1165"/>
                      <a:pt x="50" y="1193"/>
                      <a:pt x="74" y="1221"/>
                    </a:cubicBezTo>
                    <a:cubicBezTo>
                      <a:pt x="111" y="1266"/>
                      <a:pt x="147" y="1307"/>
                      <a:pt x="188" y="1352"/>
                    </a:cubicBezTo>
                    <a:cubicBezTo>
                      <a:pt x="303" y="1490"/>
                      <a:pt x="425" y="1633"/>
                      <a:pt x="547" y="1783"/>
                    </a:cubicBezTo>
                    <a:cubicBezTo>
                      <a:pt x="547" y="1783"/>
                      <a:pt x="900" y="1347"/>
                      <a:pt x="2060" y="998"/>
                    </a:cubicBezTo>
                    <a:cubicBezTo>
                      <a:pt x="2320" y="921"/>
                      <a:pt x="2621" y="848"/>
                      <a:pt x="2967" y="782"/>
                    </a:cubicBezTo>
                    <a:cubicBezTo>
                      <a:pt x="2975" y="778"/>
                      <a:pt x="2983" y="778"/>
                      <a:pt x="2995" y="778"/>
                    </a:cubicBezTo>
                    <a:cubicBezTo>
                      <a:pt x="3243" y="729"/>
                      <a:pt x="3463" y="688"/>
                      <a:pt x="3650" y="656"/>
                    </a:cubicBezTo>
                    <a:cubicBezTo>
                      <a:pt x="4802" y="447"/>
                      <a:pt x="4945" y="440"/>
                      <a:pt x="4958" y="440"/>
                    </a:cubicBezTo>
                    <a:cubicBezTo>
                      <a:pt x="4959" y="440"/>
                      <a:pt x="4960" y="440"/>
                      <a:pt x="4960" y="440"/>
                    </a:cubicBezTo>
                    <a:lnTo>
                      <a:pt x="4867" y="10"/>
                    </a:lnTo>
                    <a:cubicBezTo>
                      <a:pt x="4867" y="10"/>
                      <a:pt x="4830" y="1"/>
                      <a:pt x="4721" y="1"/>
                    </a:cubicBezTo>
                    <a:cubicBezTo>
                      <a:pt x="4667" y="0"/>
                      <a:pt x="4614" y="0"/>
                      <a:pt x="4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9"/>
              <p:cNvSpPr/>
              <p:nvPr/>
            </p:nvSpPr>
            <p:spPr>
              <a:xfrm>
                <a:off x="4203562" y="2494525"/>
                <a:ext cx="150293" cy="114830"/>
              </a:xfrm>
              <a:custGeom>
                <a:avLst/>
                <a:gdLst/>
                <a:ahLst/>
                <a:cxnLst/>
                <a:rect l="l" t="t" r="r" b="b"/>
                <a:pathLst>
                  <a:path w="1424" h="1088" extrusionOk="0">
                    <a:moveTo>
                      <a:pt x="0" y="1"/>
                    </a:moveTo>
                    <a:lnTo>
                      <a:pt x="239" y="1088"/>
                    </a:lnTo>
                    <a:lnTo>
                      <a:pt x="1424" y="782"/>
                    </a:lnTo>
                    <a:lnTo>
                      <a:pt x="13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9"/>
              <p:cNvSpPr/>
              <p:nvPr/>
            </p:nvSpPr>
            <p:spPr>
              <a:xfrm>
                <a:off x="4205568" y="2485976"/>
                <a:ext cx="153459" cy="117680"/>
              </a:xfrm>
              <a:custGeom>
                <a:avLst/>
                <a:gdLst/>
                <a:ahLst/>
                <a:cxnLst/>
                <a:rect l="l" t="t" r="r" b="b"/>
                <a:pathLst>
                  <a:path w="1454" h="1115" extrusionOk="0">
                    <a:moveTo>
                      <a:pt x="1364" y="29"/>
                    </a:moveTo>
                    <a:lnTo>
                      <a:pt x="1425" y="786"/>
                    </a:lnTo>
                    <a:lnTo>
                      <a:pt x="269" y="1083"/>
                    </a:lnTo>
                    <a:lnTo>
                      <a:pt x="38" y="29"/>
                    </a:lnTo>
                    <a:close/>
                    <a:moveTo>
                      <a:pt x="17" y="1"/>
                    </a:moveTo>
                    <a:cubicBezTo>
                      <a:pt x="13" y="1"/>
                      <a:pt x="10" y="5"/>
                      <a:pt x="6" y="5"/>
                    </a:cubicBezTo>
                    <a:cubicBezTo>
                      <a:pt x="6" y="9"/>
                      <a:pt x="1" y="13"/>
                      <a:pt x="6" y="21"/>
                    </a:cubicBezTo>
                    <a:lnTo>
                      <a:pt x="241" y="1103"/>
                    </a:lnTo>
                    <a:cubicBezTo>
                      <a:pt x="241" y="1107"/>
                      <a:pt x="245" y="1111"/>
                      <a:pt x="250" y="1111"/>
                    </a:cubicBezTo>
                    <a:cubicBezTo>
                      <a:pt x="250" y="1115"/>
                      <a:pt x="254" y="1115"/>
                      <a:pt x="258" y="1115"/>
                    </a:cubicBezTo>
                    <a:lnTo>
                      <a:pt x="261" y="1115"/>
                    </a:lnTo>
                    <a:lnTo>
                      <a:pt x="1446" y="810"/>
                    </a:lnTo>
                    <a:cubicBezTo>
                      <a:pt x="1450" y="810"/>
                      <a:pt x="1454" y="802"/>
                      <a:pt x="1454" y="794"/>
                    </a:cubicBezTo>
                    <a:lnTo>
                      <a:pt x="1392" y="13"/>
                    </a:lnTo>
                    <a:cubicBezTo>
                      <a:pt x="1392" y="9"/>
                      <a:pt x="1388" y="1"/>
                      <a:pt x="1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9"/>
              <p:cNvSpPr/>
              <p:nvPr/>
            </p:nvSpPr>
            <p:spPr>
              <a:xfrm>
                <a:off x="4191425" y="2494525"/>
                <a:ext cx="37468" cy="114830"/>
              </a:xfrm>
              <a:custGeom>
                <a:avLst/>
                <a:gdLst/>
                <a:ahLst/>
                <a:cxnLst/>
                <a:rect l="l" t="t" r="r" b="b"/>
                <a:pathLst>
                  <a:path w="355" h="1088" extrusionOk="0">
                    <a:moveTo>
                      <a:pt x="115" y="1"/>
                    </a:moveTo>
                    <a:lnTo>
                      <a:pt x="1" y="78"/>
                    </a:lnTo>
                    <a:lnTo>
                      <a:pt x="176" y="880"/>
                    </a:lnTo>
                    <a:lnTo>
                      <a:pt x="192" y="953"/>
                    </a:lnTo>
                    <a:lnTo>
                      <a:pt x="225" y="1088"/>
                    </a:lnTo>
                    <a:lnTo>
                      <a:pt x="354" y="1088"/>
                    </a:lnTo>
                    <a:lnTo>
                      <a:pt x="306" y="868"/>
                    </a:lnTo>
                    <a:lnTo>
                      <a:pt x="302" y="855"/>
                    </a:lnTo>
                    <a:lnTo>
                      <a:pt x="11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9"/>
              <p:cNvSpPr/>
              <p:nvPr/>
            </p:nvSpPr>
            <p:spPr>
              <a:xfrm>
                <a:off x="4094853" y="1694721"/>
                <a:ext cx="62376" cy="86334"/>
              </a:xfrm>
              <a:custGeom>
                <a:avLst/>
                <a:gdLst/>
                <a:ahLst/>
                <a:cxnLst/>
                <a:rect l="l" t="t" r="r" b="b"/>
                <a:pathLst>
                  <a:path w="591" h="818" extrusionOk="0">
                    <a:moveTo>
                      <a:pt x="216" y="1"/>
                    </a:moveTo>
                    <a:lnTo>
                      <a:pt x="5" y="415"/>
                    </a:lnTo>
                    <a:lnTo>
                      <a:pt x="0" y="427"/>
                    </a:lnTo>
                    <a:lnTo>
                      <a:pt x="0" y="615"/>
                    </a:lnTo>
                    <a:lnTo>
                      <a:pt x="21" y="643"/>
                    </a:lnTo>
                    <a:lnTo>
                      <a:pt x="139" y="818"/>
                    </a:lnTo>
                    <a:lnTo>
                      <a:pt x="566" y="801"/>
                    </a:lnTo>
                    <a:lnTo>
                      <a:pt x="591" y="557"/>
                    </a:lnTo>
                    <a:lnTo>
                      <a:pt x="522" y="427"/>
                    </a:lnTo>
                    <a:lnTo>
                      <a:pt x="2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9"/>
              <p:cNvSpPr/>
              <p:nvPr/>
            </p:nvSpPr>
            <p:spPr>
              <a:xfrm>
                <a:off x="4109418" y="1778070"/>
                <a:ext cx="169290" cy="642859"/>
              </a:xfrm>
              <a:custGeom>
                <a:avLst/>
                <a:gdLst/>
                <a:ahLst/>
                <a:cxnLst/>
                <a:rect l="l" t="t" r="r" b="b"/>
                <a:pathLst>
                  <a:path w="1604" h="6091" extrusionOk="0">
                    <a:moveTo>
                      <a:pt x="428" y="0"/>
                    </a:moveTo>
                    <a:lnTo>
                      <a:pt x="5" y="17"/>
                    </a:lnTo>
                    <a:lnTo>
                      <a:pt x="1" y="17"/>
                    </a:lnTo>
                    <a:cubicBezTo>
                      <a:pt x="1" y="17"/>
                      <a:pt x="635" y="1278"/>
                      <a:pt x="453" y="5309"/>
                    </a:cubicBezTo>
                    <a:lnTo>
                      <a:pt x="1026" y="6025"/>
                    </a:lnTo>
                    <a:lnTo>
                      <a:pt x="1079" y="6091"/>
                    </a:lnTo>
                    <a:lnTo>
                      <a:pt x="1604" y="5232"/>
                    </a:lnTo>
                    <a:cubicBezTo>
                      <a:pt x="1161" y="1592"/>
                      <a:pt x="428" y="0"/>
                      <a:pt x="4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9"/>
              <p:cNvSpPr/>
              <p:nvPr/>
            </p:nvSpPr>
            <p:spPr>
              <a:xfrm>
                <a:off x="4331375" y="4342212"/>
                <a:ext cx="274094" cy="165068"/>
              </a:xfrm>
              <a:custGeom>
                <a:avLst/>
                <a:gdLst/>
                <a:ahLst/>
                <a:cxnLst/>
                <a:rect l="l" t="t" r="r" b="b"/>
                <a:pathLst>
                  <a:path w="2597" h="1564" extrusionOk="0">
                    <a:moveTo>
                      <a:pt x="54" y="1"/>
                    </a:moveTo>
                    <a:lnTo>
                      <a:pt x="54" y="1"/>
                    </a:lnTo>
                    <a:cubicBezTo>
                      <a:pt x="54" y="1"/>
                      <a:pt x="1" y="571"/>
                      <a:pt x="160" y="949"/>
                    </a:cubicBezTo>
                    <a:cubicBezTo>
                      <a:pt x="303" y="1035"/>
                      <a:pt x="485" y="1112"/>
                      <a:pt x="684" y="1177"/>
                    </a:cubicBezTo>
                    <a:cubicBezTo>
                      <a:pt x="1035" y="1295"/>
                      <a:pt x="1441" y="1384"/>
                      <a:pt x="1783" y="1446"/>
                    </a:cubicBezTo>
                    <a:cubicBezTo>
                      <a:pt x="2214" y="1527"/>
                      <a:pt x="2548" y="1563"/>
                      <a:pt x="2548" y="1563"/>
                    </a:cubicBezTo>
                    <a:lnTo>
                      <a:pt x="2597" y="558"/>
                    </a:lnTo>
                    <a:cubicBezTo>
                      <a:pt x="2597" y="558"/>
                      <a:pt x="2499" y="558"/>
                      <a:pt x="2344" y="551"/>
                    </a:cubicBezTo>
                    <a:cubicBezTo>
                      <a:pt x="1816" y="534"/>
                      <a:pt x="611" y="445"/>
                      <a:pt x="123" y="66"/>
                    </a:cubicBezTo>
                    <a:cubicBezTo>
                      <a:pt x="99" y="46"/>
                      <a:pt x="74" y="21"/>
                      <a:pt x="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9"/>
              <p:cNvSpPr/>
              <p:nvPr/>
            </p:nvSpPr>
            <p:spPr>
              <a:xfrm>
                <a:off x="4367470" y="4462450"/>
                <a:ext cx="241059" cy="175728"/>
              </a:xfrm>
              <a:custGeom>
                <a:avLst/>
                <a:gdLst/>
                <a:ahLst/>
                <a:cxnLst/>
                <a:rect l="l" t="t" r="r" b="b"/>
                <a:pathLst>
                  <a:path w="2284" h="1665" extrusionOk="0">
                    <a:moveTo>
                      <a:pt x="342" y="0"/>
                    </a:moveTo>
                    <a:lnTo>
                      <a:pt x="342" y="639"/>
                    </a:lnTo>
                    <a:cubicBezTo>
                      <a:pt x="342" y="639"/>
                      <a:pt x="318" y="679"/>
                      <a:pt x="278" y="737"/>
                    </a:cubicBezTo>
                    <a:cubicBezTo>
                      <a:pt x="102" y="1005"/>
                      <a:pt x="4" y="1318"/>
                      <a:pt x="1" y="1644"/>
                    </a:cubicBezTo>
                    <a:lnTo>
                      <a:pt x="1" y="1664"/>
                    </a:lnTo>
                    <a:lnTo>
                      <a:pt x="761" y="1664"/>
                    </a:lnTo>
                    <a:cubicBezTo>
                      <a:pt x="766" y="1648"/>
                      <a:pt x="774" y="1627"/>
                      <a:pt x="782" y="1611"/>
                    </a:cubicBezTo>
                    <a:cubicBezTo>
                      <a:pt x="1026" y="1037"/>
                      <a:pt x="1587" y="659"/>
                      <a:pt x="2210" y="635"/>
                    </a:cubicBezTo>
                    <a:cubicBezTo>
                      <a:pt x="2234" y="630"/>
                      <a:pt x="2259" y="630"/>
                      <a:pt x="2283" y="630"/>
                    </a:cubicBezTo>
                    <a:cubicBezTo>
                      <a:pt x="2283" y="630"/>
                      <a:pt x="1864" y="521"/>
                      <a:pt x="1441" y="269"/>
                    </a:cubicBezTo>
                    <a:cubicBezTo>
                      <a:pt x="1099" y="207"/>
                      <a:pt x="693" y="118"/>
                      <a:pt x="3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9"/>
              <p:cNvSpPr/>
              <p:nvPr/>
            </p:nvSpPr>
            <p:spPr>
              <a:xfrm>
                <a:off x="4908483" y="4357304"/>
                <a:ext cx="297313" cy="111242"/>
              </a:xfrm>
              <a:custGeom>
                <a:avLst/>
                <a:gdLst/>
                <a:ahLst/>
                <a:cxnLst/>
                <a:rect l="l" t="t" r="r" b="b"/>
                <a:pathLst>
                  <a:path w="2817" h="1054" extrusionOk="0">
                    <a:moveTo>
                      <a:pt x="163" y="0"/>
                    </a:moveTo>
                    <a:cubicBezTo>
                      <a:pt x="0" y="273"/>
                      <a:pt x="13" y="782"/>
                      <a:pt x="29" y="965"/>
                    </a:cubicBezTo>
                    <a:cubicBezTo>
                      <a:pt x="29" y="1010"/>
                      <a:pt x="34" y="1034"/>
                      <a:pt x="34" y="1034"/>
                    </a:cubicBezTo>
                    <a:cubicBezTo>
                      <a:pt x="34" y="1034"/>
                      <a:pt x="82" y="1038"/>
                      <a:pt x="167" y="1042"/>
                    </a:cubicBezTo>
                    <a:cubicBezTo>
                      <a:pt x="286" y="1047"/>
                      <a:pt x="477" y="1054"/>
                      <a:pt x="707" y="1054"/>
                    </a:cubicBezTo>
                    <a:cubicBezTo>
                      <a:pt x="895" y="1054"/>
                      <a:pt x="1110" y="1049"/>
                      <a:pt x="1335" y="1034"/>
                    </a:cubicBezTo>
                    <a:lnTo>
                      <a:pt x="1352" y="1034"/>
                    </a:lnTo>
                    <a:cubicBezTo>
                      <a:pt x="1815" y="1005"/>
                      <a:pt x="2319" y="937"/>
                      <a:pt x="2706" y="794"/>
                    </a:cubicBezTo>
                    <a:cubicBezTo>
                      <a:pt x="2722" y="785"/>
                      <a:pt x="2738" y="778"/>
                      <a:pt x="2755" y="774"/>
                    </a:cubicBezTo>
                    <a:lnTo>
                      <a:pt x="2816" y="4"/>
                    </a:lnTo>
                    <a:lnTo>
                      <a:pt x="2816" y="4"/>
                    </a:lnTo>
                    <a:cubicBezTo>
                      <a:pt x="2783" y="13"/>
                      <a:pt x="2743" y="25"/>
                      <a:pt x="2698" y="38"/>
                    </a:cubicBezTo>
                    <a:cubicBezTo>
                      <a:pt x="2698" y="38"/>
                      <a:pt x="2182" y="140"/>
                      <a:pt x="1425" y="140"/>
                    </a:cubicBezTo>
                    <a:cubicBezTo>
                      <a:pt x="1398" y="140"/>
                      <a:pt x="1371" y="139"/>
                      <a:pt x="1343" y="139"/>
                    </a:cubicBezTo>
                    <a:lnTo>
                      <a:pt x="1258" y="139"/>
                    </a:lnTo>
                    <a:cubicBezTo>
                      <a:pt x="1241" y="139"/>
                      <a:pt x="1225" y="139"/>
                      <a:pt x="1205" y="135"/>
                    </a:cubicBezTo>
                    <a:lnTo>
                      <a:pt x="1115" y="135"/>
                    </a:lnTo>
                    <a:cubicBezTo>
                      <a:pt x="1091" y="135"/>
                      <a:pt x="1063" y="131"/>
                      <a:pt x="1038" y="131"/>
                    </a:cubicBezTo>
                    <a:cubicBezTo>
                      <a:pt x="1022" y="131"/>
                      <a:pt x="1001" y="131"/>
                      <a:pt x="986" y="126"/>
                    </a:cubicBezTo>
                    <a:lnTo>
                      <a:pt x="965" y="126"/>
                    </a:lnTo>
                    <a:cubicBezTo>
                      <a:pt x="952" y="126"/>
                      <a:pt x="937" y="126"/>
                      <a:pt x="924" y="123"/>
                    </a:cubicBezTo>
                    <a:lnTo>
                      <a:pt x="879" y="123"/>
                    </a:lnTo>
                    <a:cubicBezTo>
                      <a:pt x="855" y="119"/>
                      <a:pt x="834" y="119"/>
                      <a:pt x="810" y="115"/>
                    </a:cubicBezTo>
                    <a:cubicBezTo>
                      <a:pt x="778" y="115"/>
                      <a:pt x="745" y="111"/>
                      <a:pt x="712" y="107"/>
                    </a:cubicBezTo>
                    <a:cubicBezTo>
                      <a:pt x="680" y="107"/>
                      <a:pt x="652" y="102"/>
                      <a:pt x="619" y="98"/>
                    </a:cubicBezTo>
                    <a:cubicBezTo>
                      <a:pt x="607" y="98"/>
                      <a:pt x="595" y="98"/>
                      <a:pt x="578" y="94"/>
                    </a:cubicBezTo>
                    <a:lnTo>
                      <a:pt x="571" y="94"/>
                    </a:lnTo>
                    <a:cubicBezTo>
                      <a:pt x="541" y="90"/>
                      <a:pt x="513" y="86"/>
                      <a:pt x="485" y="86"/>
                    </a:cubicBezTo>
                    <a:cubicBezTo>
                      <a:pt x="440" y="78"/>
                      <a:pt x="400" y="74"/>
                      <a:pt x="359" y="70"/>
                    </a:cubicBezTo>
                    <a:cubicBezTo>
                      <a:pt x="359" y="70"/>
                      <a:pt x="273" y="53"/>
                      <a:pt x="1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9"/>
              <p:cNvSpPr/>
              <p:nvPr/>
            </p:nvSpPr>
            <p:spPr>
              <a:xfrm>
                <a:off x="4901723" y="4437119"/>
                <a:ext cx="595811" cy="126328"/>
              </a:xfrm>
              <a:custGeom>
                <a:avLst/>
                <a:gdLst/>
                <a:ahLst/>
                <a:cxnLst/>
                <a:rect l="l" t="t" r="r" b="b"/>
                <a:pathLst>
                  <a:path w="5684" h="1197" extrusionOk="0">
                    <a:moveTo>
                      <a:pt x="2771" y="0"/>
                    </a:moveTo>
                    <a:cubicBezTo>
                      <a:pt x="2191" y="217"/>
                      <a:pt x="1348" y="261"/>
                      <a:pt x="765" y="261"/>
                    </a:cubicBezTo>
                    <a:cubicBezTo>
                      <a:pt x="537" y="261"/>
                      <a:pt x="350" y="254"/>
                      <a:pt x="232" y="248"/>
                    </a:cubicBezTo>
                    <a:cubicBezTo>
                      <a:pt x="221" y="280"/>
                      <a:pt x="167" y="423"/>
                      <a:pt x="37" y="598"/>
                    </a:cubicBezTo>
                    <a:cubicBezTo>
                      <a:pt x="1" y="981"/>
                      <a:pt x="135" y="1196"/>
                      <a:pt x="135" y="1196"/>
                    </a:cubicBezTo>
                    <a:lnTo>
                      <a:pt x="1355" y="1196"/>
                    </a:lnTo>
                    <a:cubicBezTo>
                      <a:pt x="1355" y="1196"/>
                      <a:pt x="1485" y="1082"/>
                      <a:pt x="1550" y="977"/>
                    </a:cubicBezTo>
                    <a:cubicBezTo>
                      <a:pt x="1827" y="1013"/>
                      <a:pt x="3646" y="1196"/>
                      <a:pt x="3646" y="1196"/>
                    </a:cubicBezTo>
                    <a:lnTo>
                      <a:pt x="5602" y="1196"/>
                    </a:lnTo>
                    <a:cubicBezTo>
                      <a:pt x="5683" y="943"/>
                      <a:pt x="5517" y="680"/>
                      <a:pt x="5253" y="643"/>
                    </a:cubicBezTo>
                    <a:cubicBezTo>
                      <a:pt x="4541" y="541"/>
                      <a:pt x="3357" y="297"/>
                      <a:pt x="27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9"/>
              <p:cNvSpPr/>
              <p:nvPr/>
            </p:nvSpPr>
            <p:spPr>
              <a:xfrm>
                <a:off x="3595003" y="1837204"/>
                <a:ext cx="430930" cy="1158540"/>
              </a:xfrm>
              <a:custGeom>
                <a:avLst/>
                <a:gdLst/>
                <a:ahLst/>
                <a:cxnLst/>
                <a:rect l="l" t="t" r="r" b="b"/>
                <a:pathLst>
                  <a:path w="4083" h="10977" extrusionOk="0">
                    <a:moveTo>
                      <a:pt x="1157" y="1933"/>
                    </a:moveTo>
                    <a:cubicBezTo>
                      <a:pt x="1157" y="1933"/>
                      <a:pt x="1157" y="1933"/>
                      <a:pt x="1157" y="1933"/>
                    </a:cubicBezTo>
                    <a:lnTo>
                      <a:pt x="1157" y="1933"/>
                    </a:lnTo>
                    <a:cubicBezTo>
                      <a:pt x="1157" y="1933"/>
                      <a:pt x="1157" y="1933"/>
                      <a:pt x="1157" y="1933"/>
                    </a:cubicBezTo>
                    <a:close/>
                    <a:moveTo>
                      <a:pt x="616" y="1"/>
                    </a:moveTo>
                    <a:lnTo>
                      <a:pt x="616" y="1"/>
                    </a:lnTo>
                    <a:cubicBezTo>
                      <a:pt x="551" y="95"/>
                      <a:pt x="502" y="196"/>
                      <a:pt x="473" y="302"/>
                    </a:cubicBezTo>
                    <a:cubicBezTo>
                      <a:pt x="453" y="384"/>
                      <a:pt x="440" y="465"/>
                      <a:pt x="440" y="550"/>
                    </a:cubicBezTo>
                    <a:cubicBezTo>
                      <a:pt x="436" y="921"/>
                      <a:pt x="391" y="1384"/>
                      <a:pt x="323" y="1876"/>
                    </a:cubicBezTo>
                    <a:cubicBezTo>
                      <a:pt x="1" y="3491"/>
                      <a:pt x="99" y="4862"/>
                      <a:pt x="217" y="5379"/>
                    </a:cubicBezTo>
                    <a:cubicBezTo>
                      <a:pt x="335" y="5895"/>
                      <a:pt x="310" y="6599"/>
                      <a:pt x="343" y="6640"/>
                    </a:cubicBezTo>
                    <a:cubicBezTo>
                      <a:pt x="355" y="6653"/>
                      <a:pt x="371" y="6657"/>
                      <a:pt x="386" y="6657"/>
                    </a:cubicBezTo>
                    <a:cubicBezTo>
                      <a:pt x="414" y="6657"/>
                      <a:pt x="440" y="6644"/>
                      <a:pt x="440" y="6644"/>
                    </a:cubicBezTo>
                    <a:lnTo>
                      <a:pt x="440" y="6644"/>
                    </a:lnTo>
                    <a:cubicBezTo>
                      <a:pt x="440" y="6644"/>
                      <a:pt x="363" y="7079"/>
                      <a:pt x="376" y="7189"/>
                    </a:cubicBezTo>
                    <a:cubicBezTo>
                      <a:pt x="388" y="7295"/>
                      <a:pt x="547" y="7360"/>
                      <a:pt x="547" y="7360"/>
                    </a:cubicBezTo>
                    <a:cubicBezTo>
                      <a:pt x="547" y="7360"/>
                      <a:pt x="555" y="7466"/>
                      <a:pt x="575" y="7600"/>
                    </a:cubicBezTo>
                    <a:cubicBezTo>
                      <a:pt x="766" y="8304"/>
                      <a:pt x="2227" y="10386"/>
                      <a:pt x="2646" y="10842"/>
                    </a:cubicBezTo>
                    <a:cubicBezTo>
                      <a:pt x="2784" y="10915"/>
                      <a:pt x="2943" y="10948"/>
                      <a:pt x="3069" y="10964"/>
                    </a:cubicBezTo>
                    <a:cubicBezTo>
                      <a:pt x="3150" y="10972"/>
                      <a:pt x="3219" y="10977"/>
                      <a:pt x="3256" y="10977"/>
                    </a:cubicBezTo>
                    <a:cubicBezTo>
                      <a:pt x="3431" y="10647"/>
                      <a:pt x="3654" y="10459"/>
                      <a:pt x="4082" y="10191"/>
                    </a:cubicBezTo>
                    <a:cubicBezTo>
                      <a:pt x="3394" y="9430"/>
                      <a:pt x="1974" y="9053"/>
                      <a:pt x="1437" y="8585"/>
                    </a:cubicBezTo>
                    <a:cubicBezTo>
                      <a:pt x="896" y="8116"/>
                      <a:pt x="1262" y="7669"/>
                      <a:pt x="1157" y="7364"/>
                    </a:cubicBezTo>
                    <a:cubicBezTo>
                      <a:pt x="1101" y="7204"/>
                      <a:pt x="992" y="7166"/>
                      <a:pt x="901" y="7166"/>
                    </a:cubicBezTo>
                    <a:cubicBezTo>
                      <a:pt x="818" y="7166"/>
                      <a:pt x="750" y="7197"/>
                      <a:pt x="750" y="7197"/>
                    </a:cubicBezTo>
                    <a:cubicBezTo>
                      <a:pt x="750" y="7197"/>
                      <a:pt x="1214" y="6709"/>
                      <a:pt x="750" y="6368"/>
                    </a:cubicBezTo>
                    <a:cubicBezTo>
                      <a:pt x="766" y="5827"/>
                      <a:pt x="840" y="5249"/>
                      <a:pt x="758" y="4553"/>
                    </a:cubicBezTo>
                    <a:cubicBezTo>
                      <a:pt x="656" y="3707"/>
                      <a:pt x="770" y="2844"/>
                      <a:pt x="1108" y="2059"/>
                    </a:cubicBezTo>
                    <a:cubicBezTo>
                      <a:pt x="1143" y="1980"/>
                      <a:pt x="1156" y="1936"/>
                      <a:pt x="1157" y="1933"/>
                    </a:cubicBezTo>
                    <a:lnTo>
                      <a:pt x="1157" y="1933"/>
                    </a:lnTo>
                    <a:cubicBezTo>
                      <a:pt x="1155" y="1939"/>
                      <a:pt x="1087" y="2161"/>
                      <a:pt x="440" y="2543"/>
                    </a:cubicBezTo>
                    <a:lnTo>
                      <a:pt x="440" y="2543"/>
                    </a:lnTo>
                    <a:cubicBezTo>
                      <a:pt x="335" y="1535"/>
                      <a:pt x="616" y="1"/>
                      <a:pt x="6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9"/>
              <p:cNvSpPr/>
              <p:nvPr/>
            </p:nvSpPr>
            <p:spPr>
              <a:xfrm>
                <a:off x="4033955" y="2885668"/>
                <a:ext cx="97521" cy="54671"/>
              </a:xfrm>
              <a:custGeom>
                <a:avLst/>
                <a:gdLst/>
                <a:ahLst/>
                <a:cxnLst/>
                <a:rect l="l" t="t" r="r" b="b"/>
                <a:pathLst>
                  <a:path w="924" h="518" extrusionOk="0">
                    <a:moveTo>
                      <a:pt x="570" y="0"/>
                    </a:moveTo>
                    <a:cubicBezTo>
                      <a:pt x="309" y="0"/>
                      <a:pt x="24" y="168"/>
                      <a:pt x="8" y="176"/>
                    </a:cubicBezTo>
                    <a:cubicBezTo>
                      <a:pt x="4" y="180"/>
                      <a:pt x="0" y="192"/>
                      <a:pt x="4" y="196"/>
                    </a:cubicBezTo>
                    <a:cubicBezTo>
                      <a:pt x="7" y="202"/>
                      <a:pt x="12" y="206"/>
                      <a:pt x="18" y="206"/>
                    </a:cubicBezTo>
                    <a:cubicBezTo>
                      <a:pt x="20" y="206"/>
                      <a:pt x="22" y="205"/>
                      <a:pt x="25" y="204"/>
                    </a:cubicBezTo>
                    <a:cubicBezTo>
                      <a:pt x="28" y="200"/>
                      <a:pt x="316" y="29"/>
                      <a:pt x="569" y="29"/>
                    </a:cubicBezTo>
                    <a:cubicBezTo>
                      <a:pt x="575" y="29"/>
                      <a:pt x="580" y="29"/>
                      <a:pt x="586" y="29"/>
                    </a:cubicBezTo>
                    <a:lnTo>
                      <a:pt x="891" y="510"/>
                    </a:lnTo>
                    <a:cubicBezTo>
                      <a:pt x="895" y="518"/>
                      <a:pt x="899" y="518"/>
                      <a:pt x="903" y="518"/>
                    </a:cubicBezTo>
                    <a:lnTo>
                      <a:pt x="911" y="518"/>
                    </a:lnTo>
                    <a:cubicBezTo>
                      <a:pt x="919" y="514"/>
                      <a:pt x="924" y="501"/>
                      <a:pt x="919" y="497"/>
                    </a:cubicBezTo>
                    <a:lnTo>
                      <a:pt x="606" y="5"/>
                    </a:lnTo>
                    <a:cubicBezTo>
                      <a:pt x="606" y="1"/>
                      <a:pt x="602" y="1"/>
                      <a:pt x="598" y="1"/>
                    </a:cubicBezTo>
                    <a:cubicBezTo>
                      <a:pt x="589" y="1"/>
                      <a:pt x="579" y="0"/>
                      <a:pt x="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9"/>
              <p:cNvSpPr/>
              <p:nvPr/>
            </p:nvSpPr>
            <p:spPr>
              <a:xfrm>
                <a:off x="4479135" y="2030875"/>
                <a:ext cx="528" cy="2639"/>
              </a:xfrm>
              <a:custGeom>
                <a:avLst/>
                <a:gdLst/>
                <a:ahLst/>
                <a:cxnLst/>
                <a:rect l="l" t="t" r="r" b="b"/>
                <a:pathLst>
                  <a:path w="5" h="25" extrusionOk="0">
                    <a:moveTo>
                      <a:pt x="1" y="25"/>
                    </a:moveTo>
                    <a:cubicBezTo>
                      <a:pt x="5" y="17"/>
                      <a:pt x="5" y="8"/>
                      <a:pt x="5" y="0"/>
                    </a:cubicBezTo>
                    <a:cubicBezTo>
                      <a:pt x="5" y="8"/>
                      <a:pt x="5" y="17"/>
                      <a:pt x="1" y="25"/>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9"/>
              <p:cNvSpPr/>
              <p:nvPr/>
            </p:nvSpPr>
            <p:spPr>
              <a:xfrm>
                <a:off x="4379080" y="1810185"/>
                <a:ext cx="148182" cy="529507"/>
              </a:xfrm>
              <a:custGeom>
                <a:avLst/>
                <a:gdLst/>
                <a:ahLst/>
                <a:cxnLst/>
                <a:rect l="l" t="t" r="r" b="b"/>
                <a:pathLst>
                  <a:path w="1404" h="5017" extrusionOk="0">
                    <a:moveTo>
                      <a:pt x="1" y="0"/>
                    </a:moveTo>
                    <a:lnTo>
                      <a:pt x="1" y="0"/>
                    </a:lnTo>
                    <a:cubicBezTo>
                      <a:pt x="440" y="1335"/>
                      <a:pt x="395" y="3849"/>
                      <a:pt x="343" y="5016"/>
                    </a:cubicBezTo>
                    <a:cubicBezTo>
                      <a:pt x="343" y="5016"/>
                      <a:pt x="660" y="3796"/>
                      <a:pt x="1404" y="2885"/>
                    </a:cubicBezTo>
                    <a:cubicBezTo>
                      <a:pt x="1368" y="2791"/>
                      <a:pt x="1319" y="2705"/>
                      <a:pt x="1254" y="2632"/>
                    </a:cubicBezTo>
                    <a:cubicBezTo>
                      <a:pt x="1252" y="2632"/>
                      <a:pt x="1250" y="2632"/>
                      <a:pt x="1248" y="2632"/>
                    </a:cubicBezTo>
                    <a:cubicBezTo>
                      <a:pt x="1190" y="2632"/>
                      <a:pt x="1143" y="2686"/>
                      <a:pt x="1103" y="2730"/>
                    </a:cubicBezTo>
                    <a:cubicBezTo>
                      <a:pt x="1073" y="2763"/>
                      <a:pt x="1027" y="2796"/>
                      <a:pt x="985" y="2796"/>
                    </a:cubicBezTo>
                    <a:cubicBezTo>
                      <a:pt x="971" y="2796"/>
                      <a:pt x="957" y="2792"/>
                      <a:pt x="944" y="2783"/>
                    </a:cubicBezTo>
                    <a:cubicBezTo>
                      <a:pt x="904" y="2754"/>
                      <a:pt x="904" y="2698"/>
                      <a:pt x="908" y="2649"/>
                    </a:cubicBezTo>
                    <a:cubicBezTo>
                      <a:pt x="920" y="2470"/>
                      <a:pt x="936" y="2294"/>
                      <a:pt x="949" y="2116"/>
                    </a:cubicBezTo>
                    <a:lnTo>
                      <a:pt x="949" y="2116"/>
                    </a:lnTo>
                    <a:cubicBezTo>
                      <a:pt x="941" y="2146"/>
                      <a:pt x="905" y="2164"/>
                      <a:pt x="868" y="2164"/>
                    </a:cubicBezTo>
                    <a:cubicBezTo>
                      <a:pt x="846" y="2164"/>
                      <a:pt x="823" y="2158"/>
                      <a:pt x="806" y="2144"/>
                    </a:cubicBezTo>
                    <a:cubicBezTo>
                      <a:pt x="758" y="2104"/>
                      <a:pt x="749" y="2031"/>
                      <a:pt x="741" y="1962"/>
                    </a:cubicBezTo>
                    <a:cubicBezTo>
                      <a:pt x="705" y="1620"/>
                      <a:pt x="615" y="1282"/>
                      <a:pt x="493" y="961"/>
                    </a:cubicBezTo>
                    <a:cubicBezTo>
                      <a:pt x="388" y="676"/>
                      <a:pt x="253" y="399"/>
                      <a:pt x="102" y="135"/>
                    </a:cubicBezTo>
                    <a:cubicBezTo>
                      <a:pt x="70" y="78"/>
                      <a:pt x="33" y="33"/>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9"/>
              <p:cNvSpPr/>
              <p:nvPr/>
            </p:nvSpPr>
            <p:spPr>
              <a:xfrm>
                <a:off x="4415176" y="2194467"/>
                <a:ext cx="146915" cy="184488"/>
              </a:xfrm>
              <a:custGeom>
                <a:avLst/>
                <a:gdLst/>
                <a:ahLst/>
                <a:cxnLst/>
                <a:rect l="l" t="t" r="r" b="b"/>
                <a:pathLst>
                  <a:path w="1392" h="1748" extrusionOk="0">
                    <a:moveTo>
                      <a:pt x="562" y="1"/>
                    </a:moveTo>
                    <a:cubicBezTo>
                      <a:pt x="175" y="713"/>
                      <a:pt x="1" y="1375"/>
                      <a:pt x="1" y="1375"/>
                    </a:cubicBezTo>
                    <a:lnTo>
                      <a:pt x="5" y="1375"/>
                    </a:lnTo>
                    <a:lnTo>
                      <a:pt x="249" y="1567"/>
                    </a:lnTo>
                    <a:cubicBezTo>
                      <a:pt x="398" y="1682"/>
                      <a:pt x="582" y="1747"/>
                      <a:pt x="771" y="1747"/>
                    </a:cubicBezTo>
                    <a:cubicBezTo>
                      <a:pt x="788" y="1747"/>
                      <a:pt x="805" y="1747"/>
                      <a:pt x="822" y="1746"/>
                    </a:cubicBezTo>
                    <a:lnTo>
                      <a:pt x="895" y="1746"/>
                    </a:lnTo>
                    <a:cubicBezTo>
                      <a:pt x="867" y="1135"/>
                      <a:pt x="1079" y="773"/>
                      <a:pt x="1392" y="489"/>
                    </a:cubicBezTo>
                    <a:cubicBezTo>
                      <a:pt x="1334" y="383"/>
                      <a:pt x="1266" y="277"/>
                      <a:pt x="1188" y="183"/>
                    </a:cubicBezTo>
                    <a:cubicBezTo>
                      <a:pt x="1127" y="103"/>
                      <a:pt x="1041" y="19"/>
                      <a:pt x="939" y="19"/>
                    </a:cubicBezTo>
                    <a:cubicBezTo>
                      <a:pt x="932" y="19"/>
                      <a:pt x="926" y="20"/>
                      <a:pt x="919" y="20"/>
                    </a:cubicBezTo>
                    <a:cubicBezTo>
                      <a:pt x="871" y="25"/>
                      <a:pt x="822" y="54"/>
                      <a:pt x="773" y="65"/>
                    </a:cubicBezTo>
                    <a:cubicBezTo>
                      <a:pt x="758" y="70"/>
                      <a:pt x="743" y="72"/>
                      <a:pt x="729" y="72"/>
                    </a:cubicBezTo>
                    <a:cubicBezTo>
                      <a:pt x="666" y="72"/>
                      <a:pt x="611" y="33"/>
                      <a:pt x="5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9"/>
              <p:cNvSpPr/>
              <p:nvPr/>
            </p:nvSpPr>
            <p:spPr>
              <a:xfrm>
                <a:off x="4413804" y="2064332"/>
                <a:ext cx="240637" cy="296786"/>
              </a:xfrm>
              <a:custGeom>
                <a:avLst/>
                <a:gdLst/>
                <a:ahLst/>
                <a:cxnLst/>
                <a:rect l="l" t="t" r="r" b="b"/>
                <a:pathLst>
                  <a:path w="2280" h="2812" extrusionOk="0">
                    <a:moveTo>
                      <a:pt x="1523" y="1"/>
                    </a:moveTo>
                    <a:cubicBezTo>
                      <a:pt x="1518" y="1"/>
                      <a:pt x="1514" y="5"/>
                      <a:pt x="1510" y="5"/>
                    </a:cubicBezTo>
                    <a:cubicBezTo>
                      <a:pt x="457" y="883"/>
                      <a:pt x="5" y="2588"/>
                      <a:pt x="1" y="2605"/>
                    </a:cubicBezTo>
                    <a:cubicBezTo>
                      <a:pt x="1" y="2608"/>
                      <a:pt x="5" y="2616"/>
                      <a:pt x="5" y="2620"/>
                    </a:cubicBezTo>
                    <a:lnTo>
                      <a:pt x="254" y="2812"/>
                    </a:lnTo>
                    <a:lnTo>
                      <a:pt x="262" y="2812"/>
                    </a:lnTo>
                    <a:cubicBezTo>
                      <a:pt x="266" y="2812"/>
                      <a:pt x="269" y="2812"/>
                      <a:pt x="273" y="2808"/>
                    </a:cubicBezTo>
                    <a:cubicBezTo>
                      <a:pt x="278" y="2800"/>
                      <a:pt x="278" y="2791"/>
                      <a:pt x="269" y="2787"/>
                    </a:cubicBezTo>
                    <a:lnTo>
                      <a:pt x="34" y="2605"/>
                    </a:lnTo>
                    <a:cubicBezTo>
                      <a:pt x="70" y="2470"/>
                      <a:pt x="522" y="875"/>
                      <a:pt x="1527" y="33"/>
                    </a:cubicBezTo>
                    <a:cubicBezTo>
                      <a:pt x="1681" y="57"/>
                      <a:pt x="1811" y="87"/>
                      <a:pt x="1918" y="115"/>
                    </a:cubicBezTo>
                    <a:cubicBezTo>
                      <a:pt x="2247" y="213"/>
                      <a:pt x="2243" y="301"/>
                      <a:pt x="2243" y="301"/>
                    </a:cubicBezTo>
                    <a:cubicBezTo>
                      <a:pt x="2243" y="310"/>
                      <a:pt x="2247" y="318"/>
                      <a:pt x="2255" y="318"/>
                    </a:cubicBezTo>
                    <a:cubicBezTo>
                      <a:pt x="2257" y="319"/>
                      <a:pt x="2258" y="319"/>
                      <a:pt x="2260" y="319"/>
                    </a:cubicBezTo>
                    <a:cubicBezTo>
                      <a:pt x="2266" y="319"/>
                      <a:pt x="2272" y="313"/>
                      <a:pt x="2275" y="306"/>
                    </a:cubicBezTo>
                    <a:cubicBezTo>
                      <a:pt x="2275" y="294"/>
                      <a:pt x="2280" y="188"/>
                      <a:pt x="1925" y="87"/>
                    </a:cubicBezTo>
                    <a:cubicBezTo>
                      <a:pt x="1816" y="57"/>
                      <a:pt x="1681" y="29"/>
                      <a:pt x="15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9"/>
              <p:cNvSpPr/>
              <p:nvPr/>
            </p:nvSpPr>
            <p:spPr>
              <a:xfrm>
                <a:off x="3914481" y="1665485"/>
                <a:ext cx="182589" cy="106070"/>
              </a:xfrm>
              <a:custGeom>
                <a:avLst/>
                <a:gdLst/>
                <a:ahLst/>
                <a:cxnLst/>
                <a:rect l="l" t="t" r="r" b="b"/>
                <a:pathLst>
                  <a:path w="1730" h="1005" extrusionOk="0">
                    <a:moveTo>
                      <a:pt x="168" y="0"/>
                    </a:moveTo>
                    <a:cubicBezTo>
                      <a:pt x="168" y="0"/>
                      <a:pt x="107" y="41"/>
                      <a:pt x="1" y="107"/>
                    </a:cubicBezTo>
                    <a:cubicBezTo>
                      <a:pt x="241" y="204"/>
                      <a:pt x="1408" y="704"/>
                      <a:pt x="1656" y="1005"/>
                    </a:cubicBezTo>
                    <a:cubicBezTo>
                      <a:pt x="1690" y="969"/>
                      <a:pt x="1714" y="944"/>
                      <a:pt x="1730" y="920"/>
                    </a:cubicBezTo>
                    <a:lnTo>
                      <a:pt x="1709" y="892"/>
                    </a:lnTo>
                    <a:lnTo>
                      <a:pt x="1709" y="708"/>
                    </a:lnTo>
                    <a:cubicBezTo>
                      <a:pt x="1705" y="712"/>
                      <a:pt x="1705" y="717"/>
                      <a:pt x="1701" y="721"/>
                    </a:cubicBezTo>
                    <a:cubicBezTo>
                      <a:pt x="1701" y="725"/>
                      <a:pt x="1697" y="729"/>
                      <a:pt x="1697" y="733"/>
                    </a:cubicBezTo>
                    <a:cubicBezTo>
                      <a:pt x="1694" y="736"/>
                      <a:pt x="1694" y="736"/>
                      <a:pt x="1694" y="741"/>
                    </a:cubicBezTo>
                    <a:cubicBezTo>
                      <a:pt x="1685" y="753"/>
                      <a:pt x="1681" y="761"/>
                      <a:pt x="1677" y="770"/>
                    </a:cubicBezTo>
                    <a:cubicBezTo>
                      <a:pt x="1677" y="774"/>
                      <a:pt x="1673" y="777"/>
                      <a:pt x="1673" y="777"/>
                    </a:cubicBezTo>
                    <a:lnTo>
                      <a:pt x="1669" y="785"/>
                    </a:lnTo>
                    <a:cubicBezTo>
                      <a:pt x="1669" y="785"/>
                      <a:pt x="665" y="131"/>
                      <a:pt x="1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9"/>
              <p:cNvSpPr/>
              <p:nvPr/>
            </p:nvSpPr>
            <p:spPr>
              <a:xfrm>
                <a:off x="4103086" y="1771450"/>
                <a:ext cx="114619" cy="654997"/>
              </a:xfrm>
              <a:custGeom>
                <a:avLst/>
                <a:gdLst/>
                <a:ahLst/>
                <a:cxnLst/>
                <a:rect l="l" t="t" r="r" b="b"/>
                <a:pathLst>
                  <a:path w="1086" h="6206" extrusionOk="0">
                    <a:moveTo>
                      <a:pt x="0" y="1"/>
                    </a:moveTo>
                    <a:lnTo>
                      <a:pt x="0" y="201"/>
                    </a:lnTo>
                    <a:cubicBezTo>
                      <a:pt x="0" y="201"/>
                      <a:pt x="577" y="1734"/>
                      <a:pt x="382" y="5376"/>
                    </a:cubicBezTo>
                    <a:cubicBezTo>
                      <a:pt x="382" y="5376"/>
                      <a:pt x="793" y="5835"/>
                      <a:pt x="992" y="6206"/>
                    </a:cubicBezTo>
                    <a:cubicBezTo>
                      <a:pt x="1037" y="6152"/>
                      <a:pt x="1065" y="6120"/>
                      <a:pt x="1086" y="6099"/>
                    </a:cubicBezTo>
                    <a:lnTo>
                      <a:pt x="513" y="5383"/>
                    </a:lnTo>
                    <a:cubicBezTo>
                      <a:pt x="695" y="1352"/>
                      <a:pt x="61" y="91"/>
                      <a:pt x="61" y="91"/>
                    </a:cubicBezTo>
                    <a:lnTo>
                      <a:pt x="65" y="91"/>
                    </a:ln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9"/>
              <p:cNvSpPr/>
              <p:nvPr/>
            </p:nvSpPr>
            <p:spPr>
              <a:xfrm>
                <a:off x="4372642" y="1792664"/>
                <a:ext cx="74407" cy="613202"/>
              </a:xfrm>
              <a:custGeom>
                <a:avLst/>
                <a:gdLst/>
                <a:ahLst/>
                <a:cxnLst/>
                <a:rect l="l" t="t" r="r" b="b"/>
                <a:pathLst>
                  <a:path w="705" h="5810" extrusionOk="0">
                    <a:moveTo>
                      <a:pt x="0" y="0"/>
                    </a:moveTo>
                    <a:lnTo>
                      <a:pt x="370" y="5809"/>
                    </a:lnTo>
                    <a:cubicBezTo>
                      <a:pt x="704" y="1733"/>
                      <a:pt x="1"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9"/>
              <p:cNvSpPr/>
              <p:nvPr/>
            </p:nvSpPr>
            <p:spPr>
              <a:xfrm>
                <a:off x="4370953" y="1791081"/>
                <a:ext cx="77468" cy="616368"/>
              </a:xfrm>
              <a:custGeom>
                <a:avLst/>
                <a:gdLst/>
                <a:ahLst/>
                <a:cxnLst/>
                <a:rect l="l" t="t" r="r" b="b"/>
                <a:pathLst>
                  <a:path w="734" h="5840" extrusionOk="0">
                    <a:moveTo>
                      <a:pt x="15" y="1"/>
                    </a:moveTo>
                    <a:cubicBezTo>
                      <a:pt x="13" y="1"/>
                      <a:pt x="11" y="1"/>
                      <a:pt x="9" y="2"/>
                    </a:cubicBezTo>
                    <a:cubicBezTo>
                      <a:pt x="5" y="6"/>
                      <a:pt x="1" y="15"/>
                      <a:pt x="1" y="23"/>
                    </a:cubicBezTo>
                    <a:cubicBezTo>
                      <a:pt x="9" y="39"/>
                      <a:pt x="700" y="1797"/>
                      <a:pt x="375" y="5824"/>
                    </a:cubicBezTo>
                    <a:cubicBezTo>
                      <a:pt x="375" y="5832"/>
                      <a:pt x="379" y="5840"/>
                      <a:pt x="386" y="5840"/>
                    </a:cubicBezTo>
                    <a:cubicBezTo>
                      <a:pt x="395" y="5840"/>
                      <a:pt x="403" y="5836"/>
                      <a:pt x="403" y="5828"/>
                    </a:cubicBezTo>
                    <a:cubicBezTo>
                      <a:pt x="733" y="1792"/>
                      <a:pt x="37" y="27"/>
                      <a:pt x="29" y="10"/>
                    </a:cubicBezTo>
                    <a:cubicBezTo>
                      <a:pt x="26" y="4"/>
                      <a:pt x="21" y="1"/>
                      <a:pt x="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9"/>
              <p:cNvSpPr/>
              <p:nvPr/>
            </p:nvSpPr>
            <p:spPr>
              <a:xfrm>
                <a:off x="3676693" y="1799841"/>
                <a:ext cx="480535" cy="822809"/>
              </a:xfrm>
              <a:custGeom>
                <a:avLst/>
                <a:gdLst/>
                <a:ahLst/>
                <a:cxnLst/>
                <a:rect l="l" t="t" r="r" b="b"/>
                <a:pathLst>
                  <a:path w="4553" h="7796" extrusionOk="0">
                    <a:moveTo>
                      <a:pt x="57" y="0"/>
                    </a:moveTo>
                    <a:cubicBezTo>
                      <a:pt x="53" y="5"/>
                      <a:pt x="49" y="9"/>
                      <a:pt x="45" y="13"/>
                    </a:cubicBezTo>
                    <a:cubicBezTo>
                      <a:pt x="66" y="127"/>
                      <a:pt x="0" y="176"/>
                      <a:pt x="0" y="176"/>
                    </a:cubicBezTo>
                    <a:cubicBezTo>
                      <a:pt x="4" y="180"/>
                      <a:pt x="17" y="180"/>
                      <a:pt x="41" y="188"/>
                    </a:cubicBezTo>
                    <a:cubicBezTo>
                      <a:pt x="212" y="253"/>
                      <a:pt x="928" y="680"/>
                      <a:pt x="1432" y="3426"/>
                    </a:cubicBezTo>
                    <a:cubicBezTo>
                      <a:pt x="1782" y="4667"/>
                      <a:pt x="1506" y="6087"/>
                      <a:pt x="1639" y="6921"/>
                    </a:cubicBezTo>
                    <a:cubicBezTo>
                      <a:pt x="1721" y="6925"/>
                      <a:pt x="1754" y="6957"/>
                      <a:pt x="1758" y="7014"/>
                    </a:cubicBezTo>
                    <a:cubicBezTo>
                      <a:pt x="1762" y="7067"/>
                      <a:pt x="1741" y="7140"/>
                      <a:pt x="1713" y="7230"/>
                    </a:cubicBezTo>
                    <a:cubicBezTo>
                      <a:pt x="1762" y="7287"/>
                      <a:pt x="1839" y="7372"/>
                      <a:pt x="1928" y="7482"/>
                    </a:cubicBezTo>
                    <a:cubicBezTo>
                      <a:pt x="2010" y="7572"/>
                      <a:pt x="2099" y="7677"/>
                      <a:pt x="2201" y="7796"/>
                    </a:cubicBezTo>
                    <a:cubicBezTo>
                      <a:pt x="2201" y="7796"/>
                      <a:pt x="2311" y="7689"/>
                      <a:pt x="2555" y="7543"/>
                    </a:cubicBezTo>
                    <a:cubicBezTo>
                      <a:pt x="2811" y="7392"/>
                      <a:pt x="3218" y="7193"/>
                      <a:pt x="3804" y="7026"/>
                    </a:cubicBezTo>
                    <a:cubicBezTo>
                      <a:pt x="4142" y="6819"/>
                      <a:pt x="4487" y="6583"/>
                      <a:pt x="4553" y="6457"/>
                    </a:cubicBezTo>
                    <a:lnTo>
                      <a:pt x="4553" y="6457"/>
                    </a:lnTo>
                    <a:cubicBezTo>
                      <a:pt x="4458" y="6458"/>
                      <a:pt x="4354" y="6463"/>
                      <a:pt x="4247" y="6463"/>
                    </a:cubicBezTo>
                    <a:cubicBezTo>
                      <a:pt x="3906" y="6463"/>
                      <a:pt x="3539" y="6415"/>
                      <a:pt x="3369" y="6046"/>
                    </a:cubicBezTo>
                    <a:cubicBezTo>
                      <a:pt x="3206" y="5696"/>
                      <a:pt x="2685" y="5635"/>
                      <a:pt x="2396" y="5281"/>
                    </a:cubicBezTo>
                    <a:cubicBezTo>
                      <a:pt x="2229" y="5077"/>
                      <a:pt x="2351" y="4769"/>
                      <a:pt x="2612" y="4728"/>
                    </a:cubicBezTo>
                    <a:cubicBezTo>
                      <a:pt x="3271" y="4619"/>
                      <a:pt x="3905" y="4110"/>
                      <a:pt x="3906" y="4110"/>
                    </a:cubicBezTo>
                    <a:lnTo>
                      <a:pt x="3906" y="4110"/>
                    </a:lnTo>
                    <a:cubicBezTo>
                      <a:pt x="3905" y="4110"/>
                      <a:pt x="3415" y="4241"/>
                      <a:pt x="2903" y="4241"/>
                    </a:cubicBezTo>
                    <a:cubicBezTo>
                      <a:pt x="2522" y="4241"/>
                      <a:pt x="2129" y="4168"/>
                      <a:pt x="1917" y="3915"/>
                    </a:cubicBezTo>
                    <a:cubicBezTo>
                      <a:pt x="1326" y="3207"/>
                      <a:pt x="1440" y="1404"/>
                      <a:pt x="965" y="355"/>
                    </a:cubicBezTo>
                    <a:cubicBezTo>
                      <a:pt x="651" y="82"/>
                      <a:pt x="269" y="13"/>
                      <a:pt x="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9"/>
              <p:cNvSpPr/>
              <p:nvPr/>
            </p:nvSpPr>
            <p:spPr>
              <a:xfrm>
                <a:off x="3674899" y="1817045"/>
                <a:ext cx="420903" cy="1043815"/>
              </a:xfrm>
              <a:custGeom>
                <a:avLst/>
                <a:gdLst/>
                <a:ahLst/>
                <a:cxnLst/>
                <a:rect l="l" t="t" r="r" b="b"/>
                <a:pathLst>
                  <a:path w="3988" h="9890" extrusionOk="0">
                    <a:moveTo>
                      <a:pt x="21" y="0"/>
                    </a:moveTo>
                    <a:cubicBezTo>
                      <a:pt x="13" y="0"/>
                      <a:pt x="5" y="4"/>
                      <a:pt x="5" y="13"/>
                    </a:cubicBezTo>
                    <a:cubicBezTo>
                      <a:pt x="1" y="21"/>
                      <a:pt x="9" y="29"/>
                      <a:pt x="17" y="29"/>
                    </a:cubicBezTo>
                    <a:cubicBezTo>
                      <a:pt x="25" y="29"/>
                      <a:pt x="868" y="171"/>
                      <a:pt x="1433" y="3267"/>
                    </a:cubicBezTo>
                    <a:cubicBezTo>
                      <a:pt x="1649" y="4024"/>
                      <a:pt x="1628" y="4837"/>
                      <a:pt x="1608" y="5558"/>
                    </a:cubicBezTo>
                    <a:cubicBezTo>
                      <a:pt x="1600" y="6009"/>
                      <a:pt x="1587" y="6433"/>
                      <a:pt x="1641" y="6762"/>
                    </a:cubicBezTo>
                    <a:cubicBezTo>
                      <a:pt x="1641" y="6766"/>
                      <a:pt x="1649" y="6774"/>
                      <a:pt x="1656" y="6774"/>
                    </a:cubicBezTo>
                    <a:cubicBezTo>
                      <a:pt x="1701" y="6774"/>
                      <a:pt x="1730" y="6786"/>
                      <a:pt x="1746" y="6810"/>
                    </a:cubicBezTo>
                    <a:cubicBezTo>
                      <a:pt x="1779" y="6855"/>
                      <a:pt x="1750" y="6953"/>
                      <a:pt x="1718" y="7062"/>
                    </a:cubicBezTo>
                    <a:cubicBezTo>
                      <a:pt x="1714" y="7067"/>
                      <a:pt x="1718" y="7075"/>
                      <a:pt x="1718" y="7079"/>
                    </a:cubicBezTo>
                    <a:cubicBezTo>
                      <a:pt x="1746" y="7107"/>
                      <a:pt x="1782" y="7148"/>
                      <a:pt x="1823" y="7197"/>
                    </a:cubicBezTo>
                    <a:lnTo>
                      <a:pt x="1938" y="7327"/>
                    </a:lnTo>
                    <a:cubicBezTo>
                      <a:pt x="1953" y="7347"/>
                      <a:pt x="3605" y="9244"/>
                      <a:pt x="3955" y="9882"/>
                    </a:cubicBezTo>
                    <a:cubicBezTo>
                      <a:pt x="3960" y="9886"/>
                      <a:pt x="3964" y="9890"/>
                      <a:pt x="3971" y="9890"/>
                    </a:cubicBezTo>
                    <a:cubicBezTo>
                      <a:pt x="3971" y="9890"/>
                      <a:pt x="3975" y="9890"/>
                      <a:pt x="3975" y="9886"/>
                    </a:cubicBezTo>
                    <a:cubicBezTo>
                      <a:pt x="3984" y="9886"/>
                      <a:pt x="3988" y="9874"/>
                      <a:pt x="3984" y="9869"/>
                    </a:cubicBezTo>
                    <a:cubicBezTo>
                      <a:pt x="3630" y="9227"/>
                      <a:pt x="1974" y="7327"/>
                      <a:pt x="1958" y="7306"/>
                    </a:cubicBezTo>
                    <a:lnTo>
                      <a:pt x="1848" y="7180"/>
                    </a:lnTo>
                    <a:cubicBezTo>
                      <a:pt x="1807" y="7132"/>
                      <a:pt x="1775" y="7096"/>
                      <a:pt x="1746" y="7062"/>
                    </a:cubicBezTo>
                    <a:cubicBezTo>
                      <a:pt x="1782" y="6945"/>
                      <a:pt x="1812" y="6848"/>
                      <a:pt x="1771" y="6790"/>
                    </a:cubicBezTo>
                    <a:cubicBezTo>
                      <a:pt x="1750" y="6766"/>
                      <a:pt x="1718" y="6750"/>
                      <a:pt x="1669" y="6745"/>
                    </a:cubicBezTo>
                    <a:cubicBezTo>
                      <a:pt x="1620" y="6420"/>
                      <a:pt x="1628" y="6001"/>
                      <a:pt x="1641" y="5562"/>
                    </a:cubicBezTo>
                    <a:cubicBezTo>
                      <a:pt x="1656" y="4837"/>
                      <a:pt x="1677" y="4020"/>
                      <a:pt x="1465" y="3263"/>
                    </a:cubicBezTo>
                    <a:cubicBezTo>
                      <a:pt x="892" y="143"/>
                      <a:pt x="54" y="4"/>
                      <a:pt x="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9"/>
              <p:cNvSpPr/>
              <p:nvPr/>
            </p:nvSpPr>
            <p:spPr>
              <a:xfrm>
                <a:off x="4149841" y="1698520"/>
                <a:ext cx="29235" cy="51610"/>
              </a:xfrm>
              <a:custGeom>
                <a:avLst/>
                <a:gdLst/>
                <a:ahLst/>
                <a:cxnLst/>
                <a:rect l="l" t="t" r="r" b="b"/>
                <a:pathLst>
                  <a:path w="277" h="489" extrusionOk="0">
                    <a:moveTo>
                      <a:pt x="245" y="1"/>
                    </a:moveTo>
                    <a:lnTo>
                      <a:pt x="1" y="391"/>
                    </a:lnTo>
                    <a:lnTo>
                      <a:pt x="53" y="489"/>
                    </a:lnTo>
                    <a:lnTo>
                      <a:pt x="277" y="25"/>
                    </a:lnTo>
                    <a:cubicBezTo>
                      <a:pt x="269" y="17"/>
                      <a:pt x="256" y="8"/>
                      <a:pt x="2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9"/>
              <p:cNvSpPr/>
              <p:nvPr/>
            </p:nvSpPr>
            <p:spPr>
              <a:xfrm>
                <a:off x="4309527" y="2634053"/>
                <a:ext cx="107442" cy="168551"/>
              </a:xfrm>
              <a:custGeom>
                <a:avLst/>
                <a:gdLst/>
                <a:ahLst/>
                <a:cxnLst/>
                <a:rect l="l" t="t" r="r" b="b"/>
                <a:pathLst>
                  <a:path w="1018" h="1597" extrusionOk="0">
                    <a:moveTo>
                      <a:pt x="17" y="0"/>
                    </a:moveTo>
                    <a:cubicBezTo>
                      <a:pt x="14" y="0"/>
                      <a:pt x="10" y="1"/>
                      <a:pt x="9" y="5"/>
                    </a:cubicBezTo>
                    <a:cubicBezTo>
                      <a:pt x="1" y="10"/>
                      <a:pt x="1" y="17"/>
                      <a:pt x="9" y="25"/>
                    </a:cubicBezTo>
                    <a:cubicBezTo>
                      <a:pt x="17" y="34"/>
                      <a:pt x="778" y="904"/>
                      <a:pt x="985" y="1401"/>
                    </a:cubicBezTo>
                    <a:lnTo>
                      <a:pt x="798" y="1572"/>
                    </a:lnTo>
                    <a:cubicBezTo>
                      <a:pt x="790" y="1576"/>
                      <a:pt x="790" y="1584"/>
                      <a:pt x="798" y="1591"/>
                    </a:cubicBezTo>
                    <a:cubicBezTo>
                      <a:pt x="798" y="1596"/>
                      <a:pt x="802" y="1596"/>
                      <a:pt x="806" y="1596"/>
                    </a:cubicBezTo>
                    <a:cubicBezTo>
                      <a:pt x="810" y="1596"/>
                      <a:pt x="814" y="1596"/>
                      <a:pt x="818" y="1591"/>
                    </a:cubicBezTo>
                    <a:lnTo>
                      <a:pt x="1013" y="1413"/>
                    </a:lnTo>
                    <a:cubicBezTo>
                      <a:pt x="1017" y="1409"/>
                      <a:pt x="1017" y="1405"/>
                      <a:pt x="1017" y="1396"/>
                    </a:cubicBezTo>
                    <a:cubicBezTo>
                      <a:pt x="814" y="896"/>
                      <a:pt x="37" y="14"/>
                      <a:pt x="29" y="5"/>
                    </a:cubicBezTo>
                    <a:cubicBezTo>
                      <a:pt x="27" y="3"/>
                      <a:pt x="22" y="0"/>
                      <a:pt x="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9"/>
              <p:cNvSpPr/>
              <p:nvPr/>
            </p:nvSpPr>
            <p:spPr>
              <a:xfrm>
                <a:off x="4391112" y="2877013"/>
                <a:ext cx="181744" cy="900172"/>
              </a:xfrm>
              <a:custGeom>
                <a:avLst/>
                <a:gdLst/>
                <a:ahLst/>
                <a:cxnLst/>
                <a:rect l="l" t="t" r="r" b="b"/>
                <a:pathLst>
                  <a:path w="1722" h="8529" extrusionOk="0">
                    <a:moveTo>
                      <a:pt x="19" y="0"/>
                    </a:moveTo>
                    <a:cubicBezTo>
                      <a:pt x="17" y="0"/>
                      <a:pt x="15" y="1"/>
                      <a:pt x="13" y="2"/>
                    </a:cubicBezTo>
                    <a:cubicBezTo>
                      <a:pt x="5" y="6"/>
                      <a:pt x="0" y="14"/>
                      <a:pt x="5" y="22"/>
                    </a:cubicBezTo>
                    <a:cubicBezTo>
                      <a:pt x="13" y="38"/>
                      <a:pt x="899" y="1784"/>
                      <a:pt x="1258" y="4030"/>
                    </a:cubicBezTo>
                    <a:lnTo>
                      <a:pt x="1262" y="4033"/>
                    </a:lnTo>
                    <a:cubicBezTo>
                      <a:pt x="1567" y="4501"/>
                      <a:pt x="1624" y="4659"/>
                      <a:pt x="1632" y="4680"/>
                    </a:cubicBezTo>
                    <a:cubicBezTo>
                      <a:pt x="1628" y="4777"/>
                      <a:pt x="1547" y="7430"/>
                      <a:pt x="1693" y="8516"/>
                    </a:cubicBezTo>
                    <a:cubicBezTo>
                      <a:pt x="1693" y="8521"/>
                      <a:pt x="1701" y="8529"/>
                      <a:pt x="1709" y="8529"/>
                    </a:cubicBezTo>
                    <a:cubicBezTo>
                      <a:pt x="1718" y="8525"/>
                      <a:pt x="1721" y="8521"/>
                      <a:pt x="1721" y="8512"/>
                    </a:cubicBezTo>
                    <a:cubicBezTo>
                      <a:pt x="1575" y="7414"/>
                      <a:pt x="1660" y="4704"/>
                      <a:pt x="1660" y="4680"/>
                    </a:cubicBezTo>
                    <a:lnTo>
                      <a:pt x="1660" y="4676"/>
                    </a:lnTo>
                    <a:cubicBezTo>
                      <a:pt x="1660" y="4668"/>
                      <a:pt x="1616" y="4522"/>
                      <a:pt x="1290" y="4021"/>
                    </a:cubicBezTo>
                    <a:cubicBezTo>
                      <a:pt x="928" y="1771"/>
                      <a:pt x="41" y="26"/>
                      <a:pt x="33" y="10"/>
                    </a:cubicBezTo>
                    <a:cubicBezTo>
                      <a:pt x="31" y="4"/>
                      <a:pt x="25" y="0"/>
                      <a:pt x="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9"/>
              <p:cNvSpPr/>
              <p:nvPr/>
            </p:nvSpPr>
            <p:spPr>
              <a:xfrm>
                <a:off x="4049364" y="1586539"/>
                <a:ext cx="80423" cy="89711"/>
              </a:xfrm>
              <a:custGeom>
                <a:avLst/>
                <a:gdLst/>
                <a:ahLst/>
                <a:cxnLst/>
                <a:rect l="l" t="t" r="r" b="b"/>
                <a:pathLst>
                  <a:path w="762" h="850" extrusionOk="0">
                    <a:moveTo>
                      <a:pt x="1" y="0"/>
                    </a:moveTo>
                    <a:lnTo>
                      <a:pt x="761" y="850"/>
                    </a:lnTo>
                    <a:lnTo>
                      <a:pt x="761" y="464"/>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9"/>
              <p:cNvSpPr/>
              <p:nvPr/>
            </p:nvSpPr>
            <p:spPr>
              <a:xfrm>
                <a:off x="3963980" y="1473608"/>
                <a:ext cx="93194" cy="163591"/>
              </a:xfrm>
              <a:custGeom>
                <a:avLst/>
                <a:gdLst/>
                <a:ahLst/>
                <a:cxnLst/>
                <a:rect l="l" t="t" r="r" b="b"/>
                <a:pathLst>
                  <a:path w="883" h="1550" extrusionOk="0">
                    <a:moveTo>
                      <a:pt x="691" y="0"/>
                    </a:moveTo>
                    <a:lnTo>
                      <a:pt x="342" y="724"/>
                    </a:lnTo>
                    <a:lnTo>
                      <a:pt x="162" y="789"/>
                    </a:lnTo>
                    <a:cubicBezTo>
                      <a:pt x="162" y="789"/>
                      <a:pt x="130" y="1144"/>
                      <a:pt x="0" y="1351"/>
                    </a:cubicBezTo>
                    <a:cubicBezTo>
                      <a:pt x="113" y="1388"/>
                      <a:pt x="297" y="1456"/>
                      <a:pt x="513" y="1550"/>
                    </a:cubicBezTo>
                    <a:lnTo>
                      <a:pt x="883" y="354"/>
                    </a:lnTo>
                    <a:cubicBezTo>
                      <a:pt x="874" y="256"/>
                      <a:pt x="862" y="147"/>
                      <a:pt x="846" y="25"/>
                    </a:cubicBezTo>
                    <a:cubicBezTo>
                      <a:pt x="846" y="25"/>
                      <a:pt x="842" y="25"/>
                      <a:pt x="836" y="25"/>
                    </a:cubicBezTo>
                    <a:cubicBezTo>
                      <a:pt x="814" y="25"/>
                      <a:pt x="755" y="22"/>
                      <a:pt x="691" y="0"/>
                    </a:cubicBezTo>
                    <a:close/>
                  </a:path>
                </a:pathLst>
              </a:custGeom>
              <a:solidFill>
                <a:srgbClr val="AB7F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9"/>
              <p:cNvSpPr/>
              <p:nvPr/>
            </p:nvSpPr>
            <p:spPr>
              <a:xfrm>
                <a:off x="4036066" y="1472658"/>
                <a:ext cx="30080" cy="114408"/>
              </a:xfrm>
              <a:custGeom>
                <a:avLst/>
                <a:gdLst/>
                <a:ahLst/>
                <a:cxnLst/>
                <a:rect l="l" t="t" r="r" b="b"/>
                <a:pathLst>
                  <a:path w="285" h="1084" extrusionOk="0">
                    <a:moveTo>
                      <a:pt x="12" y="1"/>
                    </a:moveTo>
                    <a:cubicBezTo>
                      <a:pt x="8" y="1"/>
                      <a:pt x="5" y="1"/>
                      <a:pt x="1" y="5"/>
                    </a:cubicBezTo>
                    <a:cubicBezTo>
                      <a:pt x="1" y="9"/>
                      <a:pt x="5" y="13"/>
                      <a:pt x="8" y="13"/>
                    </a:cubicBezTo>
                    <a:cubicBezTo>
                      <a:pt x="74" y="38"/>
                      <a:pt x="131" y="42"/>
                      <a:pt x="151" y="42"/>
                    </a:cubicBezTo>
                    <a:lnTo>
                      <a:pt x="155" y="42"/>
                    </a:lnTo>
                    <a:cubicBezTo>
                      <a:pt x="269" y="806"/>
                      <a:pt x="123" y="1071"/>
                      <a:pt x="118" y="1074"/>
                    </a:cubicBezTo>
                    <a:cubicBezTo>
                      <a:pt x="118" y="1079"/>
                      <a:pt x="118" y="1083"/>
                      <a:pt x="123" y="1083"/>
                    </a:cubicBezTo>
                    <a:lnTo>
                      <a:pt x="127" y="1083"/>
                    </a:lnTo>
                    <a:cubicBezTo>
                      <a:pt x="131" y="1083"/>
                      <a:pt x="131" y="1083"/>
                      <a:pt x="134" y="1079"/>
                    </a:cubicBezTo>
                    <a:cubicBezTo>
                      <a:pt x="138" y="1071"/>
                      <a:pt x="285" y="806"/>
                      <a:pt x="172" y="34"/>
                    </a:cubicBezTo>
                    <a:cubicBezTo>
                      <a:pt x="167" y="30"/>
                      <a:pt x="167" y="25"/>
                      <a:pt x="163" y="25"/>
                    </a:cubicBezTo>
                    <a:cubicBezTo>
                      <a:pt x="163" y="25"/>
                      <a:pt x="158" y="25"/>
                      <a:pt x="150" y="25"/>
                    </a:cubicBezTo>
                    <a:cubicBezTo>
                      <a:pt x="126" y="25"/>
                      <a:pt x="70" y="22"/>
                      <a:pt x="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9"/>
              <p:cNvSpPr/>
              <p:nvPr/>
            </p:nvSpPr>
            <p:spPr>
              <a:xfrm>
                <a:off x="4219394" y="1419887"/>
                <a:ext cx="53827" cy="128129"/>
              </a:xfrm>
              <a:custGeom>
                <a:avLst/>
                <a:gdLst/>
                <a:ahLst/>
                <a:cxnLst/>
                <a:rect l="l" t="t" r="r" b="b"/>
                <a:pathLst>
                  <a:path w="510" h="1214" extrusionOk="0">
                    <a:moveTo>
                      <a:pt x="256" y="1"/>
                    </a:moveTo>
                    <a:lnTo>
                      <a:pt x="204" y="17"/>
                    </a:lnTo>
                    <a:lnTo>
                      <a:pt x="232" y="912"/>
                    </a:lnTo>
                    <a:lnTo>
                      <a:pt x="29" y="997"/>
                    </a:lnTo>
                    <a:cubicBezTo>
                      <a:pt x="1" y="1135"/>
                      <a:pt x="130" y="1213"/>
                      <a:pt x="130" y="1213"/>
                    </a:cubicBezTo>
                    <a:lnTo>
                      <a:pt x="493" y="1172"/>
                    </a:lnTo>
                    <a:lnTo>
                      <a:pt x="509" y="1099"/>
                    </a:lnTo>
                    <a:lnTo>
                      <a:pt x="256" y="1"/>
                    </a:lnTo>
                    <a:close/>
                  </a:path>
                </a:pathLst>
              </a:custGeom>
              <a:solidFill>
                <a:srgbClr val="FF9A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9"/>
              <p:cNvSpPr/>
              <p:nvPr/>
            </p:nvSpPr>
            <p:spPr>
              <a:xfrm>
                <a:off x="4242613" y="1537145"/>
                <a:ext cx="14565" cy="2533"/>
              </a:xfrm>
              <a:custGeom>
                <a:avLst/>
                <a:gdLst/>
                <a:ahLst/>
                <a:cxnLst/>
                <a:rect l="l" t="t" r="r" b="b"/>
                <a:pathLst>
                  <a:path w="138" h="24" extrusionOk="0">
                    <a:moveTo>
                      <a:pt x="117" y="1"/>
                    </a:moveTo>
                    <a:cubicBezTo>
                      <a:pt x="105" y="1"/>
                      <a:pt x="88" y="2"/>
                      <a:pt x="70" y="5"/>
                    </a:cubicBezTo>
                    <a:cubicBezTo>
                      <a:pt x="29" y="9"/>
                      <a:pt x="0" y="16"/>
                      <a:pt x="0" y="20"/>
                    </a:cubicBezTo>
                    <a:cubicBezTo>
                      <a:pt x="0" y="22"/>
                      <a:pt x="8" y="23"/>
                      <a:pt x="21" y="23"/>
                    </a:cubicBezTo>
                    <a:cubicBezTo>
                      <a:pt x="34" y="23"/>
                      <a:pt x="51" y="22"/>
                      <a:pt x="70" y="20"/>
                    </a:cubicBezTo>
                    <a:cubicBezTo>
                      <a:pt x="110" y="16"/>
                      <a:pt x="138" y="9"/>
                      <a:pt x="138" y="5"/>
                    </a:cubicBezTo>
                    <a:cubicBezTo>
                      <a:pt x="138" y="2"/>
                      <a:pt x="130" y="1"/>
                      <a:pt x="117" y="1"/>
                    </a:cubicBezTo>
                    <a:close/>
                  </a:path>
                </a:pathLst>
              </a:custGeom>
              <a:solidFill>
                <a:srgbClr val="B25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9"/>
              <p:cNvSpPr/>
              <p:nvPr/>
            </p:nvSpPr>
            <p:spPr>
              <a:xfrm>
                <a:off x="4143403" y="1415981"/>
                <a:ext cx="81690" cy="34512"/>
              </a:xfrm>
              <a:custGeom>
                <a:avLst/>
                <a:gdLst/>
                <a:ahLst/>
                <a:cxnLst/>
                <a:rect l="l" t="t" r="r" b="b"/>
                <a:pathLst>
                  <a:path w="774" h="327" extrusionOk="0">
                    <a:moveTo>
                      <a:pt x="0" y="1"/>
                    </a:moveTo>
                    <a:lnTo>
                      <a:pt x="0" y="327"/>
                    </a:lnTo>
                    <a:lnTo>
                      <a:pt x="773" y="327"/>
                    </a:lnTo>
                    <a:lnTo>
                      <a:pt x="773" y="1"/>
                    </a:lnTo>
                    <a:close/>
                  </a:path>
                </a:pathLst>
              </a:custGeom>
              <a:solidFill>
                <a:srgbClr val="CF9E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9"/>
              <p:cNvSpPr/>
              <p:nvPr/>
            </p:nvSpPr>
            <p:spPr>
              <a:xfrm>
                <a:off x="4019707" y="1407433"/>
                <a:ext cx="14354" cy="56360"/>
              </a:xfrm>
              <a:custGeom>
                <a:avLst/>
                <a:gdLst/>
                <a:ahLst/>
                <a:cxnLst/>
                <a:rect l="l" t="t" r="r" b="b"/>
                <a:pathLst>
                  <a:path w="136" h="534" extrusionOk="0">
                    <a:moveTo>
                      <a:pt x="131" y="0"/>
                    </a:moveTo>
                    <a:cubicBezTo>
                      <a:pt x="131" y="0"/>
                      <a:pt x="122" y="0"/>
                      <a:pt x="122" y="4"/>
                    </a:cubicBezTo>
                    <a:cubicBezTo>
                      <a:pt x="122" y="4"/>
                      <a:pt x="0" y="196"/>
                      <a:pt x="98" y="526"/>
                    </a:cubicBezTo>
                    <a:cubicBezTo>
                      <a:pt x="102" y="530"/>
                      <a:pt x="102" y="534"/>
                      <a:pt x="107" y="534"/>
                    </a:cubicBezTo>
                    <a:lnTo>
                      <a:pt x="111" y="534"/>
                    </a:lnTo>
                    <a:cubicBezTo>
                      <a:pt x="115" y="530"/>
                      <a:pt x="115" y="526"/>
                      <a:pt x="115" y="521"/>
                    </a:cubicBezTo>
                    <a:cubicBezTo>
                      <a:pt x="17" y="200"/>
                      <a:pt x="135" y="13"/>
                      <a:pt x="135" y="13"/>
                    </a:cubicBezTo>
                    <a:cubicBezTo>
                      <a:pt x="135" y="8"/>
                      <a:pt x="135" y="4"/>
                      <a:pt x="1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9"/>
              <p:cNvSpPr/>
              <p:nvPr/>
            </p:nvSpPr>
            <p:spPr>
              <a:xfrm>
                <a:off x="4025828" y="1425058"/>
                <a:ext cx="24064" cy="13826"/>
              </a:xfrm>
              <a:custGeom>
                <a:avLst/>
                <a:gdLst/>
                <a:ahLst/>
                <a:cxnLst/>
                <a:rect l="l" t="t" r="r" b="b"/>
                <a:pathLst>
                  <a:path w="228" h="131" extrusionOk="0">
                    <a:moveTo>
                      <a:pt x="199" y="0"/>
                    </a:moveTo>
                    <a:cubicBezTo>
                      <a:pt x="53" y="0"/>
                      <a:pt x="4" y="119"/>
                      <a:pt x="4" y="122"/>
                    </a:cubicBezTo>
                    <a:cubicBezTo>
                      <a:pt x="0" y="126"/>
                      <a:pt x="4" y="130"/>
                      <a:pt x="8" y="130"/>
                    </a:cubicBezTo>
                    <a:lnTo>
                      <a:pt x="12" y="130"/>
                    </a:lnTo>
                    <a:cubicBezTo>
                      <a:pt x="12" y="130"/>
                      <a:pt x="16" y="130"/>
                      <a:pt x="16" y="126"/>
                    </a:cubicBezTo>
                    <a:cubicBezTo>
                      <a:pt x="19" y="123"/>
                      <a:pt x="65" y="12"/>
                      <a:pt x="206" y="12"/>
                    </a:cubicBezTo>
                    <a:cubicBezTo>
                      <a:pt x="210" y="12"/>
                      <a:pt x="215" y="12"/>
                      <a:pt x="220" y="12"/>
                    </a:cubicBezTo>
                    <a:cubicBezTo>
                      <a:pt x="224" y="12"/>
                      <a:pt x="228" y="12"/>
                      <a:pt x="228" y="8"/>
                    </a:cubicBezTo>
                    <a:cubicBezTo>
                      <a:pt x="228" y="4"/>
                      <a:pt x="224" y="0"/>
                      <a:pt x="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9"/>
              <p:cNvSpPr/>
              <p:nvPr/>
            </p:nvSpPr>
            <p:spPr>
              <a:xfrm>
                <a:off x="4504465" y="2185812"/>
                <a:ext cx="414465" cy="280638"/>
              </a:xfrm>
              <a:custGeom>
                <a:avLst/>
                <a:gdLst/>
                <a:ahLst/>
                <a:cxnLst/>
                <a:rect l="l" t="t" r="r" b="b"/>
                <a:pathLst>
                  <a:path w="3927" h="2659" extrusionOk="0">
                    <a:moveTo>
                      <a:pt x="1348" y="1"/>
                    </a:moveTo>
                    <a:lnTo>
                      <a:pt x="1348" y="1"/>
                    </a:lnTo>
                    <a:cubicBezTo>
                      <a:pt x="668" y="461"/>
                      <a:pt x="0" y="774"/>
                      <a:pt x="49" y="1828"/>
                    </a:cubicBezTo>
                    <a:lnTo>
                      <a:pt x="672" y="2438"/>
                    </a:lnTo>
                    <a:cubicBezTo>
                      <a:pt x="672" y="2438"/>
                      <a:pt x="647" y="2601"/>
                      <a:pt x="704" y="2646"/>
                    </a:cubicBezTo>
                    <a:cubicBezTo>
                      <a:pt x="718" y="2655"/>
                      <a:pt x="744" y="2659"/>
                      <a:pt x="778" y="2659"/>
                    </a:cubicBezTo>
                    <a:cubicBezTo>
                      <a:pt x="890" y="2659"/>
                      <a:pt x="1077" y="2619"/>
                      <a:pt x="1111" y="2613"/>
                    </a:cubicBezTo>
                    <a:cubicBezTo>
                      <a:pt x="1128" y="2613"/>
                      <a:pt x="2157" y="2601"/>
                      <a:pt x="3402" y="2592"/>
                    </a:cubicBezTo>
                    <a:cubicBezTo>
                      <a:pt x="3573" y="2588"/>
                      <a:pt x="3747" y="2588"/>
                      <a:pt x="3926" y="2588"/>
                    </a:cubicBezTo>
                    <a:lnTo>
                      <a:pt x="1115" y="2324"/>
                    </a:lnTo>
                    <a:lnTo>
                      <a:pt x="513" y="1608"/>
                    </a:lnTo>
                    <a:cubicBezTo>
                      <a:pt x="522" y="949"/>
                      <a:pt x="1323" y="34"/>
                      <a:pt x="1348" y="1"/>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9"/>
              <p:cNvSpPr/>
              <p:nvPr/>
            </p:nvSpPr>
            <p:spPr>
              <a:xfrm>
                <a:off x="5430603" y="2310036"/>
                <a:ext cx="103537" cy="119791"/>
              </a:xfrm>
              <a:custGeom>
                <a:avLst/>
                <a:gdLst/>
                <a:ahLst/>
                <a:cxnLst/>
                <a:rect l="l" t="t" r="r" b="b"/>
                <a:pathLst>
                  <a:path w="981" h="1135" extrusionOk="0">
                    <a:moveTo>
                      <a:pt x="42" y="1"/>
                    </a:moveTo>
                    <a:cubicBezTo>
                      <a:pt x="38" y="1"/>
                      <a:pt x="33" y="3"/>
                      <a:pt x="29" y="8"/>
                    </a:cubicBezTo>
                    <a:lnTo>
                      <a:pt x="4" y="40"/>
                    </a:lnTo>
                    <a:cubicBezTo>
                      <a:pt x="1" y="44"/>
                      <a:pt x="1" y="53"/>
                      <a:pt x="8" y="61"/>
                    </a:cubicBezTo>
                    <a:cubicBezTo>
                      <a:pt x="10" y="62"/>
                      <a:pt x="12" y="63"/>
                      <a:pt x="15" y="63"/>
                    </a:cubicBezTo>
                    <a:cubicBezTo>
                      <a:pt x="19" y="63"/>
                      <a:pt x="24" y="61"/>
                      <a:pt x="29" y="57"/>
                    </a:cubicBezTo>
                    <a:lnTo>
                      <a:pt x="45" y="36"/>
                    </a:lnTo>
                    <a:lnTo>
                      <a:pt x="945" y="590"/>
                    </a:lnTo>
                    <a:lnTo>
                      <a:pt x="782" y="1114"/>
                    </a:lnTo>
                    <a:cubicBezTo>
                      <a:pt x="778" y="1122"/>
                      <a:pt x="782" y="1131"/>
                      <a:pt x="789" y="1135"/>
                    </a:cubicBezTo>
                    <a:lnTo>
                      <a:pt x="793" y="1135"/>
                    </a:lnTo>
                    <a:cubicBezTo>
                      <a:pt x="802" y="1135"/>
                      <a:pt x="806" y="1131"/>
                      <a:pt x="810" y="1122"/>
                    </a:cubicBezTo>
                    <a:lnTo>
                      <a:pt x="977" y="590"/>
                    </a:lnTo>
                    <a:cubicBezTo>
                      <a:pt x="981" y="581"/>
                      <a:pt x="977" y="573"/>
                      <a:pt x="973" y="569"/>
                    </a:cubicBezTo>
                    <a:lnTo>
                      <a:pt x="49" y="4"/>
                    </a:lnTo>
                    <a:cubicBezTo>
                      <a:pt x="48" y="2"/>
                      <a:pt x="45" y="1"/>
                      <a:pt x="42" y="1"/>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9"/>
              <p:cNvSpPr/>
              <p:nvPr/>
            </p:nvSpPr>
            <p:spPr>
              <a:xfrm>
                <a:off x="4248102" y="1853141"/>
                <a:ext cx="150820" cy="517053"/>
              </a:xfrm>
              <a:custGeom>
                <a:avLst/>
                <a:gdLst/>
                <a:ahLst/>
                <a:cxnLst/>
                <a:rect l="l" t="t" r="r" b="b"/>
                <a:pathLst>
                  <a:path w="1429" h="4899" extrusionOk="0">
                    <a:moveTo>
                      <a:pt x="790" y="0"/>
                    </a:moveTo>
                    <a:cubicBezTo>
                      <a:pt x="790" y="1"/>
                      <a:pt x="904" y="1188"/>
                      <a:pt x="929" y="1774"/>
                    </a:cubicBezTo>
                    <a:cubicBezTo>
                      <a:pt x="729" y="1587"/>
                      <a:pt x="1" y="1359"/>
                      <a:pt x="1" y="1359"/>
                    </a:cubicBezTo>
                    <a:lnTo>
                      <a:pt x="1" y="1359"/>
                    </a:lnTo>
                    <a:cubicBezTo>
                      <a:pt x="1" y="1359"/>
                      <a:pt x="379" y="1566"/>
                      <a:pt x="790" y="2043"/>
                    </a:cubicBezTo>
                    <a:cubicBezTo>
                      <a:pt x="1250" y="2580"/>
                      <a:pt x="1092" y="4898"/>
                      <a:pt x="1092" y="4898"/>
                    </a:cubicBezTo>
                    <a:cubicBezTo>
                      <a:pt x="1428" y="2197"/>
                      <a:pt x="790" y="1"/>
                      <a:pt x="7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9"/>
              <p:cNvSpPr/>
              <p:nvPr/>
            </p:nvSpPr>
            <p:spPr>
              <a:xfrm>
                <a:off x="3883557" y="1965227"/>
                <a:ext cx="211929" cy="21953"/>
              </a:xfrm>
              <a:custGeom>
                <a:avLst/>
                <a:gdLst/>
                <a:ahLst/>
                <a:cxnLst/>
                <a:rect l="l" t="t" r="r" b="b"/>
                <a:pathLst>
                  <a:path w="2008" h="208" extrusionOk="0">
                    <a:moveTo>
                      <a:pt x="17" y="0"/>
                    </a:moveTo>
                    <a:cubicBezTo>
                      <a:pt x="9" y="0"/>
                      <a:pt x="1" y="4"/>
                      <a:pt x="1" y="12"/>
                    </a:cubicBezTo>
                    <a:cubicBezTo>
                      <a:pt x="1" y="20"/>
                      <a:pt x="9" y="29"/>
                      <a:pt x="17" y="29"/>
                    </a:cubicBezTo>
                    <a:lnTo>
                      <a:pt x="1990" y="207"/>
                    </a:lnTo>
                    <a:lnTo>
                      <a:pt x="1994" y="207"/>
                    </a:lnTo>
                    <a:cubicBezTo>
                      <a:pt x="1998" y="207"/>
                      <a:pt x="2007" y="204"/>
                      <a:pt x="2007" y="196"/>
                    </a:cubicBezTo>
                    <a:cubicBezTo>
                      <a:pt x="2007" y="187"/>
                      <a:pt x="2002" y="179"/>
                      <a:pt x="1994" y="179"/>
                    </a:cubicBezTo>
                    <a:lnTo>
                      <a:pt x="1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9"/>
              <p:cNvSpPr/>
              <p:nvPr/>
            </p:nvSpPr>
            <p:spPr>
              <a:xfrm>
                <a:off x="3935062" y="1984119"/>
                <a:ext cx="160425" cy="15937"/>
              </a:xfrm>
              <a:custGeom>
                <a:avLst/>
                <a:gdLst/>
                <a:ahLst/>
                <a:cxnLst/>
                <a:rect l="l" t="t" r="r" b="b"/>
                <a:pathLst>
                  <a:path w="1520" h="151" extrusionOk="0">
                    <a:moveTo>
                      <a:pt x="17" y="0"/>
                    </a:moveTo>
                    <a:cubicBezTo>
                      <a:pt x="10" y="0"/>
                      <a:pt x="1" y="4"/>
                      <a:pt x="1" y="12"/>
                    </a:cubicBezTo>
                    <a:cubicBezTo>
                      <a:pt x="1" y="21"/>
                      <a:pt x="6" y="28"/>
                      <a:pt x="14" y="28"/>
                    </a:cubicBezTo>
                    <a:lnTo>
                      <a:pt x="1502" y="150"/>
                    </a:lnTo>
                    <a:lnTo>
                      <a:pt x="1506" y="150"/>
                    </a:lnTo>
                    <a:cubicBezTo>
                      <a:pt x="1510" y="150"/>
                      <a:pt x="1519" y="143"/>
                      <a:pt x="1519" y="134"/>
                    </a:cubicBezTo>
                    <a:cubicBezTo>
                      <a:pt x="1519" y="126"/>
                      <a:pt x="1514" y="122"/>
                      <a:pt x="1506" y="122"/>
                    </a:cubicBezTo>
                    <a:lnTo>
                      <a:pt x="1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9"/>
              <p:cNvSpPr/>
              <p:nvPr/>
            </p:nvSpPr>
            <p:spPr>
              <a:xfrm>
                <a:off x="4057913" y="1374398"/>
                <a:ext cx="84751" cy="88550"/>
              </a:xfrm>
              <a:custGeom>
                <a:avLst/>
                <a:gdLst/>
                <a:ahLst/>
                <a:cxnLst/>
                <a:rect l="l" t="t" r="r" b="b"/>
                <a:pathLst>
                  <a:path w="803" h="839" extrusionOk="0">
                    <a:moveTo>
                      <a:pt x="802" y="0"/>
                    </a:moveTo>
                    <a:lnTo>
                      <a:pt x="802" y="0"/>
                    </a:lnTo>
                    <a:cubicBezTo>
                      <a:pt x="742" y="278"/>
                      <a:pt x="307" y="416"/>
                      <a:pt x="85" y="416"/>
                    </a:cubicBezTo>
                    <a:cubicBezTo>
                      <a:pt x="53" y="416"/>
                      <a:pt x="26" y="413"/>
                      <a:pt x="5" y="407"/>
                    </a:cubicBezTo>
                    <a:lnTo>
                      <a:pt x="1" y="407"/>
                    </a:lnTo>
                    <a:cubicBezTo>
                      <a:pt x="1" y="407"/>
                      <a:pt x="49" y="602"/>
                      <a:pt x="38" y="839"/>
                    </a:cubicBezTo>
                    <a:cubicBezTo>
                      <a:pt x="98" y="700"/>
                      <a:pt x="90" y="464"/>
                      <a:pt x="90" y="464"/>
                    </a:cubicBezTo>
                    <a:cubicBezTo>
                      <a:pt x="90" y="464"/>
                      <a:pt x="753" y="456"/>
                      <a:pt x="802" y="0"/>
                    </a:cubicBezTo>
                    <a:close/>
                  </a:path>
                </a:pathLst>
              </a:custGeom>
              <a:solidFill>
                <a:srgbClr val="AB7F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9"/>
              <p:cNvSpPr/>
              <p:nvPr/>
            </p:nvSpPr>
            <p:spPr>
              <a:xfrm>
                <a:off x="4128310" y="1260728"/>
                <a:ext cx="179633" cy="66492"/>
              </a:xfrm>
              <a:custGeom>
                <a:avLst/>
                <a:gdLst/>
                <a:ahLst/>
                <a:cxnLst/>
                <a:rect l="l" t="t" r="r" b="b"/>
                <a:pathLst>
                  <a:path w="1702" h="630" extrusionOk="0">
                    <a:moveTo>
                      <a:pt x="1497" y="0"/>
                    </a:moveTo>
                    <a:cubicBezTo>
                      <a:pt x="1495" y="0"/>
                      <a:pt x="1494" y="1"/>
                      <a:pt x="1494" y="3"/>
                    </a:cubicBezTo>
                    <a:cubicBezTo>
                      <a:pt x="1489" y="7"/>
                      <a:pt x="1489" y="12"/>
                      <a:pt x="1494" y="16"/>
                    </a:cubicBezTo>
                    <a:cubicBezTo>
                      <a:pt x="1645" y="162"/>
                      <a:pt x="1693" y="300"/>
                      <a:pt x="1632" y="406"/>
                    </a:cubicBezTo>
                    <a:cubicBezTo>
                      <a:pt x="1571" y="517"/>
                      <a:pt x="1406" y="571"/>
                      <a:pt x="1310" y="571"/>
                    </a:cubicBezTo>
                    <a:cubicBezTo>
                      <a:pt x="1297" y="571"/>
                      <a:pt x="1285" y="570"/>
                      <a:pt x="1275" y="568"/>
                    </a:cubicBezTo>
                    <a:cubicBezTo>
                      <a:pt x="1096" y="523"/>
                      <a:pt x="918" y="506"/>
                      <a:pt x="755" y="506"/>
                    </a:cubicBezTo>
                    <a:cubicBezTo>
                      <a:pt x="338" y="506"/>
                      <a:pt x="15" y="613"/>
                      <a:pt x="9" y="613"/>
                    </a:cubicBezTo>
                    <a:cubicBezTo>
                      <a:pt x="5" y="617"/>
                      <a:pt x="1" y="622"/>
                      <a:pt x="5" y="626"/>
                    </a:cubicBezTo>
                    <a:cubicBezTo>
                      <a:pt x="5" y="626"/>
                      <a:pt x="9" y="630"/>
                      <a:pt x="13" y="630"/>
                    </a:cubicBezTo>
                    <a:cubicBezTo>
                      <a:pt x="19" y="627"/>
                      <a:pt x="341" y="520"/>
                      <a:pt x="757" y="520"/>
                    </a:cubicBezTo>
                    <a:cubicBezTo>
                      <a:pt x="918" y="520"/>
                      <a:pt x="1094" y="537"/>
                      <a:pt x="1270" y="581"/>
                    </a:cubicBezTo>
                    <a:cubicBezTo>
                      <a:pt x="1282" y="584"/>
                      <a:pt x="1297" y="585"/>
                      <a:pt x="1314" y="585"/>
                    </a:cubicBezTo>
                    <a:cubicBezTo>
                      <a:pt x="1416" y="585"/>
                      <a:pt x="1582" y="530"/>
                      <a:pt x="1645" y="414"/>
                    </a:cubicBezTo>
                    <a:cubicBezTo>
                      <a:pt x="1690" y="333"/>
                      <a:pt x="1701" y="198"/>
                      <a:pt x="1502" y="3"/>
                    </a:cubicBezTo>
                    <a:cubicBezTo>
                      <a:pt x="1500" y="1"/>
                      <a:pt x="1498" y="0"/>
                      <a:pt x="14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9"/>
              <p:cNvSpPr/>
              <p:nvPr/>
            </p:nvSpPr>
            <p:spPr>
              <a:xfrm>
                <a:off x="3938650" y="1173655"/>
                <a:ext cx="159369" cy="196098"/>
              </a:xfrm>
              <a:custGeom>
                <a:avLst/>
                <a:gdLst/>
                <a:ahLst/>
                <a:cxnLst/>
                <a:rect l="l" t="t" r="r" b="b"/>
                <a:pathLst>
                  <a:path w="1510" h="1858" extrusionOk="0">
                    <a:moveTo>
                      <a:pt x="1504" y="1"/>
                    </a:moveTo>
                    <a:cubicBezTo>
                      <a:pt x="1503" y="1"/>
                      <a:pt x="1502" y="1"/>
                      <a:pt x="1501" y="2"/>
                    </a:cubicBezTo>
                    <a:cubicBezTo>
                      <a:pt x="850" y="178"/>
                      <a:pt x="423" y="475"/>
                      <a:pt x="231" y="877"/>
                    </a:cubicBezTo>
                    <a:cubicBezTo>
                      <a:pt x="0" y="1369"/>
                      <a:pt x="203" y="1849"/>
                      <a:pt x="207" y="1853"/>
                    </a:cubicBezTo>
                    <a:cubicBezTo>
                      <a:pt x="207" y="1853"/>
                      <a:pt x="211" y="1857"/>
                      <a:pt x="216" y="1857"/>
                    </a:cubicBezTo>
                    <a:cubicBezTo>
                      <a:pt x="220" y="1853"/>
                      <a:pt x="224" y="1849"/>
                      <a:pt x="220" y="1845"/>
                    </a:cubicBezTo>
                    <a:cubicBezTo>
                      <a:pt x="220" y="1842"/>
                      <a:pt x="16" y="1369"/>
                      <a:pt x="244" y="886"/>
                    </a:cubicBezTo>
                    <a:cubicBezTo>
                      <a:pt x="436" y="486"/>
                      <a:pt x="858" y="193"/>
                      <a:pt x="1505" y="15"/>
                    </a:cubicBezTo>
                    <a:cubicBezTo>
                      <a:pt x="1509" y="15"/>
                      <a:pt x="1509" y="11"/>
                      <a:pt x="1509" y="7"/>
                    </a:cubicBezTo>
                    <a:cubicBezTo>
                      <a:pt x="1509" y="3"/>
                      <a:pt x="1507" y="1"/>
                      <a:pt x="15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9"/>
              <p:cNvSpPr/>
              <p:nvPr/>
            </p:nvSpPr>
            <p:spPr>
              <a:xfrm>
                <a:off x="3959231" y="1263788"/>
                <a:ext cx="43906" cy="95622"/>
              </a:xfrm>
              <a:custGeom>
                <a:avLst/>
                <a:gdLst/>
                <a:ahLst/>
                <a:cxnLst/>
                <a:rect l="l" t="t" r="r" b="b"/>
                <a:pathLst>
                  <a:path w="416" h="906" extrusionOk="0">
                    <a:moveTo>
                      <a:pt x="404" y="1"/>
                    </a:moveTo>
                    <a:cubicBezTo>
                      <a:pt x="403" y="1"/>
                      <a:pt x="403" y="1"/>
                      <a:pt x="403" y="2"/>
                    </a:cubicBezTo>
                    <a:cubicBezTo>
                      <a:pt x="216" y="113"/>
                      <a:pt x="102" y="246"/>
                      <a:pt x="61" y="413"/>
                    </a:cubicBezTo>
                    <a:cubicBezTo>
                      <a:pt x="0" y="670"/>
                      <a:pt x="138" y="902"/>
                      <a:pt x="143" y="902"/>
                    </a:cubicBezTo>
                    <a:cubicBezTo>
                      <a:pt x="143" y="906"/>
                      <a:pt x="147" y="906"/>
                      <a:pt x="147" y="906"/>
                    </a:cubicBezTo>
                    <a:lnTo>
                      <a:pt x="151" y="906"/>
                    </a:lnTo>
                    <a:cubicBezTo>
                      <a:pt x="155" y="902"/>
                      <a:pt x="155" y="898"/>
                      <a:pt x="155" y="894"/>
                    </a:cubicBezTo>
                    <a:cubicBezTo>
                      <a:pt x="155" y="894"/>
                      <a:pt x="16" y="666"/>
                      <a:pt x="77" y="417"/>
                    </a:cubicBezTo>
                    <a:cubicBezTo>
                      <a:pt x="114" y="255"/>
                      <a:pt x="228" y="121"/>
                      <a:pt x="406" y="15"/>
                    </a:cubicBezTo>
                    <a:cubicBezTo>
                      <a:pt x="411" y="15"/>
                      <a:pt x="415" y="7"/>
                      <a:pt x="411" y="7"/>
                    </a:cubicBezTo>
                    <a:cubicBezTo>
                      <a:pt x="411" y="4"/>
                      <a:pt x="407" y="1"/>
                      <a:pt x="4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9"/>
              <p:cNvSpPr/>
              <p:nvPr/>
            </p:nvSpPr>
            <p:spPr>
              <a:xfrm>
                <a:off x="4170844" y="1429808"/>
                <a:ext cx="45172" cy="15515"/>
              </a:xfrm>
              <a:custGeom>
                <a:avLst/>
                <a:gdLst/>
                <a:ahLst/>
                <a:cxnLst/>
                <a:rect l="l" t="t" r="r" b="b"/>
                <a:pathLst>
                  <a:path w="428" h="147" extrusionOk="0">
                    <a:moveTo>
                      <a:pt x="1" y="0"/>
                    </a:moveTo>
                    <a:lnTo>
                      <a:pt x="335" y="147"/>
                    </a:lnTo>
                    <a:lnTo>
                      <a:pt x="427" y="45"/>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9"/>
              <p:cNvSpPr/>
              <p:nvPr/>
            </p:nvSpPr>
            <p:spPr>
              <a:xfrm>
                <a:off x="4170422" y="1423264"/>
                <a:ext cx="51294" cy="11821"/>
              </a:xfrm>
              <a:custGeom>
                <a:avLst/>
                <a:gdLst/>
                <a:ahLst/>
                <a:cxnLst/>
                <a:rect l="l" t="t" r="r" b="b"/>
                <a:pathLst>
                  <a:path w="486" h="112" extrusionOk="0">
                    <a:moveTo>
                      <a:pt x="480" y="1"/>
                    </a:moveTo>
                    <a:cubicBezTo>
                      <a:pt x="480" y="1"/>
                      <a:pt x="476" y="1"/>
                      <a:pt x="476" y="5"/>
                    </a:cubicBezTo>
                    <a:cubicBezTo>
                      <a:pt x="476" y="83"/>
                      <a:pt x="436" y="98"/>
                      <a:pt x="427" y="102"/>
                    </a:cubicBezTo>
                    <a:lnTo>
                      <a:pt x="5" y="58"/>
                    </a:lnTo>
                    <a:cubicBezTo>
                      <a:pt x="5" y="58"/>
                      <a:pt x="1" y="58"/>
                      <a:pt x="1" y="62"/>
                    </a:cubicBezTo>
                    <a:cubicBezTo>
                      <a:pt x="1" y="62"/>
                      <a:pt x="1" y="66"/>
                      <a:pt x="5" y="66"/>
                    </a:cubicBezTo>
                    <a:lnTo>
                      <a:pt x="431" y="111"/>
                    </a:lnTo>
                    <a:cubicBezTo>
                      <a:pt x="431" y="111"/>
                      <a:pt x="485" y="91"/>
                      <a:pt x="485" y="5"/>
                    </a:cubicBezTo>
                    <a:cubicBezTo>
                      <a:pt x="485" y="1"/>
                      <a:pt x="485" y="1"/>
                      <a:pt x="4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9"/>
              <p:cNvSpPr/>
              <p:nvPr/>
            </p:nvSpPr>
            <p:spPr>
              <a:xfrm>
                <a:off x="4179815" y="1433185"/>
                <a:ext cx="31557" cy="14776"/>
              </a:xfrm>
              <a:custGeom>
                <a:avLst/>
                <a:gdLst/>
                <a:ahLst/>
                <a:cxnLst/>
                <a:rect l="l" t="t" r="r" b="b"/>
                <a:pathLst>
                  <a:path w="299" h="140" extrusionOk="0">
                    <a:moveTo>
                      <a:pt x="6" y="1"/>
                    </a:moveTo>
                    <a:cubicBezTo>
                      <a:pt x="1" y="1"/>
                      <a:pt x="1" y="1"/>
                      <a:pt x="1" y="4"/>
                    </a:cubicBezTo>
                    <a:lnTo>
                      <a:pt x="1" y="8"/>
                    </a:lnTo>
                    <a:lnTo>
                      <a:pt x="290" y="139"/>
                    </a:lnTo>
                    <a:lnTo>
                      <a:pt x="294" y="139"/>
                    </a:lnTo>
                    <a:lnTo>
                      <a:pt x="294" y="135"/>
                    </a:lnTo>
                    <a:cubicBezTo>
                      <a:pt x="298" y="135"/>
                      <a:pt x="294" y="130"/>
                      <a:pt x="294" y="130"/>
                    </a:cubicBezTo>
                    <a:lnTo>
                      <a:pt x="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9"/>
              <p:cNvSpPr/>
              <p:nvPr/>
            </p:nvSpPr>
            <p:spPr>
              <a:xfrm>
                <a:off x="4142559" y="1403105"/>
                <a:ext cx="94038" cy="19103"/>
              </a:xfrm>
              <a:custGeom>
                <a:avLst/>
                <a:gdLst/>
                <a:ahLst/>
                <a:cxnLst/>
                <a:rect l="l" t="t" r="r" b="b"/>
                <a:pathLst>
                  <a:path w="891" h="181" extrusionOk="0">
                    <a:moveTo>
                      <a:pt x="171" y="0"/>
                    </a:moveTo>
                    <a:lnTo>
                      <a:pt x="0" y="171"/>
                    </a:lnTo>
                    <a:lnTo>
                      <a:pt x="671" y="119"/>
                    </a:lnTo>
                    <a:lnTo>
                      <a:pt x="879" y="180"/>
                    </a:lnTo>
                    <a:lnTo>
                      <a:pt x="891" y="79"/>
                    </a:lnTo>
                    <a:lnTo>
                      <a:pt x="838" y="107"/>
                    </a:lnTo>
                    <a:lnTo>
                      <a:pt x="684" y="30"/>
                    </a:lnTo>
                    <a:lnTo>
                      <a:pt x="1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9"/>
              <p:cNvSpPr/>
              <p:nvPr/>
            </p:nvSpPr>
            <p:spPr>
              <a:xfrm>
                <a:off x="4198813" y="1571868"/>
                <a:ext cx="36940" cy="8654"/>
              </a:xfrm>
              <a:custGeom>
                <a:avLst/>
                <a:gdLst/>
                <a:ahLst/>
                <a:cxnLst/>
                <a:rect l="l" t="t" r="r" b="b"/>
                <a:pathLst>
                  <a:path w="350" h="82" extrusionOk="0">
                    <a:moveTo>
                      <a:pt x="36" y="1"/>
                    </a:moveTo>
                    <a:cubicBezTo>
                      <a:pt x="36" y="1"/>
                      <a:pt x="33" y="1"/>
                      <a:pt x="33" y="5"/>
                    </a:cubicBezTo>
                    <a:lnTo>
                      <a:pt x="4" y="29"/>
                    </a:lnTo>
                    <a:cubicBezTo>
                      <a:pt x="0" y="33"/>
                      <a:pt x="0" y="37"/>
                      <a:pt x="0" y="42"/>
                    </a:cubicBezTo>
                    <a:lnTo>
                      <a:pt x="12" y="42"/>
                    </a:lnTo>
                    <a:lnTo>
                      <a:pt x="36" y="17"/>
                    </a:lnTo>
                    <a:lnTo>
                      <a:pt x="338" y="82"/>
                    </a:lnTo>
                    <a:lnTo>
                      <a:pt x="342" y="82"/>
                    </a:lnTo>
                    <a:cubicBezTo>
                      <a:pt x="346" y="82"/>
                      <a:pt x="346" y="78"/>
                      <a:pt x="350" y="78"/>
                    </a:cubicBezTo>
                    <a:cubicBezTo>
                      <a:pt x="350" y="74"/>
                      <a:pt x="346" y="70"/>
                      <a:pt x="342" y="66"/>
                    </a:cubicBezTo>
                    <a:lnTo>
                      <a:pt x="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9"/>
              <p:cNvSpPr/>
              <p:nvPr/>
            </p:nvSpPr>
            <p:spPr>
              <a:xfrm>
                <a:off x="4246413" y="1422842"/>
                <a:ext cx="26280" cy="107970"/>
              </a:xfrm>
              <a:custGeom>
                <a:avLst/>
                <a:gdLst/>
                <a:ahLst/>
                <a:cxnLst/>
                <a:rect l="l" t="t" r="r" b="b"/>
                <a:pathLst>
                  <a:path w="249" h="1023" extrusionOk="0">
                    <a:moveTo>
                      <a:pt x="9" y="1"/>
                    </a:moveTo>
                    <a:cubicBezTo>
                      <a:pt x="4" y="1"/>
                      <a:pt x="0" y="5"/>
                      <a:pt x="4" y="9"/>
                    </a:cubicBezTo>
                    <a:lnTo>
                      <a:pt x="233" y="1018"/>
                    </a:lnTo>
                    <a:cubicBezTo>
                      <a:pt x="233" y="1018"/>
                      <a:pt x="237" y="1022"/>
                      <a:pt x="241" y="1022"/>
                    </a:cubicBezTo>
                    <a:cubicBezTo>
                      <a:pt x="244" y="1022"/>
                      <a:pt x="248" y="1018"/>
                      <a:pt x="248" y="1014"/>
                    </a:cubicBezTo>
                    <a:lnTo>
                      <a:pt x="17" y="5"/>
                    </a:lnTo>
                    <a:cubicBezTo>
                      <a:pt x="17" y="1"/>
                      <a:pt x="13" y="1"/>
                      <a:pt x="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9"/>
              <p:cNvSpPr/>
              <p:nvPr/>
            </p:nvSpPr>
            <p:spPr>
              <a:xfrm>
                <a:off x="4149419" y="1535034"/>
                <a:ext cx="58048" cy="41689"/>
              </a:xfrm>
              <a:custGeom>
                <a:avLst/>
                <a:gdLst/>
                <a:ahLst/>
                <a:cxnLst/>
                <a:rect l="l" t="t" r="r" b="b"/>
                <a:pathLst>
                  <a:path w="550" h="395" extrusionOk="0">
                    <a:moveTo>
                      <a:pt x="545" y="0"/>
                    </a:moveTo>
                    <a:cubicBezTo>
                      <a:pt x="542" y="0"/>
                      <a:pt x="200" y="8"/>
                      <a:pt x="1" y="391"/>
                    </a:cubicBezTo>
                    <a:lnTo>
                      <a:pt x="1" y="395"/>
                    </a:lnTo>
                    <a:lnTo>
                      <a:pt x="5" y="395"/>
                    </a:lnTo>
                    <a:lnTo>
                      <a:pt x="8" y="391"/>
                    </a:lnTo>
                    <a:cubicBezTo>
                      <a:pt x="204" y="12"/>
                      <a:pt x="542" y="4"/>
                      <a:pt x="545" y="4"/>
                    </a:cubicBezTo>
                    <a:cubicBezTo>
                      <a:pt x="549" y="4"/>
                      <a:pt x="549" y="4"/>
                      <a:pt x="549" y="0"/>
                    </a:cubicBezTo>
                    <a:close/>
                  </a:path>
                </a:pathLst>
              </a:custGeom>
              <a:solidFill>
                <a:srgbClr val="AB7F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9"/>
              <p:cNvSpPr/>
              <p:nvPr/>
            </p:nvSpPr>
            <p:spPr>
              <a:xfrm>
                <a:off x="4138231" y="1435401"/>
                <a:ext cx="73141" cy="103115"/>
              </a:xfrm>
              <a:custGeom>
                <a:avLst/>
                <a:gdLst/>
                <a:ahLst/>
                <a:cxnLst/>
                <a:rect l="l" t="t" r="r" b="b"/>
                <a:pathLst>
                  <a:path w="693" h="977" extrusionOk="0">
                    <a:moveTo>
                      <a:pt x="0" y="0"/>
                    </a:moveTo>
                    <a:lnTo>
                      <a:pt x="0" y="0"/>
                    </a:lnTo>
                    <a:cubicBezTo>
                      <a:pt x="0" y="0"/>
                      <a:pt x="135" y="329"/>
                      <a:pt x="456" y="472"/>
                    </a:cubicBezTo>
                    <a:cubicBezTo>
                      <a:pt x="456" y="651"/>
                      <a:pt x="188" y="976"/>
                      <a:pt x="188" y="976"/>
                    </a:cubicBezTo>
                    <a:cubicBezTo>
                      <a:pt x="188" y="976"/>
                      <a:pt x="627" y="602"/>
                      <a:pt x="692" y="391"/>
                    </a:cubicBezTo>
                    <a:cubicBezTo>
                      <a:pt x="342" y="334"/>
                      <a:pt x="0" y="0"/>
                      <a:pt x="0" y="0"/>
                    </a:cubicBezTo>
                    <a:close/>
                  </a:path>
                </a:pathLst>
              </a:custGeom>
              <a:solidFill>
                <a:srgbClr val="F7CE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9"/>
              <p:cNvSpPr/>
              <p:nvPr/>
            </p:nvSpPr>
            <p:spPr>
              <a:xfrm>
                <a:off x="3929151" y="1604798"/>
                <a:ext cx="186916" cy="137205"/>
              </a:xfrm>
              <a:custGeom>
                <a:avLst/>
                <a:gdLst/>
                <a:ahLst/>
                <a:cxnLst/>
                <a:rect l="l" t="t" r="r" b="b"/>
                <a:pathLst>
                  <a:path w="1771" h="1300" extrusionOk="0">
                    <a:moveTo>
                      <a:pt x="192" y="10"/>
                    </a:moveTo>
                    <a:cubicBezTo>
                      <a:pt x="203" y="10"/>
                      <a:pt x="244" y="27"/>
                      <a:pt x="306" y="47"/>
                    </a:cubicBezTo>
                    <a:cubicBezTo>
                      <a:pt x="574" y="136"/>
                      <a:pt x="1245" y="397"/>
                      <a:pt x="1758" y="791"/>
                    </a:cubicBezTo>
                    <a:lnTo>
                      <a:pt x="1697" y="913"/>
                    </a:lnTo>
                    <a:cubicBezTo>
                      <a:pt x="1628" y="1048"/>
                      <a:pt x="1583" y="1137"/>
                      <a:pt x="1555" y="1194"/>
                    </a:cubicBezTo>
                    <a:lnTo>
                      <a:pt x="1506" y="1292"/>
                    </a:lnTo>
                    <a:cubicBezTo>
                      <a:pt x="1440" y="1247"/>
                      <a:pt x="488" y="637"/>
                      <a:pt x="8" y="511"/>
                    </a:cubicBezTo>
                    <a:cubicBezTo>
                      <a:pt x="17" y="457"/>
                      <a:pt x="29" y="404"/>
                      <a:pt x="41" y="356"/>
                    </a:cubicBezTo>
                    <a:cubicBezTo>
                      <a:pt x="98" y="136"/>
                      <a:pt x="179" y="23"/>
                      <a:pt x="192" y="10"/>
                    </a:cubicBezTo>
                    <a:close/>
                    <a:moveTo>
                      <a:pt x="191" y="0"/>
                    </a:moveTo>
                    <a:cubicBezTo>
                      <a:pt x="191" y="0"/>
                      <a:pt x="190" y="2"/>
                      <a:pt x="188" y="2"/>
                    </a:cubicBezTo>
                    <a:cubicBezTo>
                      <a:pt x="188" y="2"/>
                      <a:pt x="94" y="115"/>
                      <a:pt x="32" y="356"/>
                    </a:cubicBezTo>
                    <a:cubicBezTo>
                      <a:pt x="21" y="404"/>
                      <a:pt x="13" y="457"/>
                      <a:pt x="4" y="515"/>
                    </a:cubicBezTo>
                    <a:cubicBezTo>
                      <a:pt x="0" y="515"/>
                      <a:pt x="4" y="519"/>
                      <a:pt x="4" y="519"/>
                    </a:cubicBezTo>
                    <a:cubicBezTo>
                      <a:pt x="492" y="645"/>
                      <a:pt x="1493" y="1292"/>
                      <a:pt x="1506" y="1300"/>
                    </a:cubicBezTo>
                    <a:lnTo>
                      <a:pt x="1510" y="1296"/>
                    </a:lnTo>
                    <a:lnTo>
                      <a:pt x="1562" y="1194"/>
                    </a:lnTo>
                    <a:cubicBezTo>
                      <a:pt x="1591" y="1141"/>
                      <a:pt x="1636" y="1052"/>
                      <a:pt x="1705" y="913"/>
                    </a:cubicBezTo>
                    <a:lnTo>
                      <a:pt x="1765" y="791"/>
                    </a:lnTo>
                    <a:cubicBezTo>
                      <a:pt x="1770" y="791"/>
                      <a:pt x="1765" y="787"/>
                      <a:pt x="1765" y="787"/>
                    </a:cubicBezTo>
                    <a:cubicBezTo>
                      <a:pt x="1253" y="389"/>
                      <a:pt x="574" y="132"/>
                      <a:pt x="310" y="38"/>
                    </a:cubicBezTo>
                    <a:cubicBezTo>
                      <a:pt x="237" y="14"/>
                      <a:pt x="192" y="2"/>
                      <a:pt x="192" y="2"/>
                    </a:cubicBezTo>
                    <a:cubicBezTo>
                      <a:pt x="192" y="1"/>
                      <a:pt x="192" y="0"/>
                      <a:pt x="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9"/>
              <p:cNvSpPr/>
              <p:nvPr/>
            </p:nvSpPr>
            <p:spPr>
              <a:xfrm>
                <a:off x="4154063" y="1354450"/>
                <a:ext cx="101954" cy="16570"/>
              </a:xfrm>
              <a:custGeom>
                <a:avLst/>
                <a:gdLst/>
                <a:ahLst/>
                <a:cxnLst/>
                <a:rect l="l" t="t" r="r" b="b"/>
                <a:pathLst>
                  <a:path w="966" h="157" extrusionOk="0">
                    <a:moveTo>
                      <a:pt x="769" y="1"/>
                    </a:moveTo>
                    <a:cubicBezTo>
                      <a:pt x="573" y="1"/>
                      <a:pt x="329" y="46"/>
                      <a:pt x="42" y="136"/>
                    </a:cubicBezTo>
                    <a:cubicBezTo>
                      <a:pt x="21" y="144"/>
                      <a:pt x="9" y="149"/>
                      <a:pt x="5" y="149"/>
                    </a:cubicBezTo>
                    <a:cubicBezTo>
                      <a:pt x="5" y="149"/>
                      <a:pt x="1" y="149"/>
                      <a:pt x="1" y="153"/>
                    </a:cubicBezTo>
                    <a:cubicBezTo>
                      <a:pt x="1" y="153"/>
                      <a:pt x="1" y="157"/>
                      <a:pt x="5" y="157"/>
                    </a:cubicBezTo>
                    <a:cubicBezTo>
                      <a:pt x="9" y="157"/>
                      <a:pt x="13" y="153"/>
                      <a:pt x="45" y="144"/>
                    </a:cubicBezTo>
                    <a:cubicBezTo>
                      <a:pt x="329" y="55"/>
                      <a:pt x="572" y="9"/>
                      <a:pt x="768" y="9"/>
                    </a:cubicBezTo>
                    <a:cubicBezTo>
                      <a:pt x="838" y="9"/>
                      <a:pt x="903" y="15"/>
                      <a:pt x="961" y="27"/>
                    </a:cubicBezTo>
                    <a:cubicBezTo>
                      <a:pt x="961" y="27"/>
                      <a:pt x="965" y="27"/>
                      <a:pt x="965" y="22"/>
                    </a:cubicBezTo>
                    <a:lnTo>
                      <a:pt x="961" y="18"/>
                    </a:lnTo>
                    <a:cubicBezTo>
                      <a:pt x="903" y="6"/>
                      <a:pt x="839" y="1"/>
                      <a:pt x="769" y="1"/>
                    </a:cubicBezTo>
                    <a:close/>
                  </a:path>
                </a:pathLst>
              </a:custGeom>
              <a:solidFill>
                <a:srgbClr val="AB7F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9"/>
              <p:cNvSpPr/>
              <p:nvPr/>
            </p:nvSpPr>
            <p:spPr>
              <a:xfrm>
                <a:off x="4420347" y="2937278"/>
                <a:ext cx="328870" cy="265862"/>
              </a:xfrm>
              <a:custGeom>
                <a:avLst/>
                <a:gdLst/>
                <a:ahLst/>
                <a:cxnLst/>
                <a:rect l="l" t="t" r="r" b="b"/>
                <a:pathLst>
                  <a:path w="3116" h="2519" extrusionOk="0">
                    <a:moveTo>
                      <a:pt x="4" y="0"/>
                    </a:moveTo>
                    <a:cubicBezTo>
                      <a:pt x="4" y="0"/>
                      <a:pt x="0" y="0"/>
                      <a:pt x="0" y="4"/>
                    </a:cubicBezTo>
                    <a:cubicBezTo>
                      <a:pt x="33" y="81"/>
                      <a:pt x="65" y="163"/>
                      <a:pt x="102" y="252"/>
                    </a:cubicBezTo>
                    <a:cubicBezTo>
                      <a:pt x="110" y="277"/>
                      <a:pt x="122" y="301"/>
                      <a:pt x="130" y="329"/>
                    </a:cubicBezTo>
                    <a:cubicBezTo>
                      <a:pt x="138" y="354"/>
                      <a:pt x="151" y="378"/>
                      <a:pt x="159" y="403"/>
                    </a:cubicBezTo>
                    <a:cubicBezTo>
                      <a:pt x="163" y="419"/>
                      <a:pt x="171" y="432"/>
                      <a:pt x="175" y="447"/>
                    </a:cubicBezTo>
                    <a:cubicBezTo>
                      <a:pt x="187" y="485"/>
                      <a:pt x="204" y="525"/>
                      <a:pt x="216" y="566"/>
                    </a:cubicBezTo>
                    <a:cubicBezTo>
                      <a:pt x="220" y="570"/>
                      <a:pt x="220" y="570"/>
                      <a:pt x="220" y="573"/>
                    </a:cubicBezTo>
                    <a:cubicBezTo>
                      <a:pt x="232" y="603"/>
                      <a:pt x="241" y="631"/>
                      <a:pt x="252" y="663"/>
                    </a:cubicBezTo>
                    <a:cubicBezTo>
                      <a:pt x="269" y="708"/>
                      <a:pt x="281" y="753"/>
                      <a:pt x="297" y="798"/>
                    </a:cubicBezTo>
                    <a:cubicBezTo>
                      <a:pt x="305" y="826"/>
                      <a:pt x="318" y="851"/>
                      <a:pt x="326" y="879"/>
                    </a:cubicBezTo>
                    <a:cubicBezTo>
                      <a:pt x="363" y="993"/>
                      <a:pt x="403" y="1115"/>
                      <a:pt x="440" y="1245"/>
                    </a:cubicBezTo>
                    <a:cubicBezTo>
                      <a:pt x="452" y="1281"/>
                      <a:pt x="464" y="1318"/>
                      <a:pt x="472" y="1354"/>
                    </a:cubicBezTo>
                    <a:cubicBezTo>
                      <a:pt x="480" y="1371"/>
                      <a:pt x="485" y="1392"/>
                      <a:pt x="489" y="1408"/>
                    </a:cubicBezTo>
                    <a:cubicBezTo>
                      <a:pt x="1355" y="1848"/>
                      <a:pt x="2372" y="2246"/>
                      <a:pt x="3116" y="2518"/>
                    </a:cubicBezTo>
                    <a:cubicBezTo>
                      <a:pt x="1505" y="1721"/>
                      <a:pt x="4" y="0"/>
                      <a:pt x="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9"/>
              <p:cNvSpPr/>
              <p:nvPr/>
            </p:nvSpPr>
            <p:spPr>
              <a:xfrm>
                <a:off x="4204407" y="3371271"/>
                <a:ext cx="112086" cy="675050"/>
              </a:xfrm>
              <a:custGeom>
                <a:avLst/>
                <a:gdLst/>
                <a:ahLst/>
                <a:cxnLst/>
                <a:rect l="l" t="t" r="r" b="b"/>
                <a:pathLst>
                  <a:path w="1062" h="6396" extrusionOk="0">
                    <a:moveTo>
                      <a:pt x="289" y="1"/>
                    </a:moveTo>
                    <a:cubicBezTo>
                      <a:pt x="280" y="1"/>
                      <a:pt x="272" y="6"/>
                      <a:pt x="272" y="13"/>
                    </a:cubicBezTo>
                    <a:lnTo>
                      <a:pt x="0" y="1290"/>
                    </a:lnTo>
                    <a:cubicBezTo>
                      <a:pt x="0" y="1294"/>
                      <a:pt x="0" y="1303"/>
                      <a:pt x="8" y="1307"/>
                    </a:cubicBezTo>
                    <a:cubicBezTo>
                      <a:pt x="8" y="1307"/>
                      <a:pt x="134" y="1372"/>
                      <a:pt x="134" y="1453"/>
                    </a:cubicBezTo>
                    <a:cubicBezTo>
                      <a:pt x="139" y="1486"/>
                      <a:pt x="118" y="1538"/>
                      <a:pt x="94" y="1596"/>
                    </a:cubicBezTo>
                    <a:cubicBezTo>
                      <a:pt x="61" y="1685"/>
                      <a:pt x="21" y="1791"/>
                      <a:pt x="53" y="1856"/>
                    </a:cubicBezTo>
                    <a:cubicBezTo>
                      <a:pt x="102" y="1949"/>
                      <a:pt x="265" y="1966"/>
                      <a:pt x="310" y="1966"/>
                    </a:cubicBezTo>
                    <a:cubicBezTo>
                      <a:pt x="350" y="2145"/>
                      <a:pt x="858" y="4382"/>
                      <a:pt x="1029" y="6384"/>
                    </a:cubicBezTo>
                    <a:cubicBezTo>
                      <a:pt x="1029" y="6392"/>
                      <a:pt x="1037" y="6396"/>
                      <a:pt x="1046" y="6396"/>
                    </a:cubicBezTo>
                    <a:cubicBezTo>
                      <a:pt x="1054" y="6396"/>
                      <a:pt x="1061" y="6388"/>
                      <a:pt x="1057" y="6380"/>
                    </a:cubicBezTo>
                    <a:cubicBezTo>
                      <a:pt x="879" y="4305"/>
                      <a:pt x="338" y="1974"/>
                      <a:pt x="334" y="1949"/>
                    </a:cubicBezTo>
                    <a:cubicBezTo>
                      <a:pt x="334" y="1942"/>
                      <a:pt x="325" y="1938"/>
                      <a:pt x="321" y="1938"/>
                    </a:cubicBezTo>
                    <a:cubicBezTo>
                      <a:pt x="317" y="1938"/>
                      <a:pt x="126" y="1934"/>
                      <a:pt x="81" y="1844"/>
                    </a:cubicBezTo>
                    <a:cubicBezTo>
                      <a:pt x="53" y="1787"/>
                      <a:pt x="90" y="1690"/>
                      <a:pt x="122" y="1608"/>
                    </a:cubicBezTo>
                    <a:cubicBezTo>
                      <a:pt x="146" y="1547"/>
                      <a:pt x="167" y="1490"/>
                      <a:pt x="167" y="1453"/>
                    </a:cubicBezTo>
                    <a:cubicBezTo>
                      <a:pt x="163" y="1368"/>
                      <a:pt x="65" y="1303"/>
                      <a:pt x="32" y="1283"/>
                    </a:cubicBezTo>
                    <a:lnTo>
                      <a:pt x="301" y="21"/>
                    </a:lnTo>
                    <a:cubicBezTo>
                      <a:pt x="305" y="13"/>
                      <a:pt x="297" y="6"/>
                      <a:pt x="2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9"/>
              <p:cNvSpPr/>
              <p:nvPr/>
            </p:nvSpPr>
            <p:spPr>
              <a:xfrm>
                <a:off x="4782254" y="3214012"/>
                <a:ext cx="98366" cy="214568"/>
              </a:xfrm>
              <a:custGeom>
                <a:avLst/>
                <a:gdLst/>
                <a:ahLst/>
                <a:cxnLst/>
                <a:rect l="l" t="t" r="r" b="b"/>
                <a:pathLst>
                  <a:path w="932" h="2033" extrusionOk="0">
                    <a:moveTo>
                      <a:pt x="15" y="0"/>
                    </a:moveTo>
                    <a:cubicBezTo>
                      <a:pt x="9" y="0"/>
                      <a:pt x="3" y="4"/>
                      <a:pt x="0" y="11"/>
                    </a:cubicBezTo>
                    <a:cubicBezTo>
                      <a:pt x="0" y="18"/>
                      <a:pt x="4" y="26"/>
                      <a:pt x="13" y="31"/>
                    </a:cubicBezTo>
                    <a:cubicBezTo>
                      <a:pt x="379" y="161"/>
                      <a:pt x="644" y="246"/>
                      <a:pt x="708" y="266"/>
                    </a:cubicBezTo>
                    <a:cubicBezTo>
                      <a:pt x="676" y="332"/>
                      <a:pt x="599" y="478"/>
                      <a:pt x="603" y="514"/>
                    </a:cubicBezTo>
                    <a:cubicBezTo>
                      <a:pt x="603" y="523"/>
                      <a:pt x="607" y="531"/>
                      <a:pt x="614" y="535"/>
                    </a:cubicBezTo>
                    <a:cubicBezTo>
                      <a:pt x="623" y="541"/>
                      <a:pt x="638" y="543"/>
                      <a:pt x="655" y="543"/>
                    </a:cubicBezTo>
                    <a:cubicBezTo>
                      <a:pt x="685" y="543"/>
                      <a:pt x="724" y="536"/>
                      <a:pt x="753" y="531"/>
                    </a:cubicBezTo>
                    <a:lnTo>
                      <a:pt x="753" y="531"/>
                    </a:lnTo>
                    <a:cubicBezTo>
                      <a:pt x="725" y="592"/>
                      <a:pt x="663" y="730"/>
                      <a:pt x="684" y="788"/>
                    </a:cubicBezTo>
                    <a:cubicBezTo>
                      <a:pt x="697" y="827"/>
                      <a:pt x="761" y="838"/>
                      <a:pt x="819" y="838"/>
                    </a:cubicBezTo>
                    <a:cubicBezTo>
                      <a:pt x="850" y="838"/>
                      <a:pt x="880" y="835"/>
                      <a:pt x="900" y="832"/>
                    </a:cubicBezTo>
                    <a:lnTo>
                      <a:pt x="900" y="832"/>
                    </a:lnTo>
                    <a:cubicBezTo>
                      <a:pt x="888" y="929"/>
                      <a:pt x="830" y="1402"/>
                      <a:pt x="770" y="2016"/>
                    </a:cubicBezTo>
                    <a:cubicBezTo>
                      <a:pt x="770" y="2024"/>
                      <a:pt x="774" y="2033"/>
                      <a:pt x="781" y="2033"/>
                    </a:cubicBezTo>
                    <a:lnTo>
                      <a:pt x="785" y="2033"/>
                    </a:lnTo>
                    <a:cubicBezTo>
                      <a:pt x="794" y="2033"/>
                      <a:pt x="798" y="2024"/>
                      <a:pt x="798" y="2020"/>
                    </a:cubicBezTo>
                    <a:cubicBezTo>
                      <a:pt x="867" y="1329"/>
                      <a:pt x="932" y="820"/>
                      <a:pt x="932" y="816"/>
                    </a:cubicBezTo>
                    <a:cubicBezTo>
                      <a:pt x="932" y="812"/>
                      <a:pt x="932" y="807"/>
                      <a:pt x="928" y="803"/>
                    </a:cubicBezTo>
                    <a:cubicBezTo>
                      <a:pt x="924" y="799"/>
                      <a:pt x="920" y="799"/>
                      <a:pt x="916" y="799"/>
                    </a:cubicBezTo>
                    <a:cubicBezTo>
                      <a:pt x="888" y="804"/>
                      <a:pt x="854" y="807"/>
                      <a:pt x="823" y="807"/>
                    </a:cubicBezTo>
                    <a:cubicBezTo>
                      <a:pt x="769" y="807"/>
                      <a:pt x="720" y="798"/>
                      <a:pt x="712" y="775"/>
                    </a:cubicBezTo>
                    <a:cubicBezTo>
                      <a:pt x="697" y="734"/>
                      <a:pt x="753" y="596"/>
                      <a:pt x="794" y="514"/>
                    </a:cubicBezTo>
                    <a:cubicBezTo>
                      <a:pt x="794" y="510"/>
                      <a:pt x="794" y="503"/>
                      <a:pt x="790" y="499"/>
                    </a:cubicBezTo>
                    <a:cubicBezTo>
                      <a:pt x="785" y="495"/>
                      <a:pt x="781" y="495"/>
                      <a:pt x="778" y="495"/>
                    </a:cubicBezTo>
                    <a:cubicBezTo>
                      <a:pt x="727" y="506"/>
                      <a:pt x="677" y="514"/>
                      <a:pt x="650" y="514"/>
                    </a:cubicBezTo>
                    <a:cubicBezTo>
                      <a:pt x="640" y="514"/>
                      <a:pt x="633" y="513"/>
                      <a:pt x="631" y="510"/>
                    </a:cubicBezTo>
                    <a:cubicBezTo>
                      <a:pt x="627" y="490"/>
                      <a:pt x="688" y="368"/>
                      <a:pt x="745" y="266"/>
                    </a:cubicBezTo>
                    <a:lnTo>
                      <a:pt x="745" y="255"/>
                    </a:lnTo>
                    <a:cubicBezTo>
                      <a:pt x="745" y="251"/>
                      <a:pt x="741" y="246"/>
                      <a:pt x="737" y="246"/>
                    </a:cubicBezTo>
                    <a:cubicBezTo>
                      <a:pt x="733" y="246"/>
                      <a:pt x="452" y="153"/>
                      <a:pt x="21" y="2"/>
                    </a:cubicBezTo>
                    <a:cubicBezTo>
                      <a:pt x="19" y="1"/>
                      <a:pt x="17" y="0"/>
                      <a:pt x="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9"/>
              <p:cNvSpPr/>
              <p:nvPr/>
            </p:nvSpPr>
            <p:spPr>
              <a:xfrm>
                <a:off x="4031739" y="2977173"/>
                <a:ext cx="314411" cy="253091"/>
              </a:xfrm>
              <a:custGeom>
                <a:avLst/>
                <a:gdLst/>
                <a:ahLst/>
                <a:cxnLst/>
                <a:rect l="l" t="t" r="r" b="b"/>
                <a:pathLst>
                  <a:path w="2979" h="2398" extrusionOk="0">
                    <a:moveTo>
                      <a:pt x="1067" y="0"/>
                    </a:moveTo>
                    <a:cubicBezTo>
                      <a:pt x="908" y="66"/>
                      <a:pt x="513" y="233"/>
                      <a:pt x="208" y="428"/>
                    </a:cubicBezTo>
                    <a:cubicBezTo>
                      <a:pt x="131" y="477"/>
                      <a:pt x="61" y="525"/>
                      <a:pt x="1" y="578"/>
                    </a:cubicBezTo>
                    <a:cubicBezTo>
                      <a:pt x="1" y="578"/>
                      <a:pt x="66" y="728"/>
                      <a:pt x="164" y="940"/>
                    </a:cubicBezTo>
                    <a:cubicBezTo>
                      <a:pt x="342" y="1335"/>
                      <a:pt x="631" y="1941"/>
                      <a:pt x="806" y="2210"/>
                    </a:cubicBezTo>
                    <a:lnTo>
                      <a:pt x="1197" y="2255"/>
                    </a:lnTo>
                    <a:lnTo>
                      <a:pt x="1319" y="2397"/>
                    </a:lnTo>
                    <a:lnTo>
                      <a:pt x="1867" y="2336"/>
                    </a:lnTo>
                    <a:lnTo>
                      <a:pt x="2027" y="2397"/>
                    </a:lnTo>
                    <a:lnTo>
                      <a:pt x="2470" y="2193"/>
                    </a:lnTo>
                    <a:lnTo>
                      <a:pt x="2588" y="2328"/>
                    </a:lnTo>
                    <a:lnTo>
                      <a:pt x="2971" y="2206"/>
                    </a:lnTo>
                    <a:cubicBezTo>
                      <a:pt x="2971" y="2206"/>
                      <a:pt x="2979" y="2035"/>
                      <a:pt x="2938" y="1799"/>
                    </a:cubicBezTo>
                    <a:lnTo>
                      <a:pt x="2649" y="2071"/>
                    </a:lnTo>
                    <a:lnTo>
                      <a:pt x="1929" y="1913"/>
                    </a:lnTo>
                    <a:lnTo>
                      <a:pt x="1274" y="2071"/>
                    </a:lnTo>
                    <a:cubicBezTo>
                      <a:pt x="1274" y="2071"/>
                      <a:pt x="936" y="1258"/>
                      <a:pt x="338" y="762"/>
                    </a:cubicBezTo>
                    <a:cubicBezTo>
                      <a:pt x="346" y="627"/>
                      <a:pt x="1140" y="114"/>
                      <a:pt x="1140" y="114"/>
                    </a:cubicBezTo>
                    <a:lnTo>
                      <a:pt x="1189" y="82"/>
                    </a:lnTo>
                    <a:cubicBezTo>
                      <a:pt x="1111" y="29"/>
                      <a:pt x="1067" y="0"/>
                      <a:pt x="1067"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9"/>
              <p:cNvSpPr/>
              <p:nvPr/>
            </p:nvSpPr>
            <p:spPr>
              <a:xfrm>
                <a:off x="4150263" y="3167573"/>
                <a:ext cx="190715" cy="32190"/>
              </a:xfrm>
              <a:custGeom>
                <a:avLst/>
                <a:gdLst/>
                <a:ahLst/>
                <a:cxnLst/>
                <a:rect l="l" t="t" r="r" b="b"/>
                <a:pathLst>
                  <a:path w="1807" h="305" extrusionOk="0">
                    <a:moveTo>
                      <a:pt x="1793" y="1"/>
                    </a:moveTo>
                    <a:cubicBezTo>
                      <a:pt x="1788" y="1"/>
                      <a:pt x="1784" y="3"/>
                      <a:pt x="1782" y="7"/>
                    </a:cubicBezTo>
                    <a:lnTo>
                      <a:pt x="1522" y="251"/>
                    </a:lnTo>
                    <a:lnTo>
                      <a:pt x="810" y="92"/>
                    </a:lnTo>
                    <a:lnTo>
                      <a:pt x="802" y="92"/>
                    </a:lnTo>
                    <a:lnTo>
                      <a:pt x="12" y="276"/>
                    </a:lnTo>
                    <a:cubicBezTo>
                      <a:pt x="4" y="280"/>
                      <a:pt x="0" y="287"/>
                      <a:pt x="0" y="295"/>
                    </a:cubicBezTo>
                    <a:cubicBezTo>
                      <a:pt x="4" y="300"/>
                      <a:pt x="8" y="304"/>
                      <a:pt x="17" y="304"/>
                    </a:cubicBezTo>
                    <a:lnTo>
                      <a:pt x="21" y="304"/>
                    </a:lnTo>
                    <a:lnTo>
                      <a:pt x="806" y="124"/>
                    </a:lnTo>
                    <a:lnTo>
                      <a:pt x="1526" y="280"/>
                    </a:lnTo>
                    <a:cubicBezTo>
                      <a:pt x="1527" y="281"/>
                      <a:pt x="1528" y="281"/>
                      <a:pt x="1530" y="281"/>
                    </a:cubicBezTo>
                    <a:cubicBezTo>
                      <a:pt x="1533" y="281"/>
                      <a:pt x="1535" y="279"/>
                      <a:pt x="1538" y="276"/>
                    </a:cubicBezTo>
                    <a:lnTo>
                      <a:pt x="1803" y="27"/>
                    </a:lnTo>
                    <a:cubicBezTo>
                      <a:pt x="1807" y="23"/>
                      <a:pt x="1807" y="11"/>
                      <a:pt x="1803" y="7"/>
                    </a:cubicBezTo>
                    <a:cubicBezTo>
                      <a:pt x="1801" y="3"/>
                      <a:pt x="1797" y="1"/>
                      <a:pt x="1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9"/>
              <p:cNvSpPr/>
              <p:nvPr/>
            </p:nvSpPr>
            <p:spPr>
              <a:xfrm>
                <a:off x="4527157" y="2748356"/>
                <a:ext cx="444123" cy="301429"/>
              </a:xfrm>
              <a:custGeom>
                <a:avLst/>
                <a:gdLst/>
                <a:ahLst/>
                <a:cxnLst/>
                <a:rect l="l" t="t" r="r" b="b"/>
                <a:pathLst>
                  <a:path w="4208" h="2856" extrusionOk="0">
                    <a:moveTo>
                      <a:pt x="1" y="1"/>
                    </a:moveTo>
                    <a:lnTo>
                      <a:pt x="1" y="1"/>
                    </a:lnTo>
                    <a:cubicBezTo>
                      <a:pt x="147" y="1724"/>
                      <a:pt x="3179" y="2855"/>
                      <a:pt x="4033" y="2855"/>
                    </a:cubicBezTo>
                    <a:cubicBezTo>
                      <a:pt x="4111" y="2855"/>
                      <a:pt x="4170" y="2846"/>
                      <a:pt x="4208" y="2827"/>
                    </a:cubicBezTo>
                    <a:cubicBezTo>
                      <a:pt x="1531" y="2393"/>
                      <a:pt x="1"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9"/>
              <p:cNvSpPr/>
              <p:nvPr/>
            </p:nvSpPr>
            <p:spPr>
              <a:xfrm>
                <a:off x="4265411" y="2494525"/>
                <a:ext cx="29235" cy="83379"/>
              </a:xfrm>
              <a:custGeom>
                <a:avLst/>
                <a:gdLst/>
                <a:ahLst/>
                <a:cxnLst/>
                <a:rect l="l" t="t" r="r" b="b"/>
                <a:pathLst>
                  <a:path w="277" h="790" extrusionOk="0">
                    <a:moveTo>
                      <a:pt x="93" y="1"/>
                    </a:moveTo>
                    <a:cubicBezTo>
                      <a:pt x="85" y="5"/>
                      <a:pt x="77" y="14"/>
                      <a:pt x="81" y="18"/>
                    </a:cubicBezTo>
                    <a:lnTo>
                      <a:pt x="130" y="318"/>
                    </a:lnTo>
                    <a:cubicBezTo>
                      <a:pt x="98" y="335"/>
                      <a:pt x="0" y="395"/>
                      <a:pt x="24" y="521"/>
                    </a:cubicBezTo>
                    <a:cubicBezTo>
                      <a:pt x="28" y="562"/>
                      <a:pt x="49" y="591"/>
                      <a:pt x="77" y="607"/>
                    </a:cubicBezTo>
                    <a:cubicBezTo>
                      <a:pt x="104" y="625"/>
                      <a:pt x="137" y="631"/>
                      <a:pt x="165" y="631"/>
                    </a:cubicBezTo>
                    <a:cubicBezTo>
                      <a:pt x="188" y="631"/>
                      <a:pt x="209" y="627"/>
                      <a:pt x="224" y="624"/>
                    </a:cubicBezTo>
                    <a:lnTo>
                      <a:pt x="244" y="778"/>
                    </a:lnTo>
                    <a:cubicBezTo>
                      <a:pt x="248" y="786"/>
                      <a:pt x="252" y="790"/>
                      <a:pt x="260" y="790"/>
                    </a:cubicBezTo>
                    <a:lnTo>
                      <a:pt x="264" y="790"/>
                    </a:lnTo>
                    <a:cubicBezTo>
                      <a:pt x="272" y="790"/>
                      <a:pt x="276" y="782"/>
                      <a:pt x="276" y="774"/>
                    </a:cubicBezTo>
                    <a:lnTo>
                      <a:pt x="248" y="603"/>
                    </a:lnTo>
                    <a:cubicBezTo>
                      <a:pt x="248" y="599"/>
                      <a:pt x="244" y="595"/>
                      <a:pt x="244" y="595"/>
                    </a:cubicBezTo>
                    <a:cubicBezTo>
                      <a:pt x="239" y="591"/>
                      <a:pt x="235" y="591"/>
                      <a:pt x="231" y="591"/>
                    </a:cubicBezTo>
                    <a:cubicBezTo>
                      <a:pt x="229" y="593"/>
                      <a:pt x="201" y="601"/>
                      <a:pt x="168" y="601"/>
                    </a:cubicBezTo>
                    <a:cubicBezTo>
                      <a:pt x="143" y="601"/>
                      <a:pt x="116" y="596"/>
                      <a:pt x="93" y="583"/>
                    </a:cubicBezTo>
                    <a:cubicBezTo>
                      <a:pt x="73" y="570"/>
                      <a:pt x="57" y="546"/>
                      <a:pt x="53" y="513"/>
                    </a:cubicBezTo>
                    <a:cubicBezTo>
                      <a:pt x="32" y="388"/>
                      <a:pt x="146" y="343"/>
                      <a:pt x="150" y="339"/>
                    </a:cubicBezTo>
                    <a:cubicBezTo>
                      <a:pt x="158" y="339"/>
                      <a:pt x="162" y="331"/>
                      <a:pt x="162" y="322"/>
                    </a:cubicBezTo>
                    <a:lnTo>
                      <a:pt x="109" y="14"/>
                    </a:lnTo>
                    <a:cubicBezTo>
                      <a:pt x="109" y="5"/>
                      <a:pt x="102" y="1"/>
                      <a:pt x="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9"/>
              <p:cNvSpPr/>
              <p:nvPr/>
            </p:nvSpPr>
            <p:spPr>
              <a:xfrm>
                <a:off x="4095698" y="1859579"/>
                <a:ext cx="17731" cy="25436"/>
              </a:xfrm>
              <a:custGeom>
                <a:avLst/>
                <a:gdLst/>
                <a:ahLst/>
                <a:cxnLst/>
                <a:rect l="l" t="t" r="r" b="b"/>
                <a:pathLst>
                  <a:path w="168" h="241" extrusionOk="0">
                    <a:moveTo>
                      <a:pt x="76" y="0"/>
                    </a:moveTo>
                    <a:cubicBezTo>
                      <a:pt x="74" y="0"/>
                      <a:pt x="72" y="0"/>
                      <a:pt x="70" y="1"/>
                    </a:cubicBezTo>
                    <a:cubicBezTo>
                      <a:pt x="29" y="5"/>
                      <a:pt x="1" y="65"/>
                      <a:pt x="9" y="131"/>
                    </a:cubicBezTo>
                    <a:cubicBezTo>
                      <a:pt x="16" y="191"/>
                      <a:pt x="52" y="241"/>
                      <a:pt x="90" y="241"/>
                    </a:cubicBezTo>
                    <a:cubicBezTo>
                      <a:pt x="93" y="241"/>
                      <a:pt x="96" y="241"/>
                      <a:pt x="99" y="240"/>
                    </a:cubicBezTo>
                    <a:cubicBezTo>
                      <a:pt x="139" y="236"/>
                      <a:pt x="168" y="179"/>
                      <a:pt x="159" y="114"/>
                    </a:cubicBezTo>
                    <a:cubicBezTo>
                      <a:pt x="152" y="52"/>
                      <a:pt x="117" y="0"/>
                      <a:pt x="7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9"/>
              <p:cNvSpPr/>
              <p:nvPr/>
            </p:nvSpPr>
            <p:spPr>
              <a:xfrm>
                <a:off x="4108996" y="2004700"/>
                <a:ext cx="17731" cy="25436"/>
              </a:xfrm>
              <a:custGeom>
                <a:avLst/>
                <a:gdLst/>
                <a:ahLst/>
                <a:cxnLst/>
                <a:rect l="l" t="t" r="r" b="b"/>
                <a:pathLst>
                  <a:path w="168" h="241" extrusionOk="0">
                    <a:moveTo>
                      <a:pt x="75" y="0"/>
                    </a:moveTo>
                    <a:cubicBezTo>
                      <a:pt x="73" y="0"/>
                      <a:pt x="72" y="0"/>
                      <a:pt x="70" y="0"/>
                    </a:cubicBezTo>
                    <a:cubicBezTo>
                      <a:pt x="29" y="4"/>
                      <a:pt x="1" y="61"/>
                      <a:pt x="9" y="126"/>
                    </a:cubicBezTo>
                    <a:cubicBezTo>
                      <a:pt x="17" y="193"/>
                      <a:pt x="51" y="241"/>
                      <a:pt x="94" y="241"/>
                    </a:cubicBezTo>
                    <a:cubicBezTo>
                      <a:pt x="95" y="241"/>
                      <a:pt x="97" y="241"/>
                      <a:pt x="99" y="241"/>
                    </a:cubicBezTo>
                    <a:cubicBezTo>
                      <a:pt x="140" y="237"/>
                      <a:pt x="168" y="179"/>
                      <a:pt x="159" y="110"/>
                    </a:cubicBezTo>
                    <a:cubicBezTo>
                      <a:pt x="152" y="48"/>
                      <a:pt x="113" y="0"/>
                      <a:pt x="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9"/>
              <p:cNvSpPr/>
              <p:nvPr/>
            </p:nvSpPr>
            <p:spPr>
              <a:xfrm>
                <a:off x="4117545" y="2163859"/>
                <a:ext cx="17309" cy="25647"/>
              </a:xfrm>
              <a:custGeom>
                <a:avLst/>
                <a:gdLst/>
                <a:ahLst/>
                <a:cxnLst/>
                <a:rect l="l" t="t" r="r" b="b"/>
                <a:pathLst>
                  <a:path w="164" h="243" extrusionOk="0">
                    <a:moveTo>
                      <a:pt x="79" y="1"/>
                    </a:moveTo>
                    <a:cubicBezTo>
                      <a:pt x="76" y="1"/>
                      <a:pt x="73" y="1"/>
                      <a:pt x="70" y="2"/>
                    </a:cubicBezTo>
                    <a:cubicBezTo>
                      <a:pt x="25" y="6"/>
                      <a:pt x="1" y="62"/>
                      <a:pt x="5" y="128"/>
                    </a:cubicBezTo>
                    <a:cubicBezTo>
                      <a:pt x="13" y="191"/>
                      <a:pt x="51" y="242"/>
                      <a:pt x="90" y="242"/>
                    </a:cubicBezTo>
                    <a:cubicBezTo>
                      <a:pt x="92" y="242"/>
                      <a:pt x="93" y="242"/>
                      <a:pt x="95" y="242"/>
                    </a:cubicBezTo>
                    <a:cubicBezTo>
                      <a:pt x="136" y="237"/>
                      <a:pt x="164" y="177"/>
                      <a:pt x="156" y="111"/>
                    </a:cubicBezTo>
                    <a:cubicBezTo>
                      <a:pt x="152" y="51"/>
                      <a:pt x="117" y="1"/>
                      <a:pt x="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9"/>
              <p:cNvSpPr/>
              <p:nvPr/>
            </p:nvSpPr>
            <p:spPr>
              <a:xfrm>
                <a:off x="4117545" y="2327029"/>
                <a:ext cx="17309" cy="25541"/>
              </a:xfrm>
              <a:custGeom>
                <a:avLst/>
                <a:gdLst/>
                <a:ahLst/>
                <a:cxnLst/>
                <a:rect l="l" t="t" r="r" b="b"/>
                <a:pathLst>
                  <a:path w="164" h="242" extrusionOk="0">
                    <a:moveTo>
                      <a:pt x="78" y="1"/>
                    </a:moveTo>
                    <a:cubicBezTo>
                      <a:pt x="76" y="1"/>
                      <a:pt x="73" y="1"/>
                      <a:pt x="70" y="1"/>
                    </a:cubicBezTo>
                    <a:cubicBezTo>
                      <a:pt x="25" y="5"/>
                      <a:pt x="1" y="63"/>
                      <a:pt x="5" y="127"/>
                    </a:cubicBezTo>
                    <a:cubicBezTo>
                      <a:pt x="13" y="190"/>
                      <a:pt x="51" y="242"/>
                      <a:pt x="90" y="242"/>
                    </a:cubicBezTo>
                    <a:cubicBezTo>
                      <a:pt x="92" y="242"/>
                      <a:pt x="93" y="242"/>
                      <a:pt x="95" y="242"/>
                    </a:cubicBezTo>
                    <a:cubicBezTo>
                      <a:pt x="136" y="238"/>
                      <a:pt x="164" y="176"/>
                      <a:pt x="156" y="112"/>
                    </a:cubicBezTo>
                    <a:cubicBezTo>
                      <a:pt x="152" y="51"/>
                      <a:pt x="116" y="1"/>
                      <a:pt x="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9"/>
              <p:cNvSpPr/>
              <p:nvPr/>
            </p:nvSpPr>
            <p:spPr>
              <a:xfrm>
                <a:off x="4171266" y="2438271"/>
                <a:ext cx="17731" cy="25541"/>
              </a:xfrm>
              <a:custGeom>
                <a:avLst/>
                <a:gdLst/>
                <a:ahLst/>
                <a:cxnLst/>
                <a:rect l="l" t="t" r="r" b="b"/>
                <a:pathLst>
                  <a:path w="168" h="242" extrusionOk="0">
                    <a:moveTo>
                      <a:pt x="79" y="0"/>
                    </a:moveTo>
                    <a:cubicBezTo>
                      <a:pt x="76" y="0"/>
                      <a:pt x="73" y="0"/>
                      <a:pt x="70" y="1"/>
                    </a:cubicBezTo>
                    <a:cubicBezTo>
                      <a:pt x="29" y="5"/>
                      <a:pt x="1" y="62"/>
                      <a:pt x="8" y="127"/>
                    </a:cubicBezTo>
                    <a:cubicBezTo>
                      <a:pt x="17" y="190"/>
                      <a:pt x="55" y="241"/>
                      <a:pt x="94" y="241"/>
                    </a:cubicBezTo>
                    <a:cubicBezTo>
                      <a:pt x="95" y="241"/>
                      <a:pt x="97" y="241"/>
                      <a:pt x="98" y="241"/>
                    </a:cubicBezTo>
                    <a:cubicBezTo>
                      <a:pt x="139" y="237"/>
                      <a:pt x="168" y="176"/>
                      <a:pt x="160" y="111"/>
                    </a:cubicBezTo>
                    <a:cubicBezTo>
                      <a:pt x="152" y="50"/>
                      <a:pt x="120" y="0"/>
                      <a:pt x="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9"/>
              <p:cNvSpPr/>
              <p:nvPr/>
            </p:nvSpPr>
            <p:spPr>
              <a:xfrm>
                <a:off x="4650431" y="2190350"/>
                <a:ext cx="61109" cy="110714"/>
              </a:xfrm>
              <a:custGeom>
                <a:avLst/>
                <a:gdLst/>
                <a:ahLst/>
                <a:cxnLst/>
                <a:rect l="l" t="t" r="r" b="b"/>
                <a:pathLst>
                  <a:path w="579" h="1049" extrusionOk="0">
                    <a:moveTo>
                      <a:pt x="18" y="1"/>
                    </a:moveTo>
                    <a:cubicBezTo>
                      <a:pt x="14" y="1"/>
                      <a:pt x="11" y="3"/>
                      <a:pt x="8" y="7"/>
                    </a:cubicBezTo>
                    <a:cubicBezTo>
                      <a:pt x="1" y="11"/>
                      <a:pt x="1" y="19"/>
                      <a:pt x="5" y="27"/>
                    </a:cubicBezTo>
                    <a:cubicBezTo>
                      <a:pt x="8" y="31"/>
                      <a:pt x="399" y="463"/>
                      <a:pt x="538" y="694"/>
                    </a:cubicBezTo>
                    <a:cubicBezTo>
                      <a:pt x="485" y="718"/>
                      <a:pt x="322" y="800"/>
                      <a:pt x="184" y="1028"/>
                    </a:cubicBezTo>
                    <a:cubicBezTo>
                      <a:pt x="179" y="1032"/>
                      <a:pt x="184" y="1044"/>
                      <a:pt x="188" y="1048"/>
                    </a:cubicBezTo>
                    <a:lnTo>
                      <a:pt x="196" y="1048"/>
                    </a:lnTo>
                    <a:cubicBezTo>
                      <a:pt x="200" y="1048"/>
                      <a:pt x="209" y="1048"/>
                      <a:pt x="209" y="1041"/>
                    </a:cubicBezTo>
                    <a:cubicBezTo>
                      <a:pt x="367" y="784"/>
                      <a:pt x="562" y="718"/>
                      <a:pt x="566" y="718"/>
                    </a:cubicBezTo>
                    <a:cubicBezTo>
                      <a:pt x="570" y="718"/>
                      <a:pt x="575" y="714"/>
                      <a:pt x="575" y="711"/>
                    </a:cubicBezTo>
                    <a:cubicBezTo>
                      <a:pt x="579" y="707"/>
                      <a:pt x="579" y="703"/>
                      <a:pt x="575" y="699"/>
                    </a:cubicBezTo>
                    <a:cubicBezTo>
                      <a:pt x="440" y="463"/>
                      <a:pt x="33" y="11"/>
                      <a:pt x="29" y="7"/>
                    </a:cubicBezTo>
                    <a:cubicBezTo>
                      <a:pt x="25" y="3"/>
                      <a:pt x="21" y="1"/>
                      <a:pt x="18" y="1"/>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9"/>
              <p:cNvSpPr/>
              <p:nvPr/>
            </p:nvSpPr>
            <p:spPr>
              <a:xfrm>
                <a:off x="4902889" y="2348559"/>
                <a:ext cx="76202" cy="101954"/>
              </a:xfrm>
              <a:custGeom>
                <a:avLst/>
                <a:gdLst/>
                <a:ahLst/>
                <a:cxnLst/>
                <a:rect l="l" t="t" r="r" b="b"/>
                <a:pathLst>
                  <a:path w="722" h="966" extrusionOk="0">
                    <a:moveTo>
                      <a:pt x="721" y="0"/>
                    </a:moveTo>
                    <a:cubicBezTo>
                      <a:pt x="367" y="411"/>
                      <a:pt x="21" y="933"/>
                      <a:pt x="1" y="965"/>
                    </a:cubicBezTo>
                    <a:lnTo>
                      <a:pt x="151" y="965"/>
                    </a:lnTo>
                    <a:lnTo>
                      <a:pt x="721" y="0"/>
                    </a:ln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9"/>
              <p:cNvSpPr/>
              <p:nvPr/>
            </p:nvSpPr>
            <p:spPr>
              <a:xfrm>
                <a:off x="4967270" y="2355842"/>
                <a:ext cx="49077" cy="102798"/>
              </a:xfrm>
              <a:custGeom>
                <a:avLst/>
                <a:gdLst/>
                <a:ahLst/>
                <a:cxnLst/>
                <a:rect l="l" t="t" r="r" b="b"/>
                <a:pathLst>
                  <a:path w="465" h="974" extrusionOk="0">
                    <a:moveTo>
                      <a:pt x="457" y="1"/>
                    </a:moveTo>
                    <a:cubicBezTo>
                      <a:pt x="457" y="1"/>
                      <a:pt x="200" y="400"/>
                      <a:pt x="1" y="973"/>
                    </a:cubicBezTo>
                    <a:lnTo>
                      <a:pt x="119" y="973"/>
                    </a:lnTo>
                    <a:lnTo>
                      <a:pt x="465" y="233"/>
                    </a:lnTo>
                    <a:lnTo>
                      <a:pt x="457" y="1"/>
                    </a:ln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9"/>
              <p:cNvSpPr/>
              <p:nvPr/>
            </p:nvSpPr>
            <p:spPr>
              <a:xfrm>
                <a:off x="4959565" y="2348559"/>
                <a:ext cx="19525" cy="55515"/>
              </a:xfrm>
              <a:custGeom>
                <a:avLst/>
                <a:gdLst/>
                <a:ahLst/>
                <a:cxnLst/>
                <a:rect l="l" t="t" r="r" b="b"/>
                <a:pathLst>
                  <a:path w="185" h="526" extrusionOk="0">
                    <a:moveTo>
                      <a:pt x="184" y="0"/>
                    </a:moveTo>
                    <a:lnTo>
                      <a:pt x="1" y="314"/>
                    </a:lnTo>
                    <a:lnTo>
                      <a:pt x="57" y="526"/>
                    </a:lnTo>
                    <a:cubicBezTo>
                      <a:pt x="102" y="318"/>
                      <a:pt x="151" y="119"/>
                      <a:pt x="184"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9"/>
              <p:cNvSpPr/>
              <p:nvPr/>
            </p:nvSpPr>
            <p:spPr>
              <a:xfrm>
                <a:off x="5047166" y="2325868"/>
                <a:ext cx="82534" cy="131928"/>
              </a:xfrm>
              <a:custGeom>
                <a:avLst/>
                <a:gdLst/>
                <a:ahLst/>
                <a:cxnLst/>
                <a:rect l="l" t="t" r="r" b="b"/>
                <a:pathLst>
                  <a:path w="782" h="1250" extrusionOk="0">
                    <a:moveTo>
                      <a:pt x="541" y="1"/>
                    </a:moveTo>
                    <a:cubicBezTo>
                      <a:pt x="342" y="435"/>
                      <a:pt x="126" y="684"/>
                      <a:pt x="1" y="1249"/>
                    </a:cubicBezTo>
                    <a:lnTo>
                      <a:pt x="49" y="1249"/>
                    </a:lnTo>
                    <a:lnTo>
                      <a:pt x="782" y="49"/>
                    </a:lnTo>
                    <a:lnTo>
                      <a:pt x="541" y="1"/>
                    </a:ln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9"/>
              <p:cNvSpPr/>
              <p:nvPr/>
            </p:nvSpPr>
            <p:spPr>
              <a:xfrm>
                <a:off x="5031757" y="2414313"/>
                <a:ext cx="5594" cy="43906"/>
              </a:xfrm>
              <a:custGeom>
                <a:avLst/>
                <a:gdLst/>
                <a:ahLst/>
                <a:cxnLst/>
                <a:rect l="l" t="t" r="r" b="b"/>
                <a:pathLst>
                  <a:path w="53" h="416" extrusionOk="0">
                    <a:moveTo>
                      <a:pt x="53" y="0"/>
                    </a:moveTo>
                    <a:lnTo>
                      <a:pt x="0" y="415"/>
                    </a:lnTo>
                    <a:lnTo>
                      <a:pt x="53" y="415"/>
                    </a:lnTo>
                    <a:lnTo>
                      <a:pt x="53" y="0"/>
                    </a:ln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9"/>
              <p:cNvSpPr/>
              <p:nvPr/>
            </p:nvSpPr>
            <p:spPr>
              <a:xfrm>
                <a:off x="5225322" y="1608809"/>
                <a:ext cx="703863" cy="570774"/>
              </a:xfrm>
              <a:custGeom>
                <a:avLst/>
                <a:gdLst/>
                <a:ahLst/>
                <a:cxnLst/>
                <a:rect l="l" t="t" r="r" b="b"/>
                <a:pathLst>
                  <a:path w="6669" h="5408" extrusionOk="0">
                    <a:moveTo>
                      <a:pt x="6099" y="0"/>
                    </a:moveTo>
                    <a:cubicBezTo>
                      <a:pt x="5242" y="0"/>
                      <a:pt x="4926" y="111"/>
                      <a:pt x="4826" y="163"/>
                    </a:cubicBezTo>
                    <a:cubicBezTo>
                      <a:pt x="4826" y="163"/>
                      <a:pt x="4830" y="204"/>
                      <a:pt x="4834" y="273"/>
                    </a:cubicBezTo>
                    <a:cubicBezTo>
                      <a:pt x="4871" y="610"/>
                      <a:pt x="4980" y="1652"/>
                      <a:pt x="5033" y="2075"/>
                    </a:cubicBezTo>
                    <a:cubicBezTo>
                      <a:pt x="5029" y="2071"/>
                      <a:pt x="5025" y="2071"/>
                      <a:pt x="5021" y="2071"/>
                    </a:cubicBezTo>
                    <a:cubicBezTo>
                      <a:pt x="4981" y="2067"/>
                      <a:pt x="4942" y="2065"/>
                      <a:pt x="4902" y="2065"/>
                    </a:cubicBezTo>
                    <a:cubicBezTo>
                      <a:pt x="4719" y="2065"/>
                      <a:pt x="4538" y="2111"/>
                      <a:pt x="4374" y="2201"/>
                    </a:cubicBezTo>
                    <a:lnTo>
                      <a:pt x="306" y="4480"/>
                    </a:lnTo>
                    <a:lnTo>
                      <a:pt x="237" y="4516"/>
                    </a:lnTo>
                    <a:lnTo>
                      <a:pt x="209" y="4532"/>
                    </a:lnTo>
                    <a:lnTo>
                      <a:pt x="34" y="4634"/>
                    </a:lnTo>
                    <a:cubicBezTo>
                      <a:pt x="1" y="4739"/>
                      <a:pt x="1" y="4899"/>
                      <a:pt x="90" y="5081"/>
                    </a:cubicBezTo>
                    <a:cubicBezTo>
                      <a:pt x="151" y="5195"/>
                      <a:pt x="184" y="5310"/>
                      <a:pt x="209" y="5407"/>
                    </a:cubicBezTo>
                    <a:cubicBezTo>
                      <a:pt x="257" y="5391"/>
                      <a:pt x="314" y="5370"/>
                      <a:pt x="379" y="5346"/>
                    </a:cubicBezTo>
                    <a:cubicBezTo>
                      <a:pt x="395" y="5342"/>
                      <a:pt x="416" y="5334"/>
                      <a:pt x="436" y="5325"/>
                    </a:cubicBezTo>
                    <a:cubicBezTo>
                      <a:pt x="1266" y="5041"/>
                      <a:pt x="3275" y="4349"/>
                      <a:pt x="4565" y="3939"/>
                    </a:cubicBezTo>
                    <a:cubicBezTo>
                      <a:pt x="4984" y="3808"/>
                      <a:pt x="5326" y="3706"/>
                      <a:pt x="5526" y="3654"/>
                    </a:cubicBezTo>
                    <a:lnTo>
                      <a:pt x="5530" y="3654"/>
                    </a:lnTo>
                    <a:cubicBezTo>
                      <a:pt x="5554" y="3646"/>
                      <a:pt x="5578" y="3641"/>
                      <a:pt x="5599" y="3637"/>
                    </a:cubicBezTo>
                    <a:cubicBezTo>
                      <a:pt x="6290" y="3601"/>
                      <a:pt x="6375" y="3434"/>
                      <a:pt x="6375" y="3434"/>
                    </a:cubicBezTo>
                    <a:cubicBezTo>
                      <a:pt x="6375" y="3434"/>
                      <a:pt x="6225" y="3044"/>
                      <a:pt x="6302" y="2551"/>
                    </a:cubicBezTo>
                    <a:cubicBezTo>
                      <a:pt x="6356" y="2210"/>
                      <a:pt x="6530" y="1733"/>
                      <a:pt x="6615" y="1136"/>
                    </a:cubicBezTo>
                    <a:cubicBezTo>
                      <a:pt x="6632" y="1034"/>
                      <a:pt x="6644" y="928"/>
                      <a:pt x="6652" y="822"/>
                    </a:cubicBezTo>
                    <a:cubicBezTo>
                      <a:pt x="6660" y="741"/>
                      <a:pt x="6664" y="659"/>
                      <a:pt x="6668" y="574"/>
                    </a:cubicBezTo>
                    <a:cubicBezTo>
                      <a:pt x="6619" y="537"/>
                      <a:pt x="6570" y="509"/>
                      <a:pt x="6527" y="481"/>
                    </a:cubicBezTo>
                    <a:cubicBezTo>
                      <a:pt x="6290" y="342"/>
                      <a:pt x="6095" y="293"/>
                      <a:pt x="6095" y="293"/>
                    </a:cubicBezTo>
                    <a:lnTo>
                      <a:pt x="6144" y="0"/>
                    </a:lnTo>
                    <a:cubicBezTo>
                      <a:pt x="6129" y="0"/>
                      <a:pt x="6114" y="0"/>
                      <a:pt x="6099"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9"/>
              <p:cNvSpPr/>
              <p:nvPr/>
            </p:nvSpPr>
            <p:spPr>
              <a:xfrm>
                <a:off x="5228805" y="2081958"/>
                <a:ext cx="18575" cy="15937"/>
              </a:xfrm>
              <a:custGeom>
                <a:avLst/>
                <a:gdLst/>
                <a:ahLst/>
                <a:cxnLst/>
                <a:rect l="l" t="t" r="r" b="b"/>
                <a:pathLst>
                  <a:path w="176" h="151" extrusionOk="0">
                    <a:moveTo>
                      <a:pt x="112" y="0"/>
                    </a:moveTo>
                    <a:cubicBezTo>
                      <a:pt x="110" y="0"/>
                      <a:pt x="108" y="0"/>
                      <a:pt x="106" y="1"/>
                    </a:cubicBezTo>
                    <a:cubicBezTo>
                      <a:pt x="74" y="5"/>
                      <a:pt x="25" y="57"/>
                      <a:pt x="1" y="151"/>
                    </a:cubicBezTo>
                    <a:lnTo>
                      <a:pt x="176" y="49"/>
                    </a:lnTo>
                    <a:cubicBezTo>
                      <a:pt x="153" y="20"/>
                      <a:pt x="134" y="0"/>
                      <a:pt x="1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9"/>
              <p:cNvSpPr/>
              <p:nvPr/>
            </p:nvSpPr>
            <p:spPr>
              <a:xfrm>
                <a:off x="4894046" y="2068659"/>
                <a:ext cx="380903" cy="412671"/>
              </a:xfrm>
              <a:custGeom>
                <a:avLst/>
                <a:gdLst/>
                <a:ahLst/>
                <a:cxnLst/>
                <a:rect l="l" t="t" r="r" b="b"/>
                <a:pathLst>
                  <a:path w="3609" h="3910" extrusionOk="0">
                    <a:moveTo>
                      <a:pt x="3271" y="1"/>
                    </a:moveTo>
                    <a:cubicBezTo>
                      <a:pt x="3234" y="12"/>
                      <a:pt x="3193" y="29"/>
                      <a:pt x="3153" y="50"/>
                    </a:cubicBezTo>
                    <a:cubicBezTo>
                      <a:pt x="2872" y="192"/>
                      <a:pt x="2502" y="521"/>
                      <a:pt x="2502" y="521"/>
                    </a:cubicBezTo>
                    <a:cubicBezTo>
                      <a:pt x="2502" y="521"/>
                      <a:pt x="2455" y="519"/>
                      <a:pt x="2414" y="519"/>
                    </a:cubicBezTo>
                    <a:cubicBezTo>
                      <a:pt x="2394" y="519"/>
                      <a:pt x="2375" y="520"/>
                      <a:pt x="2363" y="521"/>
                    </a:cubicBezTo>
                    <a:cubicBezTo>
                      <a:pt x="2335" y="521"/>
                      <a:pt x="2339" y="534"/>
                      <a:pt x="2286" y="664"/>
                    </a:cubicBezTo>
                    <a:cubicBezTo>
                      <a:pt x="1851" y="867"/>
                      <a:pt x="1469" y="1221"/>
                      <a:pt x="1197" y="1518"/>
                    </a:cubicBezTo>
                    <a:cubicBezTo>
                      <a:pt x="923" y="1811"/>
                      <a:pt x="761" y="2055"/>
                      <a:pt x="761" y="2055"/>
                    </a:cubicBezTo>
                    <a:lnTo>
                      <a:pt x="700" y="2181"/>
                    </a:lnTo>
                    <a:lnTo>
                      <a:pt x="570" y="2442"/>
                    </a:lnTo>
                    <a:lnTo>
                      <a:pt x="1" y="3576"/>
                    </a:lnTo>
                    <a:lnTo>
                      <a:pt x="86" y="3617"/>
                    </a:lnTo>
                    <a:cubicBezTo>
                      <a:pt x="106" y="3585"/>
                      <a:pt x="452" y="3063"/>
                      <a:pt x="806" y="2652"/>
                    </a:cubicBezTo>
                    <a:lnTo>
                      <a:pt x="806" y="2652"/>
                    </a:lnTo>
                    <a:cubicBezTo>
                      <a:pt x="773" y="2771"/>
                      <a:pt x="724" y="2970"/>
                      <a:pt x="679" y="3178"/>
                    </a:cubicBezTo>
                    <a:cubicBezTo>
                      <a:pt x="639" y="3365"/>
                      <a:pt x="598" y="3556"/>
                      <a:pt x="570" y="3694"/>
                    </a:cubicBezTo>
                    <a:cubicBezTo>
                      <a:pt x="546" y="3812"/>
                      <a:pt x="529" y="3893"/>
                      <a:pt x="529" y="3893"/>
                    </a:cubicBezTo>
                    <a:lnTo>
                      <a:pt x="623" y="3910"/>
                    </a:lnTo>
                    <a:cubicBezTo>
                      <a:pt x="647" y="3837"/>
                      <a:pt x="671" y="3764"/>
                      <a:pt x="696" y="3694"/>
                    </a:cubicBezTo>
                    <a:cubicBezTo>
                      <a:pt x="895" y="3121"/>
                      <a:pt x="1152" y="2722"/>
                      <a:pt x="1152" y="2722"/>
                    </a:cubicBezTo>
                    <a:lnTo>
                      <a:pt x="1160" y="2954"/>
                    </a:lnTo>
                    <a:lnTo>
                      <a:pt x="1188" y="3690"/>
                    </a:lnTo>
                    <a:lnTo>
                      <a:pt x="1197" y="3882"/>
                    </a:lnTo>
                    <a:lnTo>
                      <a:pt x="1286" y="3882"/>
                    </a:lnTo>
                    <a:lnTo>
                      <a:pt x="1306" y="3690"/>
                    </a:lnTo>
                    <a:lnTo>
                      <a:pt x="1359" y="3275"/>
                    </a:lnTo>
                    <a:lnTo>
                      <a:pt x="1359" y="3731"/>
                    </a:lnTo>
                    <a:lnTo>
                      <a:pt x="1445" y="3731"/>
                    </a:lnTo>
                    <a:cubicBezTo>
                      <a:pt x="1449" y="3719"/>
                      <a:pt x="1449" y="3711"/>
                      <a:pt x="1453" y="3698"/>
                    </a:cubicBezTo>
                    <a:lnTo>
                      <a:pt x="1453" y="3686"/>
                    </a:lnTo>
                    <a:cubicBezTo>
                      <a:pt x="1578" y="3121"/>
                      <a:pt x="1794" y="2872"/>
                      <a:pt x="1993" y="2438"/>
                    </a:cubicBezTo>
                    <a:cubicBezTo>
                      <a:pt x="2067" y="2282"/>
                      <a:pt x="2136" y="2104"/>
                      <a:pt x="2197" y="1880"/>
                    </a:cubicBezTo>
                    <a:cubicBezTo>
                      <a:pt x="2455" y="1644"/>
                      <a:pt x="2694" y="1591"/>
                      <a:pt x="2857" y="1591"/>
                    </a:cubicBezTo>
                    <a:cubicBezTo>
                      <a:pt x="2993" y="1591"/>
                      <a:pt x="3076" y="1627"/>
                      <a:pt x="3076" y="1627"/>
                    </a:cubicBezTo>
                    <a:lnTo>
                      <a:pt x="3458" y="1522"/>
                    </a:lnTo>
                    <a:cubicBezTo>
                      <a:pt x="3608" y="1156"/>
                      <a:pt x="3576" y="968"/>
                      <a:pt x="3576" y="968"/>
                    </a:cubicBezTo>
                    <a:lnTo>
                      <a:pt x="3576" y="968"/>
                    </a:lnTo>
                    <a:cubicBezTo>
                      <a:pt x="3556" y="977"/>
                      <a:pt x="3535" y="985"/>
                      <a:pt x="3519" y="989"/>
                    </a:cubicBezTo>
                    <a:cubicBezTo>
                      <a:pt x="3519" y="1160"/>
                      <a:pt x="3495" y="1278"/>
                      <a:pt x="3446" y="1286"/>
                    </a:cubicBezTo>
                    <a:cubicBezTo>
                      <a:pt x="3445" y="1286"/>
                      <a:pt x="3444" y="1286"/>
                      <a:pt x="3443" y="1286"/>
                    </a:cubicBezTo>
                    <a:cubicBezTo>
                      <a:pt x="3401" y="1286"/>
                      <a:pt x="3384" y="1189"/>
                      <a:pt x="3349" y="1050"/>
                    </a:cubicBezTo>
                    <a:cubicBezTo>
                      <a:pt x="3324" y="953"/>
                      <a:pt x="3291" y="838"/>
                      <a:pt x="3230" y="724"/>
                    </a:cubicBezTo>
                    <a:cubicBezTo>
                      <a:pt x="3141" y="542"/>
                      <a:pt x="3141" y="382"/>
                      <a:pt x="3174" y="277"/>
                    </a:cubicBezTo>
                    <a:cubicBezTo>
                      <a:pt x="3198" y="183"/>
                      <a:pt x="3247" y="131"/>
                      <a:pt x="3279" y="127"/>
                    </a:cubicBezTo>
                    <a:cubicBezTo>
                      <a:pt x="3281" y="126"/>
                      <a:pt x="3283" y="126"/>
                      <a:pt x="3285" y="126"/>
                    </a:cubicBezTo>
                    <a:cubicBezTo>
                      <a:pt x="3307" y="126"/>
                      <a:pt x="3326" y="146"/>
                      <a:pt x="3349" y="175"/>
                    </a:cubicBezTo>
                    <a:lnTo>
                      <a:pt x="3377" y="159"/>
                    </a:lnTo>
                    <a:cubicBezTo>
                      <a:pt x="3360" y="102"/>
                      <a:pt x="3328" y="37"/>
                      <a:pt x="327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9"/>
              <p:cNvSpPr/>
              <p:nvPr/>
            </p:nvSpPr>
            <p:spPr>
              <a:xfrm>
                <a:off x="5247275" y="2172936"/>
                <a:ext cx="18153" cy="31452"/>
              </a:xfrm>
              <a:custGeom>
                <a:avLst/>
                <a:gdLst/>
                <a:ahLst/>
                <a:cxnLst/>
                <a:rect l="l" t="t" r="r" b="b"/>
                <a:pathLst>
                  <a:path w="172" h="298" extrusionOk="0">
                    <a:moveTo>
                      <a:pt x="171" y="1"/>
                    </a:moveTo>
                    <a:lnTo>
                      <a:pt x="171" y="1"/>
                    </a:lnTo>
                    <a:cubicBezTo>
                      <a:pt x="106" y="25"/>
                      <a:pt x="49" y="46"/>
                      <a:pt x="1" y="62"/>
                    </a:cubicBezTo>
                    <a:cubicBezTo>
                      <a:pt x="36" y="201"/>
                      <a:pt x="53" y="298"/>
                      <a:pt x="95" y="298"/>
                    </a:cubicBezTo>
                    <a:cubicBezTo>
                      <a:pt x="96" y="298"/>
                      <a:pt x="97" y="298"/>
                      <a:pt x="98" y="298"/>
                    </a:cubicBezTo>
                    <a:cubicBezTo>
                      <a:pt x="147" y="290"/>
                      <a:pt x="171" y="172"/>
                      <a:pt x="171" y="1"/>
                    </a:cubicBezTo>
                    <a:close/>
                  </a:path>
                </a:pathLst>
              </a:custGeom>
              <a:solidFill>
                <a:srgbClr val="1600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9"/>
              <p:cNvSpPr/>
              <p:nvPr/>
            </p:nvSpPr>
            <p:spPr>
              <a:xfrm>
                <a:off x="4939407" y="2228768"/>
                <a:ext cx="80846" cy="70080"/>
              </a:xfrm>
              <a:custGeom>
                <a:avLst/>
                <a:gdLst/>
                <a:ahLst/>
                <a:cxnLst/>
                <a:rect l="l" t="t" r="r" b="b"/>
                <a:pathLst>
                  <a:path w="766" h="664" extrusionOk="0">
                    <a:moveTo>
                      <a:pt x="766" y="1"/>
                    </a:moveTo>
                    <a:lnTo>
                      <a:pt x="383" y="204"/>
                    </a:lnTo>
                    <a:cubicBezTo>
                      <a:pt x="216" y="294"/>
                      <a:pt x="82" y="436"/>
                      <a:pt x="0" y="611"/>
                    </a:cubicBezTo>
                    <a:cubicBezTo>
                      <a:pt x="90" y="628"/>
                      <a:pt x="175" y="647"/>
                      <a:pt x="269" y="664"/>
                    </a:cubicBezTo>
                    <a:lnTo>
                      <a:pt x="330" y="538"/>
                    </a:lnTo>
                    <a:cubicBezTo>
                      <a:pt x="330" y="538"/>
                      <a:pt x="492" y="294"/>
                      <a:pt x="7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9"/>
              <p:cNvSpPr/>
              <p:nvPr/>
            </p:nvSpPr>
            <p:spPr>
              <a:xfrm>
                <a:off x="5225322" y="2024437"/>
                <a:ext cx="481907" cy="155147"/>
              </a:xfrm>
              <a:custGeom>
                <a:avLst/>
                <a:gdLst/>
                <a:ahLst/>
                <a:cxnLst/>
                <a:rect l="l" t="t" r="r" b="b"/>
                <a:pathLst>
                  <a:path w="4566" h="1470" extrusionOk="0">
                    <a:moveTo>
                      <a:pt x="4565" y="1"/>
                    </a:moveTo>
                    <a:cubicBezTo>
                      <a:pt x="3185" y="409"/>
                      <a:pt x="760" y="1103"/>
                      <a:pt x="345" y="1103"/>
                    </a:cubicBezTo>
                    <a:cubicBezTo>
                      <a:pt x="343" y="1103"/>
                      <a:pt x="341" y="1103"/>
                      <a:pt x="338" y="1103"/>
                    </a:cubicBezTo>
                    <a:cubicBezTo>
                      <a:pt x="184" y="923"/>
                      <a:pt x="257" y="664"/>
                      <a:pt x="306" y="542"/>
                    </a:cubicBezTo>
                    <a:lnTo>
                      <a:pt x="306" y="542"/>
                    </a:lnTo>
                    <a:lnTo>
                      <a:pt x="237" y="578"/>
                    </a:lnTo>
                    <a:lnTo>
                      <a:pt x="209" y="594"/>
                    </a:lnTo>
                    <a:lnTo>
                      <a:pt x="34" y="696"/>
                    </a:lnTo>
                    <a:cubicBezTo>
                      <a:pt x="1" y="801"/>
                      <a:pt x="1" y="961"/>
                      <a:pt x="90" y="1143"/>
                    </a:cubicBezTo>
                    <a:cubicBezTo>
                      <a:pt x="151" y="1257"/>
                      <a:pt x="184" y="1372"/>
                      <a:pt x="209" y="1469"/>
                    </a:cubicBezTo>
                    <a:cubicBezTo>
                      <a:pt x="257" y="1453"/>
                      <a:pt x="314" y="1432"/>
                      <a:pt x="379" y="1408"/>
                    </a:cubicBezTo>
                    <a:cubicBezTo>
                      <a:pt x="395" y="1404"/>
                      <a:pt x="416" y="1396"/>
                      <a:pt x="436" y="1387"/>
                    </a:cubicBezTo>
                    <a:cubicBezTo>
                      <a:pt x="1266" y="1103"/>
                      <a:pt x="3275" y="411"/>
                      <a:pt x="4565"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9"/>
              <p:cNvSpPr/>
              <p:nvPr/>
            </p:nvSpPr>
            <p:spPr>
              <a:xfrm>
                <a:off x="5044132" y="2068659"/>
                <a:ext cx="228394" cy="390402"/>
              </a:xfrm>
              <a:custGeom>
                <a:avLst/>
                <a:gdLst/>
                <a:ahLst/>
                <a:cxnLst/>
                <a:rect l="l" t="t" r="r" b="b"/>
                <a:pathLst>
                  <a:path w="2164" h="3699" extrusionOk="0">
                    <a:moveTo>
                      <a:pt x="1855" y="1"/>
                    </a:moveTo>
                    <a:cubicBezTo>
                      <a:pt x="1818" y="12"/>
                      <a:pt x="1777" y="29"/>
                      <a:pt x="1737" y="50"/>
                    </a:cubicBezTo>
                    <a:cubicBezTo>
                      <a:pt x="1216" y="427"/>
                      <a:pt x="1493" y="1152"/>
                      <a:pt x="1603" y="1424"/>
                    </a:cubicBezTo>
                    <a:cubicBezTo>
                      <a:pt x="1570" y="1416"/>
                      <a:pt x="1533" y="1412"/>
                      <a:pt x="1493" y="1412"/>
                    </a:cubicBezTo>
                    <a:cubicBezTo>
                      <a:pt x="1155" y="1412"/>
                      <a:pt x="489" y="1668"/>
                      <a:pt x="455" y="2023"/>
                    </a:cubicBezTo>
                    <a:cubicBezTo>
                      <a:pt x="419" y="2425"/>
                      <a:pt x="0" y="3694"/>
                      <a:pt x="0" y="3694"/>
                    </a:cubicBezTo>
                    <a:cubicBezTo>
                      <a:pt x="0" y="3694"/>
                      <a:pt x="12" y="3694"/>
                      <a:pt x="37" y="3698"/>
                    </a:cubicBezTo>
                    <a:lnTo>
                      <a:pt x="37" y="3686"/>
                    </a:lnTo>
                    <a:cubicBezTo>
                      <a:pt x="162" y="3121"/>
                      <a:pt x="378" y="2872"/>
                      <a:pt x="577" y="2438"/>
                    </a:cubicBezTo>
                    <a:cubicBezTo>
                      <a:pt x="651" y="2282"/>
                      <a:pt x="720" y="2104"/>
                      <a:pt x="781" y="1880"/>
                    </a:cubicBezTo>
                    <a:cubicBezTo>
                      <a:pt x="1037" y="1644"/>
                      <a:pt x="1274" y="1591"/>
                      <a:pt x="1441" y="1591"/>
                    </a:cubicBezTo>
                    <a:cubicBezTo>
                      <a:pt x="1574" y="1591"/>
                      <a:pt x="1660" y="1627"/>
                      <a:pt x="1660" y="1627"/>
                    </a:cubicBezTo>
                    <a:lnTo>
                      <a:pt x="2042" y="1522"/>
                    </a:lnTo>
                    <a:cubicBezTo>
                      <a:pt x="2148" y="1266"/>
                      <a:pt x="2164" y="1099"/>
                      <a:pt x="2164" y="1017"/>
                    </a:cubicBezTo>
                    <a:cubicBezTo>
                      <a:pt x="2164" y="985"/>
                      <a:pt x="2160" y="968"/>
                      <a:pt x="2160" y="968"/>
                    </a:cubicBezTo>
                    <a:cubicBezTo>
                      <a:pt x="2140" y="977"/>
                      <a:pt x="2119" y="985"/>
                      <a:pt x="2103" y="989"/>
                    </a:cubicBezTo>
                    <a:lnTo>
                      <a:pt x="2103" y="998"/>
                    </a:lnTo>
                    <a:cubicBezTo>
                      <a:pt x="2103" y="1164"/>
                      <a:pt x="2079" y="1278"/>
                      <a:pt x="2030" y="1286"/>
                    </a:cubicBezTo>
                    <a:lnTo>
                      <a:pt x="2026" y="1286"/>
                    </a:lnTo>
                    <a:cubicBezTo>
                      <a:pt x="1985" y="1286"/>
                      <a:pt x="1969" y="1188"/>
                      <a:pt x="1933" y="1050"/>
                    </a:cubicBezTo>
                    <a:cubicBezTo>
                      <a:pt x="1908" y="953"/>
                      <a:pt x="1875" y="838"/>
                      <a:pt x="1814" y="724"/>
                    </a:cubicBezTo>
                    <a:cubicBezTo>
                      <a:pt x="1758" y="611"/>
                      <a:pt x="1737" y="504"/>
                      <a:pt x="1737" y="416"/>
                    </a:cubicBezTo>
                    <a:cubicBezTo>
                      <a:pt x="1737" y="363"/>
                      <a:pt x="1745" y="318"/>
                      <a:pt x="1758" y="277"/>
                    </a:cubicBezTo>
                    <a:cubicBezTo>
                      <a:pt x="1782" y="183"/>
                      <a:pt x="1831" y="131"/>
                      <a:pt x="1863" y="127"/>
                    </a:cubicBezTo>
                    <a:cubicBezTo>
                      <a:pt x="1867" y="127"/>
                      <a:pt x="1867" y="123"/>
                      <a:pt x="1867" y="123"/>
                    </a:cubicBezTo>
                    <a:cubicBezTo>
                      <a:pt x="1888" y="123"/>
                      <a:pt x="1912" y="143"/>
                      <a:pt x="1933" y="175"/>
                    </a:cubicBezTo>
                    <a:lnTo>
                      <a:pt x="1961" y="159"/>
                    </a:lnTo>
                    <a:cubicBezTo>
                      <a:pt x="1944" y="102"/>
                      <a:pt x="1912" y="37"/>
                      <a:pt x="18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9"/>
              <p:cNvSpPr/>
              <p:nvPr/>
            </p:nvSpPr>
            <p:spPr>
              <a:xfrm>
                <a:off x="5247275" y="2173886"/>
                <a:ext cx="18153" cy="30502"/>
              </a:xfrm>
              <a:custGeom>
                <a:avLst/>
                <a:gdLst/>
                <a:ahLst/>
                <a:cxnLst/>
                <a:rect l="l" t="t" r="r" b="b"/>
                <a:pathLst>
                  <a:path w="172" h="289" extrusionOk="0">
                    <a:moveTo>
                      <a:pt x="171" y="1"/>
                    </a:moveTo>
                    <a:cubicBezTo>
                      <a:pt x="171" y="167"/>
                      <a:pt x="147" y="281"/>
                      <a:pt x="98" y="289"/>
                    </a:cubicBezTo>
                    <a:lnTo>
                      <a:pt x="94" y="289"/>
                    </a:lnTo>
                    <a:cubicBezTo>
                      <a:pt x="53" y="289"/>
                      <a:pt x="37" y="191"/>
                      <a:pt x="1" y="53"/>
                    </a:cubicBezTo>
                    <a:lnTo>
                      <a:pt x="1" y="53"/>
                    </a:lnTo>
                    <a:lnTo>
                      <a:pt x="1" y="53"/>
                    </a:lnTo>
                    <a:cubicBezTo>
                      <a:pt x="37" y="191"/>
                      <a:pt x="53" y="289"/>
                      <a:pt x="94" y="289"/>
                    </a:cubicBezTo>
                    <a:lnTo>
                      <a:pt x="98" y="289"/>
                    </a:lnTo>
                    <a:cubicBezTo>
                      <a:pt x="147" y="281"/>
                      <a:pt x="171" y="167"/>
                      <a:pt x="1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7" name="Google Shape;627;p39"/>
              <p:cNvGrpSpPr/>
              <p:nvPr/>
            </p:nvGrpSpPr>
            <p:grpSpPr>
              <a:xfrm>
                <a:off x="4414718" y="488025"/>
                <a:ext cx="703842" cy="812879"/>
                <a:chOff x="999250" y="658136"/>
                <a:chExt cx="1261592" cy="1457033"/>
              </a:xfrm>
            </p:grpSpPr>
            <p:sp>
              <p:nvSpPr>
                <p:cNvPr id="628" name="Google Shape;628;p39"/>
                <p:cNvSpPr/>
                <p:nvPr/>
              </p:nvSpPr>
              <p:spPr>
                <a:xfrm>
                  <a:off x="1049533" y="658136"/>
                  <a:ext cx="1211309" cy="1396694"/>
                </a:xfrm>
                <a:custGeom>
                  <a:avLst/>
                  <a:gdLst/>
                  <a:ahLst/>
                  <a:cxnLst/>
                  <a:rect l="l" t="t" r="r" b="b"/>
                  <a:pathLst>
                    <a:path w="14695" h="16944" extrusionOk="0">
                      <a:moveTo>
                        <a:pt x="14532" y="0"/>
                      </a:moveTo>
                      <a:lnTo>
                        <a:pt x="0" y="142"/>
                      </a:lnTo>
                      <a:lnTo>
                        <a:pt x="163" y="16944"/>
                      </a:lnTo>
                      <a:lnTo>
                        <a:pt x="6392" y="16882"/>
                      </a:lnTo>
                      <a:lnTo>
                        <a:pt x="7791" y="16870"/>
                      </a:lnTo>
                      <a:lnTo>
                        <a:pt x="8703" y="16862"/>
                      </a:lnTo>
                      <a:lnTo>
                        <a:pt x="9569" y="16854"/>
                      </a:lnTo>
                      <a:lnTo>
                        <a:pt x="14694" y="16805"/>
                      </a:lnTo>
                      <a:lnTo>
                        <a:pt x="145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9"/>
                <p:cNvSpPr/>
                <p:nvPr/>
              </p:nvSpPr>
              <p:spPr>
                <a:xfrm>
                  <a:off x="999250" y="705039"/>
                  <a:ext cx="1224745" cy="1410130"/>
                </a:xfrm>
                <a:custGeom>
                  <a:avLst/>
                  <a:gdLst/>
                  <a:ahLst/>
                  <a:cxnLst/>
                  <a:rect l="l" t="t" r="r" b="b"/>
                  <a:pathLst>
                    <a:path w="14858" h="17107" extrusionOk="0">
                      <a:moveTo>
                        <a:pt x="14532" y="167"/>
                      </a:moveTo>
                      <a:lnTo>
                        <a:pt x="14690" y="16805"/>
                      </a:lnTo>
                      <a:lnTo>
                        <a:pt x="321" y="16944"/>
                      </a:lnTo>
                      <a:lnTo>
                        <a:pt x="163" y="305"/>
                      </a:lnTo>
                      <a:lnTo>
                        <a:pt x="14532" y="167"/>
                      </a:lnTo>
                      <a:close/>
                      <a:moveTo>
                        <a:pt x="14694" y="0"/>
                      </a:moveTo>
                      <a:lnTo>
                        <a:pt x="0" y="143"/>
                      </a:lnTo>
                      <a:lnTo>
                        <a:pt x="163" y="17107"/>
                      </a:lnTo>
                      <a:lnTo>
                        <a:pt x="14857" y="16968"/>
                      </a:lnTo>
                      <a:lnTo>
                        <a:pt x="14694" y="81"/>
                      </a:lnTo>
                      <a:lnTo>
                        <a:pt x="146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9"/>
                <p:cNvSpPr/>
                <p:nvPr/>
              </p:nvSpPr>
              <p:spPr>
                <a:xfrm>
                  <a:off x="1880186" y="1151648"/>
                  <a:ext cx="77567" cy="214153"/>
                </a:xfrm>
                <a:custGeom>
                  <a:avLst/>
                  <a:gdLst/>
                  <a:ahLst/>
                  <a:cxnLst/>
                  <a:rect l="l" t="t" r="r" b="b"/>
                  <a:pathLst>
                    <a:path w="941" h="2598" extrusionOk="0">
                      <a:moveTo>
                        <a:pt x="200" y="0"/>
                      </a:moveTo>
                      <a:cubicBezTo>
                        <a:pt x="178" y="0"/>
                        <a:pt x="156" y="4"/>
                        <a:pt x="135" y="13"/>
                      </a:cubicBezTo>
                      <a:cubicBezTo>
                        <a:pt x="37" y="58"/>
                        <a:pt x="0" y="192"/>
                        <a:pt x="53" y="315"/>
                      </a:cubicBezTo>
                      <a:cubicBezTo>
                        <a:pt x="62" y="322"/>
                        <a:pt x="66" y="330"/>
                        <a:pt x="70" y="343"/>
                      </a:cubicBezTo>
                      <a:lnTo>
                        <a:pt x="399" y="2014"/>
                      </a:lnTo>
                      <a:cubicBezTo>
                        <a:pt x="419" y="2141"/>
                        <a:pt x="403" y="2271"/>
                        <a:pt x="366" y="2393"/>
                      </a:cubicBezTo>
                      <a:cubicBezTo>
                        <a:pt x="359" y="2414"/>
                        <a:pt x="355" y="2442"/>
                        <a:pt x="359" y="2466"/>
                      </a:cubicBezTo>
                      <a:cubicBezTo>
                        <a:pt x="369" y="2543"/>
                        <a:pt x="427" y="2598"/>
                        <a:pt x="493" y="2598"/>
                      </a:cubicBezTo>
                      <a:cubicBezTo>
                        <a:pt x="499" y="2598"/>
                        <a:pt x="506" y="2597"/>
                        <a:pt x="513" y="2596"/>
                      </a:cubicBezTo>
                      <a:cubicBezTo>
                        <a:pt x="562" y="2588"/>
                        <a:pt x="599" y="2551"/>
                        <a:pt x="610" y="2499"/>
                      </a:cubicBezTo>
                      <a:cubicBezTo>
                        <a:pt x="649" y="2537"/>
                        <a:pt x="694" y="2558"/>
                        <a:pt x="744" y="2558"/>
                      </a:cubicBezTo>
                      <a:cubicBezTo>
                        <a:pt x="753" y="2558"/>
                        <a:pt x="761" y="2557"/>
                        <a:pt x="770" y="2556"/>
                      </a:cubicBezTo>
                      <a:cubicBezTo>
                        <a:pt x="871" y="2540"/>
                        <a:pt x="940" y="2429"/>
                        <a:pt x="920" y="2312"/>
                      </a:cubicBezTo>
                      <a:cubicBezTo>
                        <a:pt x="911" y="2251"/>
                        <a:pt x="883" y="2202"/>
                        <a:pt x="843" y="2166"/>
                      </a:cubicBezTo>
                      <a:cubicBezTo>
                        <a:pt x="777" y="2112"/>
                        <a:pt x="740" y="2027"/>
                        <a:pt x="733" y="1941"/>
                      </a:cubicBezTo>
                      <a:lnTo>
                        <a:pt x="562" y="416"/>
                      </a:lnTo>
                      <a:cubicBezTo>
                        <a:pt x="554" y="363"/>
                        <a:pt x="562" y="311"/>
                        <a:pt x="574" y="257"/>
                      </a:cubicBezTo>
                      <a:cubicBezTo>
                        <a:pt x="594" y="151"/>
                        <a:pt x="545" y="54"/>
                        <a:pt x="460" y="33"/>
                      </a:cubicBezTo>
                      <a:cubicBezTo>
                        <a:pt x="452" y="32"/>
                        <a:pt x="443" y="31"/>
                        <a:pt x="435" y="31"/>
                      </a:cubicBezTo>
                      <a:cubicBezTo>
                        <a:pt x="403" y="31"/>
                        <a:pt x="372" y="42"/>
                        <a:pt x="346" y="62"/>
                      </a:cubicBezTo>
                      <a:cubicBezTo>
                        <a:pt x="304" y="22"/>
                        <a:pt x="251" y="0"/>
                        <a:pt x="2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9"/>
                <p:cNvSpPr/>
                <p:nvPr/>
              </p:nvSpPr>
              <p:spPr>
                <a:xfrm>
                  <a:off x="1872437" y="1006488"/>
                  <a:ext cx="52096" cy="142109"/>
                </a:xfrm>
                <a:custGeom>
                  <a:avLst/>
                  <a:gdLst/>
                  <a:ahLst/>
                  <a:cxnLst/>
                  <a:rect l="l" t="t" r="r" b="b"/>
                  <a:pathLst>
                    <a:path w="632" h="1724" extrusionOk="0">
                      <a:moveTo>
                        <a:pt x="419" y="1"/>
                      </a:moveTo>
                      <a:cubicBezTo>
                        <a:pt x="363" y="1"/>
                        <a:pt x="310" y="33"/>
                        <a:pt x="278" y="82"/>
                      </a:cubicBezTo>
                      <a:cubicBezTo>
                        <a:pt x="253" y="37"/>
                        <a:pt x="212" y="5"/>
                        <a:pt x="160" y="5"/>
                      </a:cubicBezTo>
                      <a:cubicBezTo>
                        <a:pt x="90" y="9"/>
                        <a:pt x="34" y="74"/>
                        <a:pt x="34" y="159"/>
                      </a:cubicBezTo>
                      <a:cubicBezTo>
                        <a:pt x="34" y="183"/>
                        <a:pt x="42" y="212"/>
                        <a:pt x="53" y="232"/>
                      </a:cubicBezTo>
                      <a:cubicBezTo>
                        <a:pt x="111" y="346"/>
                        <a:pt x="208" y="472"/>
                        <a:pt x="208" y="602"/>
                      </a:cubicBezTo>
                      <a:lnTo>
                        <a:pt x="205" y="1302"/>
                      </a:lnTo>
                      <a:cubicBezTo>
                        <a:pt x="200" y="1310"/>
                        <a:pt x="1" y="1612"/>
                        <a:pt x="205" y="1713"/>
                      </a:cubicBezTo>
                      <a:cubicBezTo>
                        <a:pt x="219" y="1720"/>
                        <a:pt x="233" y="1723"/>
                        <a:pt x="248" y="1723"/>
                      </a:cubicBezTo>
                      <a:cubicBezTo>
                        <a:pt x="303" y="1723"/>
                        <a:pt x="362" y="1682"/>
                        <a:pt x="400" y="1627"/>
                      </a:cubicBezTo>
                      <a:cubicBezTo>
                        <a:pt x="421" y="1639"/>
                        <a:pt x="445" y="1646"/>
                        <a:pt x="469" y="1646"/>
                      </a:cubicBezTo>
                      <a:cubicBezTo>
                        <a:pt x="486" y="1646"/>
                        <a:pt x="502" y="1643"/>
                        <a:pt x="517" y="1636"/>
                      </a:cubicBezTo>
                      <a:cubicBezTo>
                        <a:pt x="599" y="1603"/>
                        <a:pt x="631" y="1498"/>
                        <a:pt x="590" y="1400"/>
                      </a:cubicBezTo>
                      <a:cubicBezTo>
                        <a:pt x="571" y="1351"/>
                        <a:pt x="554" y="1298"/>
                        <a:pt x="550" y="1246"/>
                      </a:cubicBezTo>
                      <a:lnTo>
                        <a:pt x="493" y="615"/>
                      </a:lnTo>
                      <a:cubicBezTo>
                        <a:pt x="485" y="525"/>
                        <a:pt x="509" y="440"/>
                        <a:pt x="562" y="371"/>
                      </a:cubicBezTo>
                      <a:cubicBezTo>
                        <a:pt x="595" y="330"/>
                        <a:pt x="615" y="277"/>
                        <a:pt x="615" y="217"/>
                      </a:cubicBezTo>
                      <a:cubicBezTo>
                        <a:pt x="611" y="94"/>
                        <a:pt x="526" y="1"/>
                        <a:pt x="41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9"/>
                <p:cNvSpPr/>
                <p:nvPr/>
              </p:nvSpPr>
              <p:spPr>
                <a:xfrm>
                  <a:off x="1737993" y="1171843"/>
                  <a:ext cx="52343" cy="142027"/>
                </a:xfrm>
                <a:custGeom>
                  <a:avLst/>
                  <a:gdLst/>
                  <a:ahLst/>
                  <a:cxnLst/>
                  <a:rect l="l" t="t" r="r" b="b"/>
                  <a:pathLst>
                    <a:path w="635" h="1723" extrusionOk="0">
                      <a:moveTo>
                        <a:pt x="430" y="0"/>
                      </a:moveTo>
                      <a:cubicBezTo>
                        <a:pt x="428" y="0"/>
                        <a:pt x="426" y="0"/>
                        <a:pt x="424" y="0"/>
                      </a:cubicBezTo>
                      <a:cubicBezTo>
                        <a:pt x="366" y="0"/>
                        <a:pt x="298" y="17"/>
                        <a:pt x="249" y="17"/>
                      </a:cubicBezTo>
                      <a:cubicBezTo>
                        <a:pt x="176" y="21"/>
                        <a:pt x="118" y="85"/>
                        <a:pt x="118" y="171"/>
                      </a:cubicBezTo>
                      <a:cubicBezTo>
                        <a:pt x="118" y="195"/>
                        <a:pt x="127" y="224"/>
                        <a:pt x="139" y="244"/>
                      </a:cubicBezTo>
                      <a:cubicBezTo>
                        <a:pt x="195" y="358"/>
                        <a:pt x="212" y="472"/>
                        <a:pt x="212" y="598"/>
                      </a:cubicBezTo>
                      <a:lnTo>
                        <a:pt x="208" y="1298"/>
                      </a:lnTo>
                      <a:cubicBezTo>
                        <a:pt x="204" y="1310"/>
                        <a:pt x="0" y="1611"/>
                        <a:pt x="204" y="1713"/>
                      </a:cubicBezTo>
                      <a:cubicBezTo>
                        <a:pt x="219" y="1719"/>
                        <a:pt x="234" y="1722"/>
                        <a:pt x="249" y="1722"/>
                      </a:cubicBezTo>
                      <a:cubicBezTo>
                        <a:pt x="306" y="1722"/>
                        <a:pt x="365" y="1679"/>
                        <a:pt x="403" y="1628"/>
                      </a:cubicBezTo>
                      <a:cubicBezTo>
                        <a:pt x="424" y="1639"/>
                        <a:pt x="449" y="1646"/>
                        <a:pt x="473" y="1646"/>
                      </a:cubicBezTo>
                      <a:cubicBezTo>
                        <a:pt x="489" y="1646"/>
                        <a:pt x="506" y="1642"/>
                        <a:pt x="521" y="1636"/>
                      </a:cubicBezTo>
                      <a:cubicBezTo>
                        <a:pt x="602" y="1603"/>
                        <a:pt x="635" y="1497"/>
                        <a:pt x="595" y="1395"/>
                      </a:cubicBezTo>
                      <a:cubicBezTo>
                        <a:pt x="574" y="1347"/>
                        <a:pt x="558" y="1298"/>
                        <a:pt x="554" y="1245"/>
                      </a:cubicBezTo>
                      <a:lnTo>
                        <a:pt x="493" y="610"/>
                      </a:lnTo>
                      <a:cubicBezTo>
                        <a:pt x="488" y="524"/>
                        <a:pt x="509" y="436"/>
                        <a:pt x="566" y="370"/>
                      </a:cubicBezTo>
                      <a:cubicBezTo>
                        <a:pt x="599" y="329"/>
                        <a:pt x="619" y="276"/>
                        <a:pt x="619" y="216"/>
                      </a:cubicBezTo>
                      <a:cubicBezTo>
                        <a:pt x="615" y="96"/>
                        <a:pt x="533" y="0"/>
                        <a:pt x="4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9"/>
                <p:cNvSpPr/>
                <p:nvPr/>
              </p:nvSpPr>
              <p:spPr>
                <a:xfrm>
                  <a:off x="2013641" y="981511"/>
                  <a:ext cx="73857" cy="140955"/>
                </a:xfrm>
                <a:custGeom>
                  <a:avLst/>
                  <a:gdLst/>
                  <a:ahLst/>
                  <a:cxnLst/>
                  <a:rect l="l" t="t" r="r" b="b"/>
                  <a:pathLst>
                    <a:path w="896" h="1710" extrusionOk="0">
                      <a:moveTo>
                        <a:pt x="450" y="1"/>
                      </a:moveTo>
                      <a:cubicBezTo>
                        <a:pt x="388" y="1"/>
                        <a:pt x="329" y="54"/>
                        <a:pt x="313" y="129"/>
                      </a:cubicBezTo>
                      <a:cubicBezTo>
                        <a:pt x="310" y="157"/>
                        <a:pt x="313" y="182"/>
                        <a:pt x="317" y="206"/>
                      </a:cubicBezTo>
                      <a:cubicBezTo>
                        <a:pt x="354" y="328"/>
                        <a:pt x="428" y="471"/>
                        <a:pt x="403" y="597"/>
                      </a:cubicBezTo>
                      <a:lnTo>
                        <a:pt x="261" y="1284"/>
                      </a:lnTo>
                      <a:cubicBezTo>
                        <a:pt x="257" y="1292"/>
                        <a:pt x="0" y="1549"/>
                        <a:pt x="180" y="1686"/>
                      </a:cubicBezTo>
                      <a:cubicBezTo>
                        <a:pt x="200" y="1702"/>
                        <a:pt x="223" y="1709"/>
                        <a:pt x="247" y="1709"/>
                      </a:cubicBezTo>
                      <a:cubicBezTo>
                        <a:pt x="296" y="1709"/>
                        <a:pt x="350" y="1680"/>
                        <a:pt x="391" y="1642"/>
                      </a:cubicBezTo>
                      <a:cubicBezTo>
                        <a:pt x="417" y="1665"/>
                        <a:pt x="448" y="1677"/>
                        <a:pt x="480" y="1677"/>
                      </a:cubicBezTo>
                      <a:cubicBezTo>
                        <a:pt x="488" y="1677"/>
                        <a:pt x="496" y="1676"/>
                        <a:pt x="505" y="1675"/>
                      </a:cubicBezTo>
                      <a:cubicBezTo>
                        <a:pt x="591" y="1658"/>
                        <a:pt x="643" y="1560"/>
                        <a:pt x="623" y="1455"/>
                      </a:cubicBezTo>
                      <a:cubicBezTo>
                        <a:pt x="610" y="1402"/>
                        <a:pt x="606" y="1349"/>
                        <a:pt x="610" y="1296"/>
                      </a:cubicBezTo>
                      <a:lnTo>
                        <a:pt x="676" y="666"/>
                      </a:lnTo>
                      <a:cubicBezTo>
                        <a:pt x="688" y="580"/>
                        <a:pt x="724" y="495"/>
                        <a:pt x="794" y="441"/>
                      </a:cubicBezTo>
                      <a:cubicBezTo>
                        <a:pt x="835" y="409"/>
                        <a:pt x="863" y="356"/>
                        <a:pt x="875" y="300"/>
                      </a:cubicBezTo>
                      <a:cubicBezTo>
                        <a:pt x="895" y="178"/>
                        <a:pt x="826" y="67"/>
                        <a:pt x="724" y="47"/>
                      </a:cubicBezTo>
                      <a:cubicBezTo>
                        <a:pt x="717" y="46"/>
                        <a:pt x="709" y="45"/>
                        <a:pt x="701" y="45"/>
                      </a:cubicBezTo>
                      <a:cubicBezTo>
                        <a:pt x="652" y="45"/>
                        <a:pt x="604" y="66"/>
                        <a:pt x="566" y="105"/>
                      </a:cubicBezTo>
                      <a:cubicBezTo>
                        <a:pt x="554" y="51"/>
                        <a:pt x="518" y="11"/>
                        <a:pt x="469" y="2"/>
                      </a:cubicBezTo>
                      <a:cubicBezTo>
                        <a:pt x="463" y="1"/>
                        <a:pt x="456" y="1"/>
                        <a:pt x="45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9"/>
                <p:cNvSpPr/>
                <p:nvPr/>
              </p:nvSpPr>
              <p:spPr>
                <a:xfrm>
                  <a:off x="2113547" y="1047456"/>
                  <a:ext cx="74517" cy="120678"/>
                </a:xfrm>
                <a:custGeom>
                  <a:avLst/>
                  <a:gdLst/>
                  <a:ahLst/>
                  <a:cxnLst/>
                  <a:rect l="l" t="t" r="r" b="b"/>
                  <a:pathLst>
                    <a:path w="904" h="1464" extrusionOk="0">
                      <a:moveTo>
                        <a:pt x="529" y="1"/>
                      </a:moveTo>
                      <a:cubicBezTo>
                        <a:pt x="476" y="1"/>
                        <a:pt x="425" y="41"/>
                        <a:pt x="408" y="101"/>
                      </a:cubicBezTo>
                      <a:cubicBezTo>
                        <a:pt x="399" y="122"/>
                        <a:pt x="399" y="146"/>
                        <a:pt x="404" y="167"/>
                      </a:cubicBezTo>
                      <a:cubicBezTo>
                        <a:pt x="423" y="276"/>
                        <a:pt x="472" y="407"/>
                        <a:pt x="440" y="512"/>
                      </a:cubicBezTo>
                      <a:lnTo>
                        <a:pt x="249" y="1094"/>
                      </a:lnTo>
                      <a:cubicBezTo>
                        <a:pt x="245" y="1102"/>
                        <a:pt x="1" y="1301"/>
                        <a:pt x="143" y="1440"/>
                      </a:cubicBezTo>
                      <a:cubicBezTo>
                        <a:pt x="160" y="1457"/>
                        <a:pt x="182" y="1464"/>
                        <a:pt x="207" y="1464"/>
                      </a:cubicBezTo>
                      <a:cubicBezTo>
                        <a:pt x="247" y="1464"/>
                        <a:pt x="292" y="1445"/>
                        <a:pt x="331" y="1419"/>
                      </a:cubicBezTo>
                      <a:cubicBezTo>
                        <a:pt x="353" y="1441"/>
                        <a:pt x="384" y="1457"/>
                        <a:pt x="414" y="1457"/>
                      </a:cubicBezTo>
                      <a:cubicBezTo>
                        <a:pt x="417" y="1457"/>
                        <a:pt x="420" y="1457"/>
                        <a:pt x="423" y="1456"/>
                      </a:cubicBezTo>
                      <a:cubicBezTo>
                        <a:pt x="502" y="1453"/>
                        <a:pt x="554" y="1371"/>
                        <a:pt x="545" y="1277"/>
                      </a:cubicBezTo>
                      <a:cubicBezTo>
                        <a:pt x="542" y="1233"/>
                        <a:pt x="542" y="1184"/>
                        <a:pt x="554" y="1139"/>
                      </a:cubicBezTo>
                      <a:lnTo>
                        <a:pt x="672" y="598"/>
                      </a:lnTo>
                      <a:cubicBezTo>
                        <a:pt x="688" y="525"/>
                        <a:pt x="729" y="456"/>
                        <a:pt x="790" y="415"/>
                      </a:cubicBezTo>
                      <a:cubicBezTo>
                        <a:pt x="831" y="390"/>
                        <a:pt x="859" y="349"/>
                        <a:pt x="875" y="300"/>
                      </a:cubicBezTo>
                      <a:cubicBezTo>
                        <a:pt x="904" y="199"/>
                        <a:pt x="859" y="93"/>
                        <a:pt x="770" y="69"/>
                      </a:cubicBezTo>
                      <a:cubicBezTo>
                        <a:pt x="757" y="66"/>
                        <a:pt x="745" y="64"/>
                        <a:pt x="732" y="64"/>
                      </a:cubicBezTo>
                      <a:cubicBezTo>
                        <a:pt x="696" y="64"/>
                        <a:pt x="661" y="77"/>
                        <a:pt x="627" y="101"/>
                      </a:cubicBezTo>
                      <a:cubicBezTo>
                        <a:pt x="624" y="56"/>
                        <a:pt x="594" y="16"/>
                        <a:pt x="554" y="4"/>
                      </a:cubicBezTo>
                      <a:cubicBezTo>
                        <a:pt x="546" y="2"/>
                        <a:pt x="537" y="1"/>
                        <a:pt x="5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9"/>
                <p:cNvSpPr/>
                <p:nvPr/>
              </p:nvSpPr>
              <p:spPr>
                <a:xfrm>
                  <a:off x="2175617" y="1131535"/>
                  <a:ext cx="65120" cy="105263"/>
                </a:xfrm>
                <a:custGeom>
                  <a:avLst/>
                  <a:gdLst/>
                  <a:ahLst/>
                  <a:cxnLst/>
                  <a:rect l="l" t="t" r="r" b="b"/>
                  <a:pathLst>
                    <a:path w="790" h="1277" extrusionOk="0">
                      <a:moveTo>
                        <a:pt x="457" y="1"/>
                      </a:moveTo>
                      <a:cubicBezTo>
                        <a:pt x="414" y="1"/>
                        <a:pt x="371" y="35"/>
                        <a:pt x="354" y="86"/>
                      </a:cubicBezTo>
                      <a:cubicBezTo>
                        <a:pt x="350" y="106"/>
                        <a:pt x="350" y="127"/>
                        <a:pt x="350" y="144"/>
                      </a:cubicBezTo>
                      <a:cubicBezTo>
                        <a:pt x="370" y="241"/>
                        <a:pt x="411" y="354"/>
                        <a:pt x="383" y="448"/>
                      </a:cubicBezTo>
                      <a:lnTo>
                        <a:pt x="220" y="953"/>
                      </a:lnTo>
                      <a:cubicBezTo>
                        <a:pt x="212" y="961"/>
                        <a:pt x="0" y="1132"/>
                        <a:pt x="122" y="1254"/>
                      </a:cubicBezTo>
                      <a:cubicBezTo>
                        <a:pt x="140" y="1270"/>
                        <a:pt x="161" y="1276"/>
                        <a:pt x="183" y="1276"/>
                      </a:cubicBezTo>
                      <a:cubicBezTo>
                        <a:pt x="218" y="1276"/>
                        <a:pt x="256" y="1260"/>
                        <a:pt x="286" y="1238"/>
                      </a:cubicBezTo>
                      <a:cubicBezTo>
                        <a:pt x="307" y="1256"/>
                        <a:pt x="333" y="1271"/>
                        <a:pt x="361" y="1271"/>
                      </a:cubicBezTo>
                      <a:cubicBezTo>
                        <a:pt x="364" y="1271"/>
                        <a:pt x="367" y="1271"/>
                        <a:pt x="370" y="1270"/>
                      </a:cubicBezTo>
                      <a:cubicBezTo>
                        <a:pt x="436" y="1266"/>
                        <a:pt x="485" y="1193"/>
                        <a:pt x="476" y="1111"/>
                      </a:cubicBezTo>
                      <a:cubicBezTo>
                        <a:pt x="472" y="1071"/>
                        <a:pt x="472" y="1034"/>
                        <a:pt x="485" y="994"/>
                      </a:cubicBezTo>
                      <a:lnTo>
                        <a:pt x="586" y="521"/>
                      </a:lnTo>
                      <a:cubicBezTo>
                        <a:pt x="598" y="457"/>
                        <a:pt x="635" y="395"/>
                        <a:pt x="692" y="363"/>
                      </a:cubicBezTo>
                      <a:cubicBezTo>
                        <a:pt x="725" y="339"/>
                        <a:pt x="749" y="306"/>
                        <a:pt x="765" y="262"/>
                      </a:cubicBezTo>
                      <a:cubicBezTo>
                        <a:pt x="789" y="172"/>
                        <a:pt x="749" y="82"/>
                        <a:pt x="671" y="58"/>
                      </a:cubicBezTo>
                      <a:cubicBezTo>
                        <a:pt x="661" y="55"/>
                        <a:pt x="650" y="53"/>
                        <a:pt x="639" y="53"/>
                      </a:cubicBezTo>
                      <a:cubicBezTo>
                        <a:pt x="608" y="53"/>
                        <a:pt x="577" y="65"/>
                        <a:pt x="549" y="86"/>
                      </a:cubicBezTo>
                      <a:cubicBezTo>
                        <a:pt x="541" y="50"/>
                        <a:pt x="517" y="13"/>
                        <a:pt x="481" y="5"/>
                      </a:cubicBezTo>
                      <a:cubicBezTo>
                        <a:pt x="473" y="2"/>
                        <a:pt x="465" y="1"/>
                        <a:pt x="4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9"/>
                <p:cNvSpPr/>
                <p:nvPr/>
              </p:nvSpPr>
              <p:spPr>
                <a:xfrm>
                  <a:off x="1760084" y="1308760"/>
                  <a:ext cx="151424" cy="148374"/>
                </a:xfrm>
                <a:custGeom>
                  <a:avLst/>
                  <a:gdLst/>
                  <a:ahLst/>
                  <a:cxnLst/>
                  <a:rect l="l" t="t" r="r" b="b"/>
                  <a:pathLst>
                    <a:path w="1837" h="1800" extrusionOk="0">
                      <a:moveTo>
                        <a:pt x="322" y="1"/>
                      </a:moveTo>
                      <a:cubicBezTo>
                        <a:pt x="291" y="1"/>
                        <a:pt x="260" y="8"/>
                        <a:pt x="233" y="23"/>
                      </a:cubicBezTo>
                      <a:cubicBezTo>
                        <a:pt x="160" y="64"/>
                        <a:pt x="127" y="149"/>
                        <a:pt x="139" y="243"/>
                      </a:cubicBezTo>
                      <a:cubicBezTo>
                        <a:pt x="94" y="255"/>
                        <a:pt x="58" y="284"/>
                        <a:pt x="38" y="324"/>
                      </a:cubicBezTo>
                      <a:cubicBezTo>
                        <a:pt x="1" y="414"/>
                        <a:pt x="54" y="519"/>
                        <a:pt x="164" y="568"/>
                      </a:cubicBezTo>
                      <a:cubicBezTo>
                        <a:pt x="216" y="593"/>
                        <a:pt x="269" y="621"/>
                        <a:pt x="310" y="662"/>
                      </a:cubicBezTo>
                      <a:lnTo>
                        <a:pt x="1055" y="1313"/>
                      </a:lnTo>
                      <a:cubicBezTo>
                        <a:pt x="1123" y="1378"/>
                        <a:pt x="1172" y="1463"/>
                        <a:pt x="1181" y="1557"/>
                      </a:cubicBezTo>
                      <a:cubicBezTo>
                        <a:pt x="1185" y="1614"/>
                        <a:pt x="1209" y="1675"/>
                        <a:pt x="1258" y="1719"/>
                      </a:cubicBezTo>
                      <a:cubicBezTo>
                        <a:pt x="1309" y="1773"/>
                        <a:pt x="1375" y="1799"/>
                        <a:pt x="1437" y="1799"/>
                      </a:cubicBezTo>
                      <a:cubicBezTo>
                        <a:pt x="1489" y="1799"/>
                        <a:pt x="1539" y="1781"/>
                        <a:pt x="1575" y="1744"/>
                      </a:cubicBezTo>
                      <a:cubicBezTo>
                        <a:pt x="1620" y="1700"/>
                        <a:pt x="1636" y="1634"/>
                        <a:pt x="1628" y="1569"/>
                      </a:cubicBezTo>
                      <a:lnTo>
                        <a:pt x="1628" y="1569"/>
                      </a:lnTo>
                      <a:cubicBezTo>
                        <a:pt x="1647" y="1576"/>
                        <a:pt x="1667" y="1580"/>
                        <a:pt x="1686" y="1580"/>
                      </a:cubicBezTo>
                      <a:cubicBezTo>
                        <a:pt x="1720" y="1580"/>
                        <a:pt x="1753" y="1568"/>
                        <a:pt x="1778" y="1545"/>
                      </a:cubicBezTo>
                      <a:cubicBezTo>
                        <a:pt x="1836" y="1488"/>
                        <a:pt x="1827" y="1390"/>
                        <a:pt x="1763" y="1325"/>
                      </a:cubicBezTo>
                      <a:cubicBezTo>
                        <a:pt x="1742" y="1304"/>
                        <a:pt x="1718" y="1289"/>
                        <a:pt x="1694" y="1280"/>
                      </a:cubicBezTo>
                      <a:cubicBezTo>
                        <a:pt x="1559" y="1236"/>
                        <a:pt x="1433" y="1171"/>
                        <a:pt x="1335" y="1069"/>
                      </a:cubicBezTo>
                      <a:lnTo>
                        <a:pt x="562" y="178"/>
                      </a:lnTo>
                      <a:cubicBezTo>
                        <a:pt x="558" y="170"/>
                        <a:pt x="554" y="157"/>
                        <a:pt x="546" y="145"/>
                      </a:cubicBezTo>
                      <a:cubicBezTo>
                        <a:pt x="493" y="54"/>
                        <a:pt x="405" y="1"/>
                        <a:pt x="3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9"/>
                <p:cNvSpPr/>
                <p:nvPr/>
              </p:nvSpPr>
              <p:spPr>
                <a:xfrm>
                  <a:off x="1999957" y="1132029"/>
                  <a:ext cx="63059" cy="216296"/>
                </a:xfrm>
                <a:custGeom>
                  <a:avLst/>
                  <a:gdLst/>
                  <a:ahLst/>
                  <a:cxnLst/>
                  <a:rect l="l" t="t" r="r" b="b"/>
                  <a:pathLst>
                    <a:path w="765" h="2624" extrusionOk="0">
                      <a:moveTo>
                        <a:pt x="375" y="1"/>
                      </a:moveTo>
                      <a:cubicBezTo>
                        <a:pt x="367" y="1"/>
                        <a:pt x="358" y="1"/>
                        <a:pt x="350" y="3"/>
                      </a:cubicBezTo>
                      <a:cubicBezTo>
                        <a:pt x="244" y="23"/>
                        <a:pt x="179" y="145"/>
                        <a:pt x="199" y="275"/>
                      </a:cubicBezTo>
                      <a:cubicBezTo>
                        <a:pt x="203" y="288"/>
                        <a:pt x="207" y="296"/>
                        <a:pt x="211" y="308"/>
                      </a:cubicBezTo>
                      <a:lnTo>
                        <a:pt x="147" y="2013"/>
                      </a:lnTo>
                      <a:cubicBezTo>
                        <a:pt x="138" y="2139"/>
                        <a:pt x="93" y="2261"/>
                        <a:pt x="28" y="2370"/>
                      </a:cubicBezTo>
                      <a:cubicBezTo>
                        <a:pt x="16" y="2391"/>
                        <a:pt x="8" y="2415"/>
                        <a:pt x="4" y="2444"/>
                      </a:cubicBezTo>
                      <a:cubicBezTo>
                        <a:pt x="0" y="2526"/>
                        <a:pt x="53" y="2599"/>
                        <a:pt x="122" y="2603"/>
                      </a:cubicBezTo>
                      <a:cubicBezTo>
                        <a:pt x="125" y="2603"/>
                        <a:pt x="128" y="2603"/>
                        <a:pt x="131" y="2603"/>
                      </a:cubicBezTo>
                      <a:cubicBezTo>
                        <a:pt x="177" y="2603"/>
                        <a:pt x="221" y="2576"/>
                        <a:pt x="244" y="2534"/>
                      </a:cubicBezTo>
                      <a:cubicBezTo>
                        <a:pt x="272" y="2582"/>
                        <a:pt x="325" y="2618"/>
                        <a:pt x="382" y="2623"/>
                      </a:cubicBezTo>
                      <a:cubicBezTo>
                        <a:pt x="386" y="2624"/>
                        <a:pt x="390" y="2624"/>
                        <a:pt x="394" y="2624"/>
                      </a:cubicBezTo>
                      <a:cubicBezTo>
                        <a:pt x="495" y="2624"/>
                        <a:pt x="577" y="2533"/>
                        <a:pt x="586" y="2419"/>
                      </a:cubicBezTo>
                      <a:cubicBezTo>
                        <a:pt x="594" y="2359"/>
                        <a:pt x="573" y="2301"/>
                        <a:pt x="545" y="2261"/>
                      </a:cubicBezTo>
                      <a:cubicBezTo>
                        <a:pt x="492" y="2192"/>
                        <a:pt x="476" y="2102"/>
                        <a:pt x="488" y="2017"/>
                      </a:cubicBezTo>
                      <a:lnTo>
                        <a:pt x="671" y="491"/>
                      </a:lnTo>
                      <a:cubicBezTo>
                        <a:pt x="675" y="438"/>
                        <a:pt x="695" y="389"/>
                        <a:pt x="716" y="341"/>
                      </a:cubicBezTo>
                      <a:cubicBezTo>
                        <a:pt x="765" y="243"/>
                        <a:pt x="736" y="134"/>
                        <a:pt x="659" y="97"/>
                      </a:cubicBezTo>
                      <a:cubicBezTo>
                        <a:pt x="642" y="89"/>
                        <a:pt x="622" y="85"/>
                        <a:pt x="603" y="85"/>
                      </a:cubicBezTo>
                      <a:cubicBezTo>
                        <a:pt x="581" y="85"/>
                        <a:pt x="560" y="90"/>
                        <a:pt x="541" y="100"/>
                      </a:cubicBezTo>
                      <a:cubicBezTo>
                        <a:pt x="501" y="39"/>
                        <a:pt x="439" y="1"/>
                        <a:pt x="37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9"/>
                <p:cNvSpPr/>
                <p:nvPr/>
              </p:nvSpPr>
              <p:spPr>
                <a:xfrm>
                  <a:off x="2067303" y="1170112"/>
                  <a:ext cx="86551" cy="200635"/>
                </a:xfrm>
                <a:custGeom>
                  <a:avLst/>
                  <a:gdLst/>
                  <a:ahLst/>
                  <a:cxnLst/>
                  <a:rect l="l" t="t" r="r" b="b"/>
                  <a:pathLst>
                    <a:path w="1050" h="2434" extrusionOk="0">
                      <a:moveTo>
                        <a:pt x="700" y="1"/>
                      </a:moveTo>
                      <a:cubicBezTo>
                        <a:pt x="603" y="5"/>
                        <a:pt x="521" y="106"/>
                        <a:pt x="526" y="233"/>
                      </a:cubicBezTo>
                      <a:cubicBezTo>
                        <a:pt x="526" y="241"/>
                        <a:pt x="526" y="253"/>
                        <a:pt x="529" y="261"/>
                      </a:cubicBezTo>
                      <a:lnTo>
                        <a:pt x="212" y="1827"/>
                      </a:lnTo>
                      <a:cubicBezTo>
                        <a:pt x="188" y="1946"/>
                        <a:pt x="126" y="2051"/>
                        <a:pt x="49" y="2141"/>
                      </a:cubicBezTo>
                      <a:cubicBezTo>
                        <a:pt x="32" y="2161"/>
                        <a:pt x="25" y="2181"/>
                        <a:pt x="17" y="2205"/>
                      </a:cubicBezTo>
                      <a:cubicBezTo>
                        <a:pt x="0" y="2283"/>
                        <a:pt x="37" y="2357"/>
                        <a:pt x="102" y="2372"/>
                      </a:cubicBezTo>
                      <a:cubicBezTo>
                        <a:pt x="110" y="2375"/>
                        <a:pt x="118" y="2376"/>
                        <a:pt x="127" y="2376"/>
                      </a:cubicBezTo>
                      <a:cubicBezTo>
                        <a:pt x="164" y="2376"/>
                        <a:pt x="201" y="2354"/>
                        <a:pt x="224" y="2323"/>
                      </a:cubicBezTo>
                      <a:cubicBezTo>
                        <a:pt x="244" y="2376"/>
                        <a:pt x="285" y="2417"/>
                        <a:pt x="338" y="2430"/>
                      </a:cubicBezTo>
                      <a:cubicBezTo>
                        <a:pt x="349" y="2432"/>
                        <a:pt x="360" y="2433"/>
                        <a:pt x="372" y="2433"/>
                      </a:cubicBezTo>
                      <a:cubicBezTo>
                        <a:pt x="457" y="2433"/>
                        <a:pt x="536" y="2368"/>
                        <a:pt x="558" y="2271"/>
                      </a:cubicBezTo>
                      <a:cubicBezTo>
                        <a:pt x="574" y="2214"/>
                        <a:pt x="566" y="2161"/>
                        <a:pt x="541" y="2116"/>
                      </a:cubicBezTo>
                      <a:cubicBezTo>
                        <a:pt x="505" y="2047"/>
                        <a:pt x="505" y="1961"/>
                        <a:pt x="529" y="1884"/>
                      </a:cubicBezTo>
                      <a:lnTo>
                        <a:pt x="924" y="502"/>
                      </a:lnTo>
                      <a:cubicBezTo>
                        <a:pt x="940" y="453"/>
                        <a:pt x="965" y="412"/>
                        <a:pt x="993" y="371"/>
                      </a:cubicBezTo>
                      <a:lnTo>
                        <a:pt x="993" y="367"/>
                      </a:lnTo>
                      <a:cubicBezTo>
                        <a:pt x="1050" y="286"/>
                        <a:pt x="1042" y="179"/>
                        <a:pt x="973" y="135"/>
                      </a:cubicBezTo>
                      <a:cubicBezTo>
                        <a:pt x="953" y="121"/>
                        <a:pt x="928" y="115"/>
                        <a:pt x="900" y="115"/>
                      </a:cubicBezTo>
                      <a:cubicBezTo>
                        <a:pt x="888" y="115"/>
                        <a:pt x="875" y="116"/>
                        <a:pt x="862" y="119"/>
                      </a:cubicBezTo>
                      <a:cubicBezTo>
                        <a:pt x="830" y="49"/>
                        <a:pt x="770" y="1"/>
                        <a:pt x="70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9"/>
                <p:cNvSpPr/>
                <p:nvPr/>
              </p:nvSpPr>
              <p:spPr>
                <a:xfrm>
                  <a:off x="2125334" y="1236799"/>
                  <a:ext cx="81194" cy="157936"/>
                </a:xfrm>
                <a:custGeom>
                  <a:avLst/>
                  <a:gdLst/>
                  <a:ahLst/>
                  <a:cxnLst/>
                  <a:rect l="l" t="t" r="r" b="b"/>
                  <a:pathLst>
                    <a:path w="985" h="1916" extrusionOk="0">
                      <a:moveTo>
                        <a:pt x="719" y="1"/>
                      </a:moveTo>
                      <a:cubicBezTo>
                        <a:pt x="643" y="1"/>
                        <a:pt x="573" y="77"/>
                        <a:pt x="569" y="172"/>
                      </a:cubicBezTo>
                      <a:cubicBezTo>
                        <a:pt x="566" y="181"/>
                        <a:pt x="569" y="189"/>
                        <a:pt x="569" y="196"/>
                      </a:cubicBezTo>
                      <a:lnTo>
                        <a:pt x="203" y="1421"/>
                      </a:lnTo>
                      <a:cubicBezTo>
                        <a:pt x="175" y="1510"/>
                        <a:pt x="118" y="1592"/>
                        <a:pt x="49" y="1657"/>
                      </a:cubicBezTo>
                      <a:cubicBezTo>
                        <a:pt x="36" y="1674"/>
                        <a:pt x="29" y="1689"/>
                        <a:pt x="21" y="1706"/>
                      </a:cubicBezTo>
                      <a:cubicBezTo>
                        <a:pt x="0" y="1767"/>
                        <a:pt x="25" y="1828"/>
                        <a:pt x="77" y="1844"/>
                      </a:cubicBezTo>
                      <a:cubicBezTo>
                        <a:pt x="86" y="1847"/>
                        <a:pt x="95" y="1849"/>
                        <a:pt x="104" y="1849"/>
                      </a:cubicBezTo>
                      <a:cubicBezTo>
                        <a:pt x="130" y="1849"/>
                        <a:pt x="157" y="1837"/>
                        <a:pt x="175" y="1816"/>
                      </a:cubicBezTo>
                      <a:cubicBezTo>
                        <a:pt x="188" y="1860"/>
                        <a:pt x="220" y="1893"/>
                        <a:pt x="261" y="1909"/>
                      </a:cubicBezTo>
                      <a:cubicBezTo>
                        <a:pt x="274" y="1913"/>
                        <a:pt x="287" y="1915"/>
                        <a:pt x="300" y="1915"/>
                      </a:cubicBezTo>
                      <a:cubicBezTo>
                        <a:pt x="362" y="1915"/>
                        <a:pt x="424" y="1870"/>
                        <a:pt x="447" y="1799"/>
                      </a:cubicBezTo>
                      <a:cubicBezTo>
                        <a:pt x="464" y="1755"/>
                        <a:pt x="460" y="1710"/>
                        <a:pt x="443" y="1677"/>
                      </a:cubicBezTo>
                      <a:cubicBezTo>
                        <a:pt x="423" y="1616"/>
                        <a:pt x="427" y="1548"/>
                        <a:pt x="451" y="1486"/>
                      </a:cubicBezTo>
                      <a:lnTo>
                        <a:pt x="866" y="416"/>
                      </a:lnTo>
                      <a:cubicBezTo>
                        <a:pt x="883" y="380"/>
                        <a:pt x="903" y="347"/>
                        <a:pt x="932" y="314"/>
                      </a:cubicBezTo>
                      <a:cubicBezTo>
                        <a:pt x="980" y="254"/>
                        <a:pt x="984" y="172"/>
                        <a:pt x="932" y="127"/>
                      </a:cubicBezTo>
                      <a:cubicBezTo>
                        <a:pt x="915" y="114"/>
                        <a:pt x="891" y="106"/>
                        <a:pt x="865" y="106"/>
                      </a:cubicBezTo>
                      <a:cubicBezTo>
                        <a:pt x="859" y="106"/>
                        <a:pt x="853" y="107"/>
                        <a:pt x="847" y="107"/>
                      </a:cubicBezTo>
                      <a:cubicBezTo>
                        <a:pt x="826" y="50"/>
                        <a:pt x="781" y="5"/>
                        <a:pt x="725" y="1"/>
                      </a:cubicBezTo>
                      <a:cubicBezTo>
                        <a:pt x="723" y="1"/>
                        <a:pt x="721" y="1"/>
                        <a:pt x="71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9"/>
                <p:cNvSpPr/>
                <p:nvPr/>
              </p:nvSpPr>
              <p:spPr>
                <a:xfrm>
                  <a:off x="1916373" y="1443205"/>
                  <a:ext cx="229815" cy="107654"/>
                </a:xfrm>
                <a:custGeom>
                  <a:avLst/>
                  <a:gdLst/>
                  <a:ahLst/>
                  <a:cxnLst/>
                  <a:rect l="l" t="t" r="r" b="b"/>
                  <a:pathLst>
                    <a:path w="2788" h="1306" extrusionOk="0">
                      <a:moveTo>
                        <a:pt x="1142" y="1"/>
                      </a:moveTo>
                      <a:cubicBezTo>
                        <a:pt x="1126" y="1"/>
                        <a:pt x="1110" y="2"/>
                        <a:pt x="1095" y="3"/>
                      </a:cubicBezTo>
                      <a:lnTo>
                        <a:pt x="294" y="150"/>
                      </a:lnTo>
                      <a:cubicBezTo>
                        <a:pt x="111" y="186"/>
                        <a:pt x="1" y="381"/>
                        <a:pt x="70" y="557"/>
                      </a:cubicBezTo>
                      <a:lnTo>
                        <a:pt x="253" y="1021"/>
                      </a:lnTo>
                      <a:cubicBezTo>
                        <a:pt x="297" y="1139"/>
                        <a:pt x="409" y="1213"/>
                        <a:pt x="530" y="1213"/>
                      </a:cubicBezTo>
                      <a:cubicBezTo>
                        <a:pt x="542" y="1213"/>
                        <a:pt x="554" y="1213"/>
                        <a:pt x="566" y="1211"/>
                      </a:cubicBezTo>
                      <a:lnTo>
                        <a:pt x="1278" y="1122"/>
                      </a:lnTo>
                      <a:cubicBezTo>
                        <a:pt x="1292" y="1120"/>
                        <a:pt x="1307" y="1119"/>
                        <a:pt x="1321" y="1119"/>
                      </a:cubicBezTo>
                      <a:cubicBezTo>
                        <a:pt x="1335" y="1119"/>
                        <a:pt x="1349" y="1120"/>
                        <a:pt x="1364" y="1122"/>
                      </a:cubicBezTo>
                      <a:lnTo>
                        <a:pt x="2348" y="1301"/>
                      </a:lnTo>
                      <a:cubicBezTo>
                        <a:pt x="2365" y="1304"/>
                        <a:pt x="2382" y="1305"/>
                        <a:pt x="2399" y="1305"/>
                      </a:cubicBezTo>
                      <a:cubicBezTo>
                        <a:pt x="2542" y="1305"/>
                        <a:pt x="2668" y="1202"/>
                        <a:pt x="2689" y="1053"/>
                      </a:cubicBezTo>
                      <a:lnTo>
                        <a:pt x="2759" y="646"/>
                      </a:lnTo>
                      <a:cubicBezTo>
                        <a:pt x="2787" y="492"/>
                        <a:pt x="2686" y="341"/>
                        <a:pt x="2531" y="304"/>
                      </a:cubicBezTo>
                      <a:lnTo>
                        <a:pt x="1213" y="7"/>
                      </a:lnTo>
                      <a:cubicBezTo>
                        <a:pt x="1189" y="3"/>
                        <a:pt x="1165" y="1"/>
                        <a:pt x="11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9"/>
                <p:cNvSpPr/>
                <p:nvPr/>
              </p:nvSpPr>
              <p:spPr>
                <a:xfrm>
                  <a:off x="1904667" y="1354345"/>
                  <a:ext cx="116391" cy="90343"/>
                </a:xfrm>
                <a:custGeom>
                  <a:avLst/>
                  <a:gdLst/>
                  <a:ahLst/>
                  <a:cxnLst/>
                  <a:rect l="l" t="t" r="r" b="b"/>
                  <a:pathLst>
                    <a:path w="1412" h="1096" extrusionOk="0">
                      <a:moveTo>
                        <a:pt x="818" y="0"/>
                      </a:moveTo>
                      <a:cubicBezTo>
                        <a:pt x="766" y="0"/>
                        <a:pt x="714" y="9"/>
                        <a:pt x="663" y="28"/>
                      </a:cubicBezTo>
                      <a:cubicBezTo>
                        <a:pt x="533" y="77"/>
                        <a:pt x="439" y="174"/>
                        <a:pt x="391" y="296"/>
                      </a:cubicBezTo>
                      <a:cubicBezTo>
                        <a:pt x="354" y="296"/>
                        <a:pt x="317" y="300"/>
                        <a:pt x="281" y="317"/>
                      </a:cubicBezTo>
                      <a:cubicBezTo>
                        <a:pt x="90" y="385"/>
                        <a:pt x="0" y="614"/>
                        <a:pt x="77" y="821"/>
                      </a:cubicBezTo>
                      <a:cubicBezTo>
                        <a:pt x="139" y="989"/>
                        <a:pt x="288" y="1096"/>
                        <a:pt x="442" y="1096"/>
                      </a:cubicBezTo>
                      <a:cubicBezTo>
                        <a:pt x="482" y="1096"/>
                        <a:pt x="522" y="1089"/>
                        <a:pt x="561" y="1074"/>
                      </a:cubicBezTo>
                      <a:cubicBezTo>
                        <a:pt x="599" y="1061"/>
                        <a:pt x="631" y="1040"/>
                        <a:pt x="659" y="1016"/>
                      </a:cubicBezTo>
                      <a:cubicBezTo>
                        <a:pt x="729" y="1052"/>
                        <a:pt x="805" y="1071"/>
                        <a:pt x="882" y="1071"/>
                      </a:cubicBezTo>
                      <a:cubicBezTo>
                        <a:pt x="934" y="1071"/>
                        <a:pt x="987" y="1063"/>
                        <a:pt x="1038" y="1044"/>
                      </a:cubicBezTo>
                      <a:cubicBezTo>
                        <a:pt x="1294" y="951"/>
                        <a:pt x="1412" y="646"/>
                        <a:pt x="1310" y="366"/>
                      </a:cubicBezTo>
                      <a:cubicBezTo>
                        <a:pt x="1226" y="141"/>
                        <a:pt x="1025" y="0"/>
                        <a:pt x="8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9"/>
                <p:cNvSpPr/>
                <p:nvPr/>
              </p:nvSpPr>
              <p:spPr>
                <a:xfrm>
                  <a:off x="2014300" y="1362093"/>
                  <a:ext cx="130899" cy="95289"/>
                </a:xfrm>
                <a:custGeom>
                  <a:avLst/>
                  <a:gdLst/>
                  <a:ahLst/>
                  <a:cxnLst/>
                  <a:rect l="l" t="t" r="r" b="b"/>
                  <a:pathLst>
                    <a:path w="1588" h="1156" extrusionOk="0">
                      <a:moveTo>
                        <a:pt x="621" y="1"/>
                      </a:moveTo>
                      <a:cubicBezTo>
                        <a:pt x="407" y="1"/>
                        <a:pt x="206" y="123"/>
                        <a:pt x="119" y="324"/>
                      </a:cubicBezTo>
                      <a:cubicBezTo>
                        <a:pt x="1" y="601"/>
                        <a:pt x="135" y="922"/>
                        <a:pt x="420" y="1044"/>
                      </a:cubicBezTo>
                      <a:cubicBezTo>
                        <a:pt x="493" y="1075"/>
                        <a:pt x="568" y="1090"/>
                        <a:pt x="643" y="1090"/>
                      </a:cubicBezTo>
                      <a:cubicBezTo>
                        <a:pt x="714" y="1090"/>
                        <a:pt x="783" y="1077"/>
                        <a:pt x="846" y="1053"/>
                      </a:cubicBezTo>
                      <a:cubicBezTo>
                        <a:pt x="880" y="1081"/>
                        <a:pt x="916" y="1105"/>
                        <a:pt x="957" y="1121"/>
                      </a:cubicBezTo>
                      <a:cubicBezTo>
                        <a:pt x="1011" y="1144"/>
                        <a:pt x="1068" y="1155"/>
                        <a:pt x="1124" y="1155"/>
                      </a:cubicBezTo>
                      <a:cubicBezTo>
                        <a:pt x="1284" y="1155"/>
                        <a:pt x="1435" y="1065"/>
                        <a:pt x="1498" y="914"/>
                      </a:cubicBezTo>
                      <a:cubicBezTo>
                        <a:pt x="1587" y="706"/>
                        <a:pt x="1486" y="467"/>
                        <a:pt x="1274" y="377"/>
                      </a:cubicBezTo>
                      <a:cubicBezTo>
                        <a:pt x="1233" y="361"/>
                        <a:pt x="1188" y="353"/>
                        <a:pt x="1148" y="349"/>
                      </a:cubicBezTo>
                      <a:cubicBezTo>
                        <a:pt x="1090" y="218"/>
                        <a:pt x="985" y="105"/>
                        <a:pt x="846" y="47"/>
                      </a:cubicBezTo>
                      <a:cubicBezTo>
                        <a:pt x="773" y="16"/>
                        <a:pt x="696" y="1"/>
                        <a:pt x="6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9"/>
                <p:cNvSpPr/>
                <p:nvPr/>
              </p:nvSpPr>
              <p:spPr>
                <a:xfrm>
                  <a:off x="2003914" y="1352614"/>
                  <a:ext cx="32313" cy="27202"/>
                </a:xfrm>
                <a:custGeom>
                  <a:avLst/>
                  <a:gdLst/>
                  <a:ahLst/>
                  <a:cxnLst/>
                  <a:rect l="l" t="t" r="r" b="b"/>
                  <a:pathLst>
                    <a:path w="392" h="330" extrusionOk="0">
                      <a:moveTo>
                        <a:pt x="200" y="0"/>
                      </a:moveTo>
                      <a:cubicBezTo>
                        <a:pt x="127" y="0"/>
                        <a:pt x="5" y="21"/>
                        <a:pt x="1" y="113"/>
                      </a:cubicBezTo>
                      <a:cubicBezTo>
                        <a:pt x="1" y="203"/>
                        <a:pt x="118" y="325"/>
                        <a:pt x="191" y="329"/>
                      </a:cubicBezTo>
                      <a:cubicBezTo>
                        <a:pt x="264" y="329"/>
                        <a:pt x="387" y="211"/>
                        <a:pt x="391" y="122"/>
                      </a:cubicBezTo>
                      <a:cubicBezTo>
                        <a:pt x="391" y="32"/>
                        <a:pt x="273" y="0"/>
                        <a:pt x="2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9"/>
                <p:cNvSpPr/>
                <p:nvPr/>
              </p:nvSpPr>
              <p:spPr>
                <a:xfrm>
                  <a:off x="1884225" y="1434879"/>
                  <a:ext cx="72126" cy="57042"/>
                </a:xfrm>
                <a:custGeom>
                  <a:avLst/>
                  <a:gdLst/>
                  <a:ahLst/>
                  <a:cxnLst/>
                  <a:rect l="l" t="t" r="r" b="b"/>
                  <a:pathLst>
                    <a:path w="875" h="692" extrusionOk="0">
                      <a:moveTo>
                        <a:pt x="598" y="0"/>
                      </a:moveTo>
                      <a:cubicBezTo>
                        <a:pt x="500" y="0"/>
                        <a:pt x="391" y="43"/>
                        <a:pt x="317" y="84"/>
                      </a:cubicBezTo>
                      <a:cubicBezTo>
                        <a:pt x="191" y="157"/>
                        <a:pt x="0" y="328"/>
                        <a:pt x="90" y="487"/>
                      </a:cubicBezTo>
                      <a:cubicBezTo>
                        <a:pt x="161" y="610"/>
                        <a:pt x="372" y="692"/>
                        <a:pt x="527" y="692"/>
                      </a:cubicBezTo>
                      <a:cubicBezTo>
                        <a:pt x="576" y="692"/>
                        <a:pt x="620" y="683"/>
                        <a:pt x="651" y="666"/>
                      </a:cubicBezTo>
                      <a:cubicBezTo>
                        <a:pt x="777" y="593"/>
                        <a:pt x="875" y="255"/>
                        <a:pt x="781" y="97"/>
                      </a:cubicBezTo>
                      <a:cubicBezTo>
                        <a:pt x="742" y="25"/>
                        <a:pt x="673" y="0"/>
                        <a:pt x="5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9"/>
                <p:cNvSpPr/>
                <p:nvPr/>
              </p:nvSpPr>
              <p:spPr>
                <a:xfrm>
                  <a:off x="1742362" y="1108124"/>
                  <a:ext cx="40391" cy="61163"/>
                </a:xfrm>
                <a:custGeom>
                  <a:avLst/>
                  <a:gdLst/>
                  <a:ahLst/>
                  <a:cxnLst/>
                  <a:rect l="l" t="t" r="r" b="b"/>
                  <a:pathLst>
                    <a:path w="490" h="742" extrusionOk="0">
                      <a:moveTo>
                        <a:pt x="130" y="1"/>
                      </a:moveTo>
                      <a:cubicBezTo>
                        <a:pt x="74" y="1"/>
                        <a:pt x="1" y="228"/>
                        <a:pt x="50" y="623"/>
                      </a:cubicBezTo>
                      <a:cubicBezTo>
                        <a:pt x="60" y="685"/>
                        <a:pt x="100" y="726"/>
                        <a:pt x="146" y="726"/>
                      </a:cubicBezTo>
                      <a:cubicBezTo>
                        <a:pt x="151" y="726"/>
                        <a:pt x="157" y="726"/>
                        <a:pt x="163" y="724"/>
                      </a:cubicBezTo>
                      <a:cubicBezTo>
                        <a:pt x="175" y="722"/>
                        <a:pt x="187" y="721"/>
                        <a:pt x="200" y="721"/>
                      </a:cubicBezTo>
                      <a:cubicBezTo>
                        <a:pt x="213" y="721"/>
                        <a:pt x="226" y="722"/>
                        <a:pt x="240" y="724"/>
                      </a:cubicBezTo>
                      <a:cubicBezTo>
                        <a:pt x="276" y="734"/>
                        <a:pt x="317" y="742"/>
                        <a:pt x="356" y="742"/>
                      </a:cubicBezTo>
                      <a:cubicBezTo>
                        <a:pt x="428" y="742"/>
                        <a:pt x="490" y="715"/>
                        <a:pt x="476" y="631"/>
                      </a:cubicBezTo>
                      <a:cubicBezTo>
                        <a:pt x="456" y="505"/>
                        <a:pt x="220" y="317"/>
                        <a:pt x="176" y="82"/>
                      </a:cubicBezTo>
                      <a:cubicBezTo>
                        <a:pt x="166" y="27"/>
                        <a:pt x="149" y="1"/>
                        <a:pt x="13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9"/>
                <p:cNvSpPr/>
                <p:nvPr/>
              </p:nvSpPr>
              <p:spPr>
                <a:xfrm>
                  <a:off x="1878125" y="946313"/>
                  <a:ext cx="35362" cy="58773"/>
                </a:xfrm>
                <a:custGeom>
                  <a:avLst/>
                  <a:gdLst/>
                  <a:ahLst/>
                  <a:cxnLst/>
                  <a:rect l="l" t="t" r="r" b="b"/>
                  <a:pathLst>
                    <a:path w="429" h="713" extrusionOk="0">
                      <a:moveTo>
                        <a:pt x="190" y="0"/>
                      </a:moveTo>
                      <a:cubicBezTo>
                        <a:pt x="161" y="0"/>
                        <a:pt x="134" y="46"/>
                        <a:pt x="123" y="112"/>
                      </a:cubicBezTo>
                      <a:cubicBezTo>
                        <a:pt x="123" y="112"/>
                        <a:pt x="119" y="405"/>
                        <a:pt x="25" y="556"/>
                      </a:cubicBezTo>
                      <a:cubicBezTo>
                        <a:pt x="1" y="592"/>
                        <a:pt x="33" y="658"/>
                        <a:pt x="66" y="669"/>
                      </a:cubicBezTo>
                      <a:cubicBezTo>
                        <a:pt x="107" y="690"/>
                        <a:pt x="169" y="713"/>
                        <a:pt x="234" y="713"/>
                      </a:cubicBezTo>
                      <a:cubicBezTo>
                        <a:pt x="297" y="713"/>
                        <a:pt x="364" y="691"/>
                        <a:pt x="416" y="624"/>
                      </a:cubicBezTo>
                      <a:cubicBezTo>
                        <a:pt x="428" y="547"/>
                        <a:pt x="375" y="535"/>
                        <a:pt x="375" y="535"/>
                      </a:cubicBezTo>
                      <a:cubicBezTo>
                        <a:pt x="375" y="535"/>
                        <a:pt x="306" y="209"/>
                        <a:pt x="233" y="43"/>
                      </a:cubicBezTo>
                      <a:cubicBezTo>
                        <a:pt x="220" y="13"/>
                        <a:pt x="205" y="0"/>
                        <a:pt x="1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9"/>
                <p:cNvSpPr/>
                <p:nvPr/>
              </p:nvSpPr>
              <p:spPr>
                <a:xfrm>
                  <a:off x="2047520" y="920925"/>
                  <a:ext cx="34950" cy="58773"/>
                </a:xfrm>
                <a:custGeom>
                  <a:avLst/>
                  <a:gdLst/>
                  <a:ahLst/>
                  <a:cxnLst/>
                  <a:rect l="l" t="t" r="r" b="b"/>
                  <a:pathLst>
                    <a:path w="424" h="713" extrusionOk="0">
                      <a:moveTo>
                        <a:pt x="190" y="0"/>
                      </a:moveTo>
                      <a:cubicBezTo>
                        <a:pt x="162" y="0"/>
                        <a:pt x="133" y="48"/>
                        <a:pt x="122" y="115"/>
                      </a:cubicBezTo>
                      <a:cubicBezTo>
                        <a:pt x="122" y="115"/>
                        <a:pt x="118" y="408"/>
                        <a:pt x="24" y="555"/>
                      </a:cubicBezTo>
                      <a:cubicBezTo>
                        <a:pt x="0" y="591"/>
                        <a:pt x="33" y="656"/>
                        <a:pt x="65" y="673"/>
                      </a:cubicBezTo>
                      <a:cubicBezTo>
                        <a:pt x="106" y="691"/>
                        <a:pt x="168" y="712"/>
                        <a:pt x="233" y="712"/>
                      </a:cubicBezTo>
                      <a:cubicBezTo>
                        <a:pt x="296" y="712"/>
                        <a:pt x="361" y="692"/>
                        <a:pt x="411" y="628"/>
                      </a:cubicBezTo>
                      <a:cubicBezTo>
                        <a:pt x="424" y="547"/>
                        <a:pt x="370" y="538"/>
                        <a:pt x="370" y="538"/>
                      </a:cubicBezTo>
                      <a:cubicBezTo>
                        <a:pt x="370" y="538"/>
                        <a:pt x="306" y="209"/>
                        <a:pt x="232" y="42"/>
                      </a:cubicBezTo>
                      <a:cubicBezTo>
                        <a:pt x="220" y="13"/>
                        <a:pt x="205" y="0"/>
                        <a:pt x="1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9"/>
                <p:cNvSpPr/>
                <p:nvPr/>
              </p:nvSpPr>
              <p:spPr>
                <a:xfrm>
                  <a:off x="2155174" y="989342"/>
                  <a:ext cx="34950" cy="58690"/>
                </a:xfrm>
                <a:custGeom>
                  <a:avLst/>
                  <a:gdLst/>
                  <a:ahLst/>
                  <a:cxnLst/>
                  <a:rect l="l" t="t" r="r" b="b"/>
                  <a:pathLst>
                    <a:path w="424" h="712" extrusionOk="0">
                      <a:moveTo>
                        <a:pt x="303" y="0"/>
                      </a:moveTo>
                      <a:cubicBezTo>
                        <a:pt x="276" y="0"/>
                        <a:pt x="242" y="38"/>
                        <a:pt x="220" y="98"/>
                      </a:cubicBezTo>
                      <a:cubicBezTo>
                        <a:pt x="220" y="98"/>
                        <a:pt x="155" y="384"/>
                        <a:pt x="29" y="509"/>
                      </a:cubicBezTo>
                      <a:cubicBezTo>
                        <a:pt x="0" y="538"/>
                        <a:pt x="21" y="607"/>
                        <a:pt x="45" y="632"/>
                      </a:cubicBezTo>
                      <a:cubicBezTo>
                        <a:pt x="93" y="666"/>
                        <a:pt x="170" y="712"/>
                        <a:pt x="254" y="712"/>
                      </a:cubicBezTo>
                      <a:cubicBezTo>
                        <a:pt x="300" y="712"/>
                        <a:pt x="349" y="698"/>
                        <a:pt x="395" y="660"/>
                      </a:cubicBezTo>
                      <a:cubicBezTo>
                        <a:pt x="423" y="587"/>
                        <a:pt x="374" y="566"/>
                        <a:pt x="374" y="566"/>
                      </a:cubicBezTo>
                      <a:cubicBezTo>
                        <a:pt x="374" y="566"/>
                        <a:pt x="378" y="229"/>
                        <a:pt x="342" y="50"/>
                      </a:cubicBezTo>
                      <a:cubicBezTo>
                        <a:pt x="334" y="15"/>
                        <a:pt x="320" y="0"/>
                        <a:pt x="3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9"/>
                <p:cNvSpPr/>
                <p:nvPr/>
              </p:nvSpPr>
              <p:spPr>
                <a:xfrm>
                  <a:off x="2211144" y="1073339"/>
                  <a:ext cx="35280" cy="58855"/>
                </a:xfrm>
                <a:custGeom>
                  <a:avLst/>
                  <a:gdLst/>
                  <a:ahLst/>
                  <a:cxnLst/>
                  <a:rect l="l" t="t" r="r" b="b"/>
                  <a:pathLst>
                    <a:path w="428" h="714" extrusionOk="0">
                      <a:moveTo>
                        <a:pt x="306" y="0"/>
                      </a:moveTo>
                      <a:cubicBezTo>
                        <a:pt x="280" y="0"/>
                        <a:pt x="245" y="41"/>
                        <a:pt x="221" y="101"/>
                      </a:cubicBezTo>
                      <a:cubicBezTo>
                        <a:pt x="221" y="101"/>
                        <a:pt x="155" y="382"/>
                        <a:pt x="33" y="508"/>
                      </a:cubicBezTo>
                      <a:cubicBezTo>
                        <a:pt x="1" y="540"/>
                        <a:pt x="20" y="609"/>
                        <a:pt x="50" y="630"/>
                      </a:cubicBezTo>
                      <a:cubicBezTo>
                        <a:pt x="97" y="666"/>
                        <a:pt x="175" y="713"/>
                        <a:pt x="259" y="713"/>
                      </a:cubicBezTo>
                      <a:cubicBezTo>
                        <a:pt x="305" y="713"/>
                        <a:pt x="353" y="699"/>
                        <a:pt x="399" y="662"/>
                      </a:cubicBezTo>
                      <a:cubicBezTo>
                        <a:pt x="428" y="585"/>
                        <a:pt x="379" y="564"/>
                        <a:pt x="379" y="564"/>
                      </a:cubicBezTo>
                      <a:cubicBezTo>
                        <a:pt x="379" y="564"/>
                        <a:pt x="379" y="231"/>
                        <a:pt x="343" y="52"/>
                      </a:cubicBezTo>
                      <a:cubicBezTo>
                        <a:pt x="336" y="16"/>
                        <a:pt x="323" y="0"/>
                        <a:pt x="3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9"/>
                <p:cNvSpPr/>
                <p:nvPr/>
              </p:nvSpPr>
              <p:spPr>
                <a:xfrm>
                  <a:off x="1932117" y="1544594"/>
                  <a:ext cx="131970" cy="501504"/>
                </a:xfrm>
                <a:custGeom>
                  <a:avLst/>
                  <a:gdLst/>
                  <a:ahLst/>
                  <a:cxnLst/>
                  <a:rect l="l" t="t" r="r" b="b"/>
                  <a:pathLst>
                    <a:path w="1601" h="6084" extrusionOk="0">
                      <a:moveTo>
                        <a:pt x="891" y="0"/>
                      </a:moveTo>
                      <a:cubicBezTo>
                        <a:pt x="879" y="0"/>
                        <a:pt x="867" y="1"/>
                        <a:pt x="855" y="2"/>
                      </a:cubicBezTo>
                      <a:cubicBezTo>
                        <a:pt x="534" y="22"/>
                        <a:pt x="184" y="63"/>
                        <a:pt x="123" y="157"/>
                      </a:cubicBezTo>
                      <a:cubicBezTo>
                        <a:pt x="1" y="339"/>
                        <a:pt x="91" y="844"/>
                        <a:pt x="351" y="1109"/>
                      </a:cubicBezTo>
                      <a:cubicBezTo>
                        <a:pt x="392" y="1153"/>
                        <a:pt x="473" y="5738"/>
                        <a:pt x="514" y="6075"/>
                      </a:cubicBezTo>
                      <a:lnTo>
                        <a:pt x="1291" y="6083"/>
                      </a:lnTo>
                      <a:cubicBezTo>
                        <a:pt x="1291" y="5612"/>
                        <a:pt x="1270" y="929"/>
                        <a:pt x="1319" y="872"/>
                      </a:cubicBezTo>
                      <a:cubicBezTo>
                        <a:pt x="1323" y="869"/>
                        <a:pt x="1327" y="860"/>
                        <a:pt x="1331" y="856"/>
                      </a:cubicBezTo>
                      <a:cubicBezTo>
                        <a:pt x="1601" y="508"/>
                        <a:pt x="1326" y="0"/>
                        <a:pt x="8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9"/>
                <p:cNvSpPr/>
                <p:nvPr/>
              </p:nvSpPr>
              <p:spPr>
                <a:xfrm>
                  <a:off x="2071342" y="1557783"/>
                  <a:ext cx="67510" cy="489634"/>
                </a:xfrm>
                <a:custGeom>
                  <a:avLst/>
                  <a:gdLst/>
                  <a:ahLst/>
                  <a:cxnLst/>
                  <a:rect l="l" t="t" r="r" b="b"/>
                  <a:pathLst>
                    <a:path w="819" h="5940" extrusionOk="0">
                      <a:moveTo>
                        <a:pt x="334" y="0"/>
                      </a:moveTo>
                      <a:cubicBezTo>
                        <a:pt x="323" y="0"/>
                        <a:pt x="312" y="0"/>
                        <a:pt x="301" y="1"/>
                      </a:cubicBezTo>
                      <a:cubicBezTo>
                        <a:pt x="159" y="5"/>
                        <a:pt x="28" y="106"/>
                        <a:pt x="13" y="253"/>
                      </a:cubicBezTo>
                      <a:cubicBezTo>
                        <a:pt x="0" y="399"/>
                        <a:pt x="110" y="423"/>
                        <a:pt x="110" y="423"/>
                      </a:cubicBezTo>
                      <a:lnTo>
                        <a:pt x="106" y="5932"/>
                      </a:lnTo>
                      <a:lnTo>
                        <a:pt x="586" y="5940"/>
                      </a:lnTo>
                      <a:lnTo>
                        <a:pt x="602" y="489"/>
                      </a:lnTo>
                      <a:cubicBezTo>
                        <a:pt x="602" y="489"/>
                        <a:pt x="818" y="391"/>
                        <a:pt x="740" y="159"/>
                      </a:cubicBezTo>
                      <a:cubicBezTo>
                        <a:pt x="699" y="30"/>
                        <a:pt x="499" y="0"/>
                        <a:pt x="3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9"/>
                <p:cNvSpPr/>
                <p:nvPr/>
              </p:nvSpPr>
              <p:spPr>
                <a:xfrm>
                  <a:off x="1389889" y="1155522"/>
                  <a:ext cx="74187" cy="214565"/>
                </a:xfrm>
                <a:custGeom>
                  <a:avLst/>
                  <a:gdLst/>
                  <a:ahLst/>
                  <a:cxnLst/>
                  <a:rect l="l" t="t" r="r" b="b"/>
                  <a:pathLst>
                    <a:path w="900" h="2603" extrusionOk="0">
                      <a:moveTo>
                        <a:pt x="698" y="0"/>
                      </a:moveTo>
                      <a:cubicBezTo>
                        <a:pt x="648" y="0"/>
                        <a:pt x="597" y="25"/>
                        <a:pt x="554" y="68"/>
                      </a:cubicBezTo>
                      <a:cubicBezTo>
                        <a:pt x="526" y="46"/>
                        <a:pt x="496" y="36"/>
                        <a:pt x="467" y="36"/>
                      </a:cubicBezTo>
                      <a:cubicBezTo>
                        <a:pt x="458" y="36"/>
                        <a:pt x="449" y="37"/>
                        <a:pt x="440" y="39"/>
                      </a:cubicBezTo>
                      <a:cubicBezTo>
                        <a:pt x="355" y="60"/>
                        <a:pt x="306" y="161"/>
                        <a:pt x="330" y="264"/>
                      </a:cubicBezTo>
                      <a:cubicBezTo>
                        <a:pt x="342" y="316"/>
                        <a:pt x="351" y="369"/>
                        <a:pt x="342" y="422"/>
                      </a:cubicBezTo>
                      <a:lnTo>
                        <a:pt x="201" y="1952"/>
                      </a:lnTo>
                      <a:cubicBezTo>
                        <a:pt x="192" y="2037"/>
                        <a:pt x="160" y="2119"/>
                        <a:pt x="94" y="2175"/>
                      </a:cubicBezTo>
                      <a:cubicBezTo>
                        <a:pt x="54" y="2211"/>
                        <a:pt x="25" y="2260"/>
                        <a:pt x="17" y="2322"/>
                      </a:cubicBezTo>
                      <a:cubicBezTo>
                        <a:pt x="0" y="2444"/>
                        <a:pt x="70" y="2553"/>
                        <a:pt x="176" y="2566"/>
                      </a:cubicBezTo>
                      <a:cubicBezTo>
                        <a:pt x="183" y="2567"/>
                        <a:pt x="190" y="2567"/>
                        <a:pt x="197" y="2567"/>
                      </a:cubicBezTo>
                      <a:cubicBezTo>
                        <a:pt x="247" y="2567"/>
                        <a:pt x="294" y="2544"/>
                        <a:pt x="330" y="2504"/>
                      </a:cubicBezTo>
                      <a:cubicBezTo>
                        <a:pt x="347" y="2558"/>
                        <a:pt x="383" y="2594"/>
                        <a:pt x="432" y="2602"/>
                      </a:cubicBezTo>
                      <a:cubicBezTo>
                        <a:pt x="437" y="2603"/>
                        <a:pt x="441" y="2603"/>
                        <a:pt x="446" y="2603"/>
                      </a:cubicBezTo>
                      <a:cubicBezTo>
                        <a:pt x="510" y="2603"/>
                        <a:pt x="571" y="2548"/>
                        <a:pt x="582" y="2472"/>
                      </a:cubicBezTo>
                      <a:cubicBezTo>
                        <a:pt x="586" y="2444"/>
                        <a:pt x="582" y="2419"/>
                        <a:pt x="574" y="2395"/>
                      </a:cubicBezTo>
                      <a:cubicBezTo>
                        <a:pt x="533" y="2273"/>
                        <a:pt x="513" y="2147"/>
                        <a:pt x="533" y="2016"/>
                      </a:cubicBezTo>
                      <a:lnTo>
                        <a:pt x="835" y="341"/>
                      </a:lnTo>
                      <a:cubicBezTo>
                        <a:pt x="839" y="328"/>
                        <a:pt x="843" y="320"/>
                        <a:pt x="847" y="308"/>
                      </a:cubicBezTo>
                      <a:cubicBezTo>
                        <a:pt x="900" y="185"/>
                        <a:pt x="860" y="56"/>
                        <a:pt x="762" y="15"/>
                      </a:cubicBezTo>
                      <a:cubicBezTo>
                        <a:pt x="741" y="5"/>
                        <a:pt x="720" y="0"/>
                        <a:pt x="6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9"/>
                <p:cNvSpPr/>
                <p:nvPr/>
              </p:nvSpPr>
              <p:spPr>
                <a:xfrm>
                  <a:off x="1418739" y="1010527"/>
                  <a:ext cx="52755" cy="141862"/>
                </a:xfrm>
                <a:custGeom>
                  <a:avLst/>
                  <a:gdLst/>
                  <a:ahLst/>
                  <a:cxnLst/>
                  <a:rect l="l" t="t" r="r" b="b"/>
                  <a:pathLst>
                    <a:path w="640" h="1721" extrusionOk="0">
                      <a:moveTo>
                        <a:pt x="192" y="1"/>
                      </a:moveTo>
                      <a:cubicBezTo>
                        <a:pt x="86" y="1"/>
                        <a:pt x="1" y="98"/>
                        <a:pt x="1" y="220"/>
                      </a:cubicBezTo>
                      <a:cubicBezTo>
                        <a:pt x="1" y="281"/>
                        <a:pt x="21" y="334"/>
                        <a:pt x="54" y="375"/>
                      </a:cubicBezTo>
                      <a:cubicBezTo>
                        <a:pt x="110" y="440"/>
                        <a:pt x="135" y="529"/>
                        <a:pt x="131" y="615"/>
                      </a:cubicBezTo>
                      <a:lnTo>
                        <a:pt x="82" y="1249"/>
                      </a:lnTo>
                      <a:cubicBezTo>
                        <a:pt x="78" y="1302"/>
                        <a:pt x="65" y="1351"/>
                        <a:pt x="46" y="1400"/>
                      </a:cubicBezTo>
                      <a:lnTo>
                        <a:pt x="46" y="1404"/>
                      </a:lnTo>
                      <a:cubicBezTo>
                        <a:pt x="5" y="1501"/>
                        <a:pt x="41" y="1608"/>
                        <a:pt x="123" y="1640"/>
                      </a:cubicBezTo>
                      <a:cubicBezTo>
                        <a:pt x="136" y="1646"/>
                        <a:pt x="150" y="1649"/>
                        <a:pt x="165" y="1649"/>
                      </a:cubicBezTo>
                      <a:cubicBezTo>
                        <a:pt x="191" y="1649"/>
                        <a:pt x="217" y="1640"/>
                        <a:pt x="241" y="1627"/>
                      </a:cubicBezTo>
                      <a:cubicBezTo>
                        <a:pt x="279" y="1678"/>
                        <a:pt x="336" y="1721"/>
                        <a:pt x="392" y="1721"/>
                      </a:cubicBezTo>
                      <a:cubicBezTo>
                        <a:pt x="408" y="1721"/>
                        <a:pt x="425" y="1717"/>
                        <a:pt x="440" y="1709"/>
                      </a:cubicBezTo>
                      <a:cubicBezTo>
                        <a:pt x="639" y="1603"/>
                        <a:pt x="436" y="1306"/>
                        <a:pt x="431" y="1298"/>
                      </a:cubicBezTo>
                      <a:lnTo>
                        <a:pt x="412" y="598"/>
                      </a:lnTo>
                      <a:cubicBezTo>
                        <a:pt x="412" y="468"/>
                        <a:pt x="505" y="342"/>
                        <a:pt x="562" y="228"/>
                      </a:cubicBezTo>
                      <a:cubicBezTo>
                        <a:pt x="574" y="204"/>
                        <a:pt x="578" y="179"/>
                        <a:pt x="578" y="151"/>
                      </a:cubicBezTo>
                      <a:cubicBezTo>
                        <a:pt x="578" y="70"/>
                        <a:pt x="521" y="1"/>
                        <a:pt x="452" y="1"/>
                      </a:cubicBezTo>
                      <a:cubicBezTo>
                        <a:pt x="399" y="1"/>
                        <a:pt x="358" y="33"/>
                        <a:pt x="334" y="82"/>
                      </a:cubicBezTo>
                      <a:cubicBezTo>
                        <a:pt x="302" y="33"/>
                        <a:pt x="249" y="1"/>
                        <a:pt x="1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9"/>
                <p:cNvSpPr/>
                <p:nvPr/>
              </p:nvSpPr>
              <p:spPr>
                <a:xfrm>
                  <a:off x="1555904" y="1173492"/>
                  <a:ext cx="52755" cy="141944"/>
                </a:xfrm>
                <a:custGeom>
                  <a:avLst/>
                  <a:gdLst/>
                  <a:ahLst/>
                  <a:cxnLst/>
                  <a:rect l="l" t="t" r="r" b="b"/>
                  <a:pathLst>
                    <a:path w="640" h="1722" extrusionOk="0">
                      <a:moveTo>
                        <a:pt x="188" y="1"/>
                      </a:moveTo>
                      <a:cubicBezTo>
                        <a:pt x="86" y="1"/>
                        <a:pt x="1" y="98"/>
                        <a:pt x="1" y="220"/>
                      </a:cubicBezTo>
                      <a:cubicBezTo>
                        <a:pt x="1" y="281"/>
                        <a:pt x="21" y="334"/>
                        <a:pt x="53" y="375"/>
                      </a:cubicBezTo>
                      <a:cubicBezTo>
                        <a:pt x="110" y="440"/>
                        <a:pt x="134" y="529"/>
                        <a:pt x="130" y="615"/>
                      </a:cubicBezTo>
                      <a:lnTo>
                        <a:pt x="82" y="1249"/>
                      </a:lnTo>
                      <a:cubicBezTo>
                        <a:pt x="78" y="1302"/>
                        <a:pt x="66" y="1351"/>
                        <a:pt x="45" y="1400"/>
                      </a:cubicBezTo>
                      <a:cubicBezTo>
                        <a:pt x="4" y="1501"/>
                        <a:pt x="42" y="1608"/>
                        <a:pt x="123" y="1640"/>
                      </a:cubicBezTo>
                      <a:cubicBezTo>
                        <a:pt x="136" y="1644"/>
                        <a:pt x="150" y="1647"/>
                        <a:pt x="165" y="1647"/>
                      </a:cubicBezTo>
                      <a:cubicBezTo>
                        <a:pt x="189" y="1647"/>
                        <a:pt x="215" y="1640"/>
                        <a:pt x="241" y="1627"/>
                      </a:cubicBezTo>
                      <a:cubicBezTo>
                        <a:pt x="279" y="1678"/>
                        <a:pt x="336" y="1721"/>
                        <a:pt x="390" y="1721"/>
                      </a:cubicBezTo>
                      <a:cubicBezTo>
                        <a:pt x="406" y="1721"/>
                        <a:pt x="421" y="1717"/>
                        <a:pt x="436" y="1709"/>
                      </a:cubicBezTo>
                      <a:cubicBezTo>
                        <a:pt x="639" y="1603"/>
                        <a:pt x="432" y="1306"/>
                        <a:pt x="427" y="1298"/>
                      </a:cubicBezTo>
                      <a:lnTo>
                        <a:pt x="412" y="598"/>
                      </a:lnTo>
                      <a:cubicBezTo>
                        <a:pt x="408" y="468"/>
                        <a:pt x="423" y="354"/>
                        <a:pt x="481" y="241"/>
                      </a:cubicBezTo>
                      <a:cubicBezTo>
                        <a:pt x="489" y="220"/>
                        <a:pt x="497" y="192"/>
                        <a:pt x="497" y="168"/>
                      </a:cubicBezTo>
                      <a:cubicBezTo>
                        <a:pt x="497" y="82"/>
                        <a:pt x="440" y="16"/>
                        <a:pt x="367" y="16"/>
                      </a:cubicBezTo>
                      <a:cubicBezTo>
                        <a:pt x="318" y="16"/>
                        <a:pt x="249"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9"/>
                <p:cNvSpPr/>
                <p:nvPr/>
              </p:nvSpPr>
              <p:spPr>
                <a:xfrm>
                  <a:off x="1254125" y="988270"/>
                  <a:ext cx="75506" cy="140378"/>
                </a:xfrm>
                <a:custGeom>
                  <a:avLst/>
                  <a:gdLst/>
                  <a:ahLst/>
                  <a:cxnLst/>
                  <a:rect l="l" t="t" r="r" b="b"/>
                  <a:pathLst>
                    <a:path w="916" h="1703" extrusionOk="0">
                      <a:moveTo>
                        <a:pt x="444" y="0"/>
                      </a:moveTo>
                      <a:cubicBezTo>
                        <a:pt x="437" y="0"/>
                        <a:pt x="430" y="1"/>
                        <a:pt x="423" y="2"/>
                      </a:cubicBezTo>
                      <a:cubicBezTo>
                        <a:pt x="374" y="10"/>
                        <a:pt x="338" y="51"/>
                        <a:pt x="325" y="104"/>
                      </a:cubicBezTo>
                      <a:cubicBezTo>
                        <a:pt x="289" y="70"/>
                        <a:pt x="244" y="48"/>
                        <a:pt x="198" y="48"/>
                      </a:cubicBezTo>
                      <a:cubicBezTo>
                        <a:pt x="188" y="48"/>
                        <a:pt x="177" y="49"/>
                        <a:pt x="167" y="51"/>
                      </a:cubicBezTo>
                      <a:cubicBezTo>
                        <a:pt x="66" y="71"/>
                        <a:pt x="0" y="185"/>
                        <a:pt x="21" y="303"/>
                      </a:cubicBezTo>
                      <a:cubicBezTo>
                        <a:pt x="33" y="364"/>
                        <a:pt x="66" y="413"/>
                        <a:pt x="106" y="445"/>
                      </a:cubicBezTo>
                      <a:cubicBezTo>
                        <a:pt x="175" y="498"/>
                        <a:pt x="212" y="579"/>
                        <a:pt x="224" y="665"/>
                      </a:cubicBezTo>
                      <a:lnTo>
                        <a:pt x="301" y="1296"/>
                      </a:lnTo>
                      <a:cubicBezTo>
                        <a:pt x="310" y="1348"/>
                        <a:pt x="305" y="1401"/>
                        <a:pt x="293" y="1454"/>
                      </a:cubicBezTo>
                      <a:cubicBezTo>
                        <a:pt x="277" y="1560"/>
                        <a:pt x="329" y="1658"/>
                        <a:pt x="415" y="1674"/>
                      </a:cubicBezTo>
                      <a:cubicBezTo>
                        <a:pt x="420" y="1674"/>
                        <a:pt x="426" y="1674"/>
                        <a:pt x="431" y="1674"/>
                      </a:cubicBezTo>
                      <a:cubicBezTo>
                        <a:pt x="466" y="1674"/>
                        <a:pt x="500" y="1663"/>
                        <a:pt x="529" y="1641"/>
                      </a:cubicBezTo>
                      <a:cubicBezTo>
                        <a:pt x="570" y="1677"/>
                        <a:pt x="624" y="1703"/>
                        <a:pt x="673" y="1703"/>
                      </a:cubicBezTo>
                      <a:cubicBezTo>
                        <a:pt x="698" y="1703"/>
                        <a:pt x="721" y="1697"/>
                        <a:pt x="740" y="1682"/>
                      </a:cubicBezTo>
                      <a:cubicBezTo>
                        <a:pt x="915" y="1540"/>
                        <a:pt x="659" y="1287"/>
                        <a:pt x="652" y="1275"/>
                      </a:cubicBezTo>
                      <a:lnTo>
                        <a:pt x="496" y="596"/>
                      </a:lnTo>
                      <a:cubicBezTo>
                        <a:pt x="472" y="470"/>
                        <a:pt x="541" y="323"/>
                        <a:pt x="573" y="201"/>
                      </a:cubicBezTo>
                      <a:cubicBezTo>
                        <a:pt x="582" y="177"/>
                        <a:pt x="582" y="152"/>
                        <a:pt x="578" y="124"/>
                      </a:cubicBezTo>
                      <a:cubicBezTo>
                        <a:pt x="563" y="50"/>
                        <a:pt x="506" y="0"/>
                        <a:pt x="4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9"/>
                <p:cNvSpPr/>
                <p:nvPr/>
              </p:nvSpPr>
              <p:spPr>
                <a:xfrm>
                  <a:off x="1154467" y="1056028"/>
                  <a:ext cx="76248" cy="119936"/>
                </a:xfrm>
                <a:custGeom>
                  <a:avLst/>
                  <a:gdLst/>
                  <a:ahLst/>
                  <a:cxnLst/>
                  <a:rect l="l" t="t" r="r" b="b"/>
                  <a:pathLst>
                    <a:path w="925" h="1455" extrusionOk="0">
                      <a:moveTo>
                        <a:pt x="380" y="1"/>
                      </a:moveTo>
                      <a:cubicBezTo>
                        <a:pt x="369" y="1"/>
                        <a:pt x="358" y="2"/>
                        <a:pt x="347" y="6"/>
                      </a:cubicBezTo>
                      <a:cubicBezTo>
                        <a:pt x="306" y="18"/>
                        <a:pt x="282" y="55"/>
                        <a:pt x="274" y="99"/>
                      </a:cubicBezTo>
                      <a:cubicBezTo>
                        <a:pt x="244" y="78"/>
                        <a:pt x="208" y="64"/>
                        <a:pt x="172" y="64"/>
                      </a:cubicBezTo>
                      <a:cubicBezTo>
                        <a:pt x="158" y="64"/>
                        <a:pt x="145" y="66"/>
                        <a:pt x="131" y="71"/>
                      </a:cubicBezTo>
                      <a:cubicBezTo>
                        <a:pt x="45" y="99"/>
                        <a:pt x="1" y="201"/>
                        <a:pt x="30" y="303"/>
                      </a:cubicBezTo>
                      <a:cubicBezTo>
                        <a:pt x="45" y="356"/>
                        <a:pt x="79" y="392"/>
                        <a:pt x="119" y="416"/>
                      </a:cubicBezTo>
                      <a:cubicBezTo>
                        <a:pt x="180" y="457"/>
                        <a:pt x="220" y="526"/>
                        <a:pt x="241" y="600"/>
                      </a:cubicBezTo>
                      <a:lnTo>
                        <a:pt x="367" y="1137"/>
                      </a:lnTo>
                      <a:cubicBezTo>
                        <a:pt x="379" y="1182"/>
                        <a:pt x="379" y="1230"/>
                        <a:pt x="375" y="1275"/>
                      </a:cubicBezTo>
                      <a:cubicBezTo>
                        <a:pt x="372" y="1368"/>
                        <a:pt x="428" y="1450"/>
                        <a:pt x="501" y="1454"/>
                      </a:cubicBezTo>
                      <a:cubicBezTo>
                        <a:pt x="538" y="1454"/>
                        <a:pt x="571" y="1441"/>
                        <a:pt x="599" y="1413"/>
                      </a:cubicBezTo>
                      <a:cubicBezTo>
                        <a:pt x="633" y="1438"/>
                        <a:pt x="677" y="1455"/>
                        <a:pt x="715" y="1455"/>
                      </a:cubicBezTo>
                      <a:cubicBezTo>
                        <a:pt x="741" y="1455"/>
                        <a:pt x="764" y="1447"/>
                        <a:pt x="782" y="1430"/>
                      </a:cubicBezTo>
                      <a:cubicBezTo>
                        <a:pt x="924" y="1291"/>
                        <a:pt x="676" y="1096"/>
                        <a:pt x="668" y="1088"/>
                      </a:cubicBezTo>
                      <a:lnTo>
                        <a:pt x="473" y="510"/>
                      </a:lnTo>
                      <a:cubicBezTo>
                        <a:pt x="436" y="404"/>
                        <a:pt x="485" y="275"/>
                        <a:pt x="501" y="160"/>
                      </a:cubicBezTo>
                      <a:cubicBezTo>
                        <a:pt x="505" y="140"/>
                        <a:pt x="501" y="119"/>
                        <a:pt x="498" y="95"/>
                      </a:cubicBezTo>
                      <a:cubicBezTo>
                        <a:pt x="477" y="38"/>
                        <a:pt x="430" y="1"/>
                        <a:pt x="3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9"/>
                <p:cNvSpPr/>
                <p:nvPr/>
              </p:nvSpPr>
              <p:spPr>
                <a:xfrm>
                  <a:off x="1103195" y="1141014"/>
                  <a:ext cx="66521" cy="104604"/>
                </a:xfrm>
                <a:custGeom>
                  <a:avLst/>
                  <a:gdLst/>
                  <a:ahLst/>
                  <a:cxnLst/>
                  <a:rect l="l" t="t" r="r" b="b"/>
                  <a:pathLst>
                    <a:path w="807" h="1269" extrusionOk="0">
                      <a:moveTo>
                        <a:pt x="331" y="0"/>
                      </a:moveTo>
                      <a:cubicBezTo>
                        <a:pt x="323" y="0"/>
                        <a:pt x="314" y="1"/>
                        <a:pt x="305" y="4"/>
                      </a:cubicBezTo>
                      <a:cubicBezTo>
                        <a:pt x="269" y="16"/>
                        <a:pt x="245" y="49"/>
                        <a:pt x="241" y="89"/>
                      </a:cubicBezTo>
                      <a:cubicBezTo>
                        <a:pt x="213" y="68"/>
                        <a:pt x="182" y="56"/>
                        <a:pt x="151" y="56"/>
                      </a:cubicBezTo>
                      <a:cubicBezTo>
                        <a:pt x="140" y="56"/>
                        <a:pt x="129" y="58"/>
                        <a:pt x="119" y="61"/>
                      </a:cubicBezTo>
                      <a:cubicBezTo>
                        <a:pt x="42" y="85"/>
                        <a:pt x="1" y="175"/>
                        <a:pt x="29" y="264"/>
                      </a:cubicBezTo>
                      <a:cubicBezTo>
                        <a:pt x="42" y="309"/>
                        <a:pt x="70" y="342"/>
                        <a:pt x="102" y="366"/>
                      </a:cubicBezTo>
                      <a:cubicBezTo>
                        <a:pt x="159" y="399"/>
                        <a:pt x="196" y="459"/>
                        <a:pt x="213" y="521"/>
                      </a:cubicBezTo>
                      <a:lnTo>
                        <a:pt x="322" y="992"/>
                      </a:lnTo>
                      <a:cubicBezTo>
                        <a:pt x="335" y="1029"/>
                        <a:pt x="335" y="1069"/>
                        <a:pt x="330" y="1110"/>
                      </a:cubicBezTo>
                      <a:cubicBezTo>
                        <a:pt x="326" y="1191"/>
                        <a:pt x="375" y="1261"/>
                        <a:pt x="440" y="1265"/>
                      </a:cubicBezTo>
                      <a:cubicBezTo>
                        <a:pt x="445" y="1265"/>
                        <a:pt x="449" y="1266"/>
                        <a:pt x="454" y="1266"/>
                      </a:cubicBezTo>
                      <a:cubicBezTo>
                        <a:pt x="480" y="1266"/>
                        <a:pt x="503" y="1253"/>
                        <a:pt x="521" y="1232"/>
                      </a:cubicBezTo>
                      <a:cubicBezTo>
                        <a:pt x="552" y="1254"/>
                        <a:pt x="590" y="1269"/>
                        <a:pt x="624" y="1269"/>
                      </a:cubicBezTo>
                      <a:cubicBezTo>
                        <a:pt x="647" y="1269"/>
                        <a:pt x="669" y="1262"/>
                        <a:pt x="684" y="1245"/>
                      </a:cubicBezTo>
                      <a:cubicBezTo>
                        <a:pt x="806" y="1123"/>
                        <a:pt x="590" y="956"/>
                        <a:pt x="586" y="947"/>
                      </a:cubicBezTo>
                      <a:lnTo>
                        <a:pt x="416" y="444"/>
                      </a:lnTo>
                      <a:cubicBezTo>
                        <a:pt x="383" y="354"/>
                        <a:pt x="423" y="236"/>
                        <a:pt x="440" y="142"/>
                      </a:cubicBezTo>
                      <a:cubicBezTo>
                        <a:pt x="444" y="122"/>
                        <a:pt x="440" y="102"/>
                        <a:pt x="436" y="85"/>
                      </a:cubicBezTo>
                      <a:cubicBezTo>
                        <a:pt x="419" y="34"/>
                        <a:pt x="376" y="0"/>
                        <a:pt x="33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9"/>
                <p:cNvSpPr/>
                <p:nvPr/>
              </p:nvSpPr>
              <p:spPr>
                <a:xfrm>
                  <a:off x="1437533" y="1310821"/>
                  <a:ext cx="149610" cy="149858"/>
                </a:xfrm>
                <a:custGeom>
                  <a:avLst/>
                  <a:gdLst/>
                  <a:ahLst/>
                  <a:cxnLst/>
                  <a:rect l="l" t="t" r="r" b="b"/>
                  <a:pathLst>
                    <a:path w="1815" h="1818" extrusionOk="0">
                      <a:moveTo>
                        <a:pt x="1492" y="1"/>
                      </a:moveTo>
                      <a:cubicBezTo>
                        <a:pt x="1408" y="1"/>
                        <a:pt x="1317" y="56"/>
                        <a:pt x="1266" y="149"/>
                      </a:cubicBezTo>
                      <a:cubicBezTo>
                        <a:pt x="1258" y="161"/>
                        <a:pt x="1253" y="169"/>
                        <a:pt x="1249" y="181"/>
                      </a:cubicBezTo>
                      <a:lnTo>
                        <a:pt x="492" y="1084"/>
                      </a:lnTo>
                      <a:cubicBezTo>
                        <a:pt x="399" y="1187"/>
                        <a:pt x="273" y="1255"/>
                        <a:pt x="139" y="1304"/>
                      </a:cubicBezTo>
                      <a:cubicBezTo>
                        <a:pt x="115" y="1313"/>
                        <a:pt x="90" y="1328"/>
                        <a:pt x="70" y="1349"/>
                      </a:cubicBezTo>
                      <a:cubicBezTo>
                        <a:pt x="8" y="1414"/>
                        <a:pt x="0" y="1512"/>
                        <a:pt x="57" y="1568"/>
                      </a:cubicBezTo>
                      <a:cubicBezTo>
                        <a:pt x="82" y="1591"/>
                        <a:pt x="113" y="1603"/>
                        <a:pt x="147" y="1603"/>
                      </a:cubicBezTo>
                      <a:cubicBezTo>
                        <a:pt x="168" y="1603"/>
                        <a:pt x="190" y="1598"/>
                        <a:pt x="212" y="1589"/>
                      </a:cubicBezTo>
                      <a:lnTo>
                        <a:pt x="212" y="1589"/>
                      </a:lnTo>
                      <a:cubicBezTo>
                        <a:pt x="200" y="1654"/>
                        <a:pt x="216" y="1719"/>
                        <a:pt x="265" y="1764"/>
                      </a:cubicBezTo>
                      <a:cubicBezTo>
                        <a:pt x="301" y="1800"/>
                        <a:pt x="349" y="1818"/>
                        <a:pt x="399" y="1818"/>
                      </a:cubicBezTo>
                      <a:cubicBezTo>
                        <a:pt x="463" y="1818"/>
                        <a:pt x="530" y="1790"/>
                        <a:pt x="582" y="1735"/>
                      </a:cubicBezTo>
                      <a:cubicBezTo>
                        <a:pt x="627" y="1686"/>
                        <a:pt x="652" y="1630"/>
                        <a:pt x="656" y="1572"/>
                      </a:cubicBezTo>
                      <a:cubicBezTo>
                        <a:pt x="659" y="1479"/>
                        <a:pt x="708" y="1390"/>
                        <a:pt x="778" y="1324"/>
                      </a:cubicBezTo>
                      <a:lnTo>
                        <a:pt x="1510" y="657"/>
                      </a:lnTo>
                      <a:cubicBezTo>
                        <a:pt x="1555" y="620"/>
                        <a:pt x="1604" y="588"/>
                        <a:pt x="1656" y="564"/>
                      </a:cubicBezTo>
                      <a:cubicBezTo>
                        <a:pt x="1762" y="515"/>
                        <a:pt x="1814" y="406"/>
                        <a:pt x="1778" y="320"/>
                      </a:cubicBezTo>
                      <a:cubicBezTo>
                        <a:pt x="1758" y="279"/>
                        <a:pt x="1722" y="250"/>
                        <a:pt x="1677" y="239"/>
                      </a:cubicBezTo>
                      <a:cubicBezTo>
                        <a:pt x="1685" y="145"/>
                        <a:pt x="1652" y="64"/>
                        <a:pt x="1579" y="23"/>
                      </a:cubicBezTo>
                      <a:cubicBezTo>
                        <a:pt x="1552" y="8"/>
                        <a:pt x="1523" y="1"/>
                        <a:pt x="14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9"/>
                <p:cNvSpPr/>
                <p:nvPr/>
              </p:nvSpPr>
              <p:spPr>
                <a:xfrm>
                  <a:off x="1281245" y="1138376"/>
                  <a:ext cx="66439" cy="216049"/>
                </a:xfrm>
                <a:custGeom>
                  <a:avLst/>
                  <a:gdLst/>
                  <a:ahLst/>
                  <a:cxnLst/>
                  <a:rect l="l" t="t" r="r" b="b"/>
                  <a:pathLst>
                    <a:path w="806" h="2621" extrusionOk="0">
                      <a:moveTo>
                        <a:pt x="386" y="1"/>
                      </a:moveTo>
                      <a:cubicBezTo>
                        <a:pt x="322" y="1"/>
                        <a:pt x="260" y="40"/>
                        <a:pt x="220" y="101"/>
                      </a:cubicBezTo>
                      <a:cubicBezTo>
                        <a:pt x="199" y="92"/>
                        <a:pt x="177" y="87"/>
                        <a:pt x="157" y="87"/>
                      </a:cubicBezTo>
                      <a:cubicBezTo>
                        <a:pt x="138" y="87"/>
                        <a:pt x="120" y="91"/>
                        <a:pt x="103" y="101"/>
                      </a:cubicBezTo>
                      <a:cubicBezTo>
                        <a:pt x="25" y="138"/>
                        <a:pt x="0" y="247"/>
                        <a:pt x="49" y="345"/>
                      </a:cubicBezTo>
                      <a:cubicBezTo>
                        <a:pt x="70" y="393"/>
                        <a:pt x="90" y="442"/>
                        <a:pt x="98" y="496"/>
                      </a:cubicBezTo>
                      <a:lnTo>
                        <a:pt x="306" y="2017"/>
                      </a:lnTo>
                      <a:cubicBezTo>
                        <a:pt x="318" y="2102"/>
                        <a:pt x="306" y="2192"/>
                        <a:pt x="253" y="2261"/>
                      </a:cubicBezTo>
                      <a:cubicBezTo>
                        <a:pt x="225" y="2302"/>
                        <a:pt x="208" y="2359"/>
                        <a:pt x="212" y="2419"/>
                      </a:cubicBezTo>
                      <a:cubicBezTo>
                        <a:pt x="224" y="2534"/>
                        <a:pt x="307" y="2621"/>
                        <a:pt x="405" y="2621"/>
                      </a:cubicBezTo>
                      <a:cubicBezTo>
                        <a:pt x="412" y="2621"/>
                        <a:pt x="418" y="2620"/>
                        <a:pt x="424" y="2620"/>
                      </a:cubicBezTo>
                      <a:cubicBezTo>
                        <a:pt x="481" y="2615"/>
                        <a:pt x="529" y="2579"/>
                        <a:pt x="562" y="2526"/>
                      </a:cubicBezTo>
                      <a:cubicBezTo>
                        <a:pt x="585" y="2572"/>
                        <a:pt x="626" y="2599"/>
                        <a:pt x="671" y="2599"/>
                      </a:cubicBezTo>
                      <a:cubicBezTo>
                        <a:pt x="674" y="2599"/>
                        <a:pt x="677" y="2599"/>
                        <a:pt x="680" y="2599"/>
                      </a:cubicBezTo>
                      <a:cubicBezTo>
                        <a:pt x="753" y="2590"/>
                        <a:pt x="806" y="2517"/>
                        <a:pt x="798" y="2436"/>
                      </a:cubicBezTo>
                      <a:cubicBezTo>
                        <a:pt x="794" y="2408"/>
                        <a:pt x="786" y="2383"/>
                        <a:pt x="774" y="2363"/>
                      </a:cubicBezTo>
                      <a:cubicBezTo>
                        <a:pt x="704" y="2253"/>
                        <a:pt x="655" y="2135"/>
                        <a:pt x="648" y="2004"/>
                      </a:cubicBezTo>
                      <a:lnTo>
                        <a:pt x="554" y="305"/>
                      </a:lnTo>
                      <a:cubicBezTo>
                        <a:pt x="558" y="292"/>
                        <a:pt x="562" y="280"/>
                        <a:pt x="562" y="271"/>
                      </a:cubicBezTo>
                      <a:cubicBezTo>
                        <a:pt x="586" y="138"/>
                        <a:pt x="518" y="20"/>
                        <a:pt x="411" y="3"/>
                      </a:cubicBezTo>
                      <a:cubicBezTo>
                        <a:pt x="403" y="2"/>
                        <a:pt x="395" y="1"/>
                        <a:pt x="38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9"/>
                <p:cNvSpPr/>
                <p:nvPr/>
              </p:nvSpPr>
              <p:spPr>
                <a:xfrm>
                  <a:off x="1191066" y="1178190"/>
                  <a:ext cx="89601" cy="199975"/>
                </a:xfrm>
                <a:custGeom>
                  <a:avLst/>
                  <a:gdLst/>
                  <a:ahLst/>
                  <a:cxnLst/>
                  <a:rect l="l" t="t" r="r" b="b"/>
                  <a:pathLst>
                    <a:path w="1087" h="2426" extrusionOk="0">
                      <a:moveTo>
                        <a:pt x="343" y="0"/>
                      </a:moveTo>
                      <a:cubicBezTo>
                        <a:pt x="273" y="0"/>
                        <a:pt x="212" y="49"/>
                        <a:pt x="183" y="118"/>
                      </a:cubicBezTo>
                      <a:cubicBezTo>
                        <a:pt x="171" y="116"/>
                        <a:pt x="159" y="115"/>
                        <a:pt x="147" y="115"/>
                      </a:cubicBezTo>
                      <a:cubicBezTo>
                        <a:pt x="119" y="115"/>
                        <a:pt x="94" y="122"/>
                        <a:pt x="74" y="139"/>
                      </a:cubicBezTo>
                      <a:cubicBezTo>
                        <a:pt x="9" y="184"/>
                        <a:pt x="1" y="289"/>
                        <a:pt x="57" y="370"/>
                      </a:cubicBezTo>
                      <a:cubicBezTo>
                        <a:pt x="90" y="411"/>
                        <a:pt x="114" y="452"/>
                        <a:pt x="127" y="501"/>
                      </a:cubicBezTo>
                      <a:lnTo>
                        <a:pt x="550" y="1876"/>
                      </a:lnTo>
                      <a:cubicBezTo>
                        <a:pt x="574" y="1953"/>
                        <a:pt x="574" y="2039"/>
                        <a:pt x="538" y="2112"/>
                      </a:cubicBezTo>
                      <a:cubicBezTo>
                        <a:pt x="517" y="2156"/>
                        <a:pt x="509" y="2210"/>
                        <a:pt x="525" y="2263"/>
                      </a:cubicBezTo>
                      <a:cubicBezTo>
                        <a:pt x="550" y="2358"/>
                        <a:pt x="627" y="2425"/>
                        <a:pt x="711" y="2425"/>
                      </a:cubicBezTo>
                      <a:cubicBezTo>
                        <a:pt x="723" y="2425"/>
                        <a:pt x="736" y="2424"/>
                        <a:pt x="749" y="2421"/>
                      </a:cubicBezTo>
                      <a:cubicBezTo>
                        <a:pt x="801" y="2405"/>
                        <a:pt x="839" y="2364"/>
                        <a:pt x="859" y="2311"/>
                      </a:cubicBezTo>
                      <a:cubicBezTo>
                        <a:pt x="886" y="2345"/>
                        <a:pt x="922" y="2362"/>
                        <a:pt x="962" y="2362"/>
                      </a:cubicBezTo>
                      <a:cubicBezTo>
                        <a:pt x="969" y="2362"/>
                        <a:pt x="977" y="2361"/>
                        <a:pt x="985" y="2360"/>
                      </a:cubicBezTo>
                      <a:cubicBezTo>
                        <a:pt x="1046" y="2340"/>
                        <a:pt x="1087" y="2266"/>
                        <a:pt x="1066" y="2189"/>
                      </a:cubicBezTo>
                      <a:cubicBezTo>
                        <a:pt x="1058" y="2165"/>
                        <a:pt x="1046" y="2144"/>
                        <a:pt x="1034" y="2128"/>
                      </a:cubicBezTo>
                      <a:cubicBezTo>
                        <a:pt x="953" y="2039"/>
                        <a:pt x="891" y="1933"/>
                        <a:pt x="863" y="1814"/>
                      </a:cubicBezTo>
                      <a:lnTo>
                        <a:pt x="521" y="257"/>
                      </a:lnTo>
                      <a:cubicBezTo>
                        <a:pt x="521" y="244"/>
                        <a:pt x="525" y="237"/>
                        <a:pt x="525" y="224"/>
                      </a:cubicBezTo>
                      <a:cubicBezTo>
                        <a:pt x="525" y="102"/>
                        <a:pt x="444" y="0"/>
                        <a:pt x="3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9"/>
                <p:cNvSpPr/>
                <p:nvPr/>
              </p:nvSpPr>
              <p:spPr>
                <a:xfrm>
                  <a:off x="1139464" y="1245866"/>
                  <a:ext cx="83172" cy="157112"/>
                </a:xfrm>
                <a:custGeom>
                  <a:avLst/>
                  <a:gdLst/>
                  <a:ahLst/>
                  <a:cxnLst/>
                  <a:rect l="l" t="t" r="r" b="b"/>
                  <a:pathLst>
                    <a:path w="1009" h="1906" extrusionOk="0">
                      <a:moveTo>
                        <a:pt x="269" y="1"/>
                      </a:moveTo>
                      <a:cubicBezTo>
                        <a:pt x="264" y="1"/>
                        <a:pt x="260" y="1"/>
                        <a:pt x="256" y="1"/>
                      </a:cubicBezTo>
                      <a:cubicBezTo>
                        <a:pt x="199" y="5"/>
                        <a:pt x="154" y="50"/>
                        <a:pt x="134" y="107"/>
                      </a:cubicBezTo>
                      <a:cubicBezTo>
                        <a:pt x="129" y="106"/>
                        <a:pt x="124" y="106"/>
                        <a:pt x="119" y="106"/>
                      </a:cubicBezTo>
                      <a:cubicBezTo>
                        <a:pt x="95" y="106"/>
                        <a:pt x="69" y="114"/>
                        <a:pt x="49" y="131"/>
                      </a:cubicBezTo>
                      <a:cubicBezTo>
                        <a:pt x="0" y="172"/>
                        <a:pt x="4" y="257"/>
                        <a:pt x="57" y="319"/>
                      </a:cubicBezTo>
                      <a:cubicBezTo>
                        <a:pt x="81" y="347"/>
                        <a:pt x="105" y="379"/>
                        <a:pt x="122" y="416"/>
                      </a:cubicBezTo>
                      <a:lnTo>
                        <a:pt x="557" y="1482"/>
                      </a:lnTo>
                      <a:cubicBezTo>
                        <a:pt x="582" y="1539"/>
                        <a:pt x="586" y="1608"/>
                        <a:pt x="565" y="1669"/>
                      </a:cubicBezTo>
                      <a:cubicBezTo>
                        <a:pt x="549" y="1706"/>
                        <a:pt x="549" y="1746"/>
                        <a:pt x="565" y="1791"/>
                      </a:cubicBezTo>
                      <a:cubicBezTo>
                        <a:pt x="588" y="1860"/>
                        <a:pt x="648" y="1905"/>
                        <a:pt x="708" y="1905"/>
                      </a:cubicBezTo>
                      <a:cubicBezTo>
                        <a:pt x="723" y="1905"/>
                        <a:pt x="738" y="1902"/>
                        <a:pt x="753" y="1896"/>
                      </a:cubicBezTo>
                      <a:cubicBezTo>
                        <a:pt x="793" y="1881"/>
                        <a:pt x="822" y="1848"/>
                        <a:pt x="834" y="1804"/>
                      </a:cubicBezTo>
                      <a:cubicBezTo>
                        <a:pt x="855" y="1825"/>
                        <a:pt x="883" y="1837"/>
                        <a:pt x="909" y="1837"/>
                      </a:cubicBezTo>
                      <a:cubicBezTo>
                        <a:pt x="918" y="1837"/>
                        <a:pt x="927" y="1835"/>
                        <a:pt x="935" y="1832"/>
                      </a:cubicBezTo>
                      <a:cubicBezTo>
                        <a:pt x="988" y="1812"/>
                        <a:pt x="1009" y="1750"/>
                        <a:pt x="988" y="1693"/>
                      </a:cubicBezTo>
                      <a:cubicBezTo>
                        <a:pt x="984" y="1673"/>
                        <a:pt x="972" y="1657"/>
                        <a:pt x="960" y="1645"/>
                      </a:cubicBezTo>
                      <a:cubicBezTo>
                        <a:pt x="890" y="1579"/>
                        <a:pt x="830" y="1498"/>
                        <a:pt x="802" y="1408"/>
                      </a:cubicBezTo>
                      <a:lnTo>
                        <a:pt x="415" y="193"/>
                      </a:lnTo>
                      <a:lnTo>
                        <a:pt x="415" y="168"/>
                      </a:lnTo>
                      <a:cubicBezTo>
                        <a:pt x="408" y="71"/>
                        <a:pt x="342" y="1"/>
                        <a:pt x="2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9"/>
                <p:cNvSpPr/>
                <p:nvPr/>
              </p:nvSpPr>
              <p:spPr>
                <a:xfrm>
                  <a:off x="1203843" y="1448975"/>
                  <a:ext cx="229403" cy="109385"/>
                </a:xfrm>
                <a:custGeom>
                  <a:avLst/>
                  <a:gdLst/>
                  <a:ahLst/>
                  <a:cxnLst/>
                  <a:rect l="l" t="t" r="r" b="b"/>
                  <a:pathLst>
                    <a:path w="2783" h="1327" extrusionOk="0">
                      <a:moveTo>
                        <a:pt x="1640" y="0"/>
                      </a:moveTo>
                      <a:cubicBezTo>
                        <a:pt x="1614" y="0"/>
                        <a:pt x="1588" y="3"/>
                        <a:pt x="1562" y="10"/>
                      </a:cubicBezTo>
                      <a:lnTo>
                        <a:pt x="252" y="328"/>
                      </a:lnTo>
                      <a:cubicBezTo>
                        <a:pt x="98" y="369"/>
                        <a:pt x="0" y="519"/>
                        <a:pt x="28" y="673"/>
                      </a:cubicBezTo>
                      <a:lnTo>
                        <a:pt x="106" y="1081"/>
                      </a:lnTo>
                      <a:cubicBezTo>
                        <a:pt x="130" y="1224"/>
                        <a:pt x="254" y="1326"/>
                        <a:pt x="394" y="1326"/>
                      </a:cubicBezTo>
                      <a:cubicBezTo>
                        <a:pt x="413" y="1326"/>
                        <a:pt x="432" y="1325"/>
                        <a:pt x="451" y="1321"/>
                      </a:cubicBezTo>
                      <a:lnTo>
                        <a:pt x="1432" y="1125"/>
                      </a:lnTo>
                      <a:cubicBezTo>
                        <a:pt x="1447" y="1124"/>
                        <a:pt x="1462" y="1123"/>
                        <a:pt x="1477" y="1123"/>
                      </a:cubicBezTo>
                      <a:cubicBezTo>
                        <a:pt x="1492" y="1123"/>
                        <a:pt x="1507" y="1124"/>
                        <a:pt x="1521" y="1125"/>
                      </a:cubicBezTo>
                      <a:lnTo>
                        <a:pt x="2229" y="1203"/>
                      </a:lnTo>
                      <a:cubicBezTo>
                        <a:pt x="2238" y="1203"/>
                        <a:pt x="2248" y="1204"/>
                        <a:pt x="2257" y="1204"/>
                      </a:cubicBezTo>
                      <a:cubicBezTo>
                        <a:pt x="2385" y="1204"/>
                        <a:pt x="2501" y="1129"/>
                        <a:pt x="2542" y="1007"/>
                      </a:cubicBezTo>
                      <a:lnTo>
                        <a:pt x="2717" y="536"/>
                      </a:lnTo>
                      <a:cubicBezTo>
                        <a:pt x="2783" y="360"/>
                        <a:pt x="2672" y="170"/>
                        <a:pt x="2486" y="136"/>
                      </a:cubicBezTo>
                      <a:lnTo>
                        <a:pt x="1684" y="3"/>
                      </a:lnTo>
                      <a:cubicBezTo>
                        <a:pt x="1669" y="1"/>
                        <a:pt x="1654" y="0"/>
                        <a:pt x="16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9"/>
                <p:cNvSpPr/>
                <p:nvPr/>
              </p:nvSpPr>
              <p:spPr>
                <a:xfrm>
                  <a:off x="1327159" y="1359538"/>
                  <a:ext cx="116803" cy="89849"/>
                </a:xfrm>
                <a:custGeom>
                  <a:avLst/>
                  <a:gdLst/>
                  <a:ahLst/>
                  <a:cxnLst/>
                  <a:rect l="l" t="t" r="r" b="b"/>
                  <a:pathLst>
                    <a:path w="1417" h="1090" extrusionOk="0">
                      <a:moveTo>
                        <a:pt x="594" y="0"/>
                      </a:moveTo>
                      <a:cubicBezTo>
                        <a:pt x="385" y="0"/>
                        <a:pt x="181" y="145"/>
                        <a:pt x="102" y="376"/>
                      </a:cubicBezTo>
                      <a:cubicBezTo>
                        <a:pt x="1" y="656"/>
                        <a:pt x="127" y="957"/>
                        <a:pt x="384" y="1047"/>
                      </a:cubicBezTo>
                      <a:cubicBezTo>
                        <a:pt x="433" y="1064"/>
                        <a:pt x="483" y="1072"/>
                        <a:pt x="533" y="1072"/>
                      </a:cubicBezTo>
                      <a:cubicBezTo>
                        <a:pt x="614" y="1072"/>
                        <a:pt x="693" y="1050"/>
                        <a:pt x="766" y="1011"/>
                      </a:cubicBezTo>
                      <a:cubicBezTo>
                        <a:pt x="795" y="1035"/>
                        <a:pt x="827" y="1054"/>
                        <a:pt x="864" y="1071"/>
                      </a:cubicBezTo>
                      <a:cubicBezTo>
                        <a:pt x="899" y="1083"/>
                        <a:pt x="936" y="1089"/>
                        <a:pt x="972" y="1089"/>
                      </a:cubicBezTo>
                      <a:cubicBezTo>
                        <a:pt x="1130" y="1089"/>
                        <a:pt x="1284" y="979"/>
                        <a:pt x="1343" y="806"/>
                      </a:cubicBezTo>
                      <a:cubicBezTo>
                        <a:pt x="1417" y="599"/>
                        <a:pt x="1323" y="371"/>
                        <a:pt x="1132" y="307"/>
                      </a:cubicBezTo>
                      <a:cubicBezTo>
                        <a:pt x="1095" y="294"/>
                        <a:pt x="1054" y="290"/>
                        <a:pt x="1018" y="290"/>
                      </a:cubicBezTo>
                      <a:cubicBezTo>
                        <a:pt x="965" y="168"/>
                        <a:pt x="872" y="70"/>
                        <a:pt x="742" y="25"/>
                      </a:cubicBezTo>
                      <a:cubicBezTo>
                        <a:pt x="694" y="8"/>
                        <a:pt x="644" y="0"/>
                        <a:pt x="5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9"/>
                <p:cNvSpPr/>
                <p:nvPr/>
              </p:nvSpPr>
              <p:spPr>
                <a:xfrm>
                  <a:off x="1203513" y="1368852"/>
                  <a:ext cx="130816" cy="96196"/>
                </a:xfrm>
                <a:custGeom>
                  <a:avLst/>
                  <a:gdLst/>
                  <a:ahLst/>
                  <a:cxnLst/>
                  <a:rect l="l" t="t" r="r" b="b"/>
                  <a:pathLst>
                    <a:path w="1587" h="1167" extrusionOk="0">
                      <a:moveTo>
                        <a:pt x="967" y="1"/>
                      </a:moveTo>
                      <a:cubicBezTo>
                        <a:pt x="888" y="1"/>
                        <a:pt x="809" y="17"/>
                        <a:pt x="732" y="51"/>
                      </a:cubicBezTo>
                      <a:cubicBezTo>
                        <a:pt x="590" y="112"/>
                        <a:pt x="488" y="226"/>
                        <a:pt x="436" y="356"/>
                      </a:cubicBezTo>
                      <a:cubicBezTo>
                        <a:pt x="395" y="361"/>
                        <a:pt x="350" y="368"/>
                        <a:pt x="309" y="389"/>
                      </a:cubicBezTo>
                      <a:cubicBezTo>
                        <a:pt x="98" y="483"/>
                        <a:pt x="0" y="722"/>
                        <a:pt x="94" y="930"/>
                      </a:cubicBezTo>
                      <a:cubicBezTo>
                        <a:pt x="159" y="1078"/>
                        <a:pt x="307" y="1166"/>
                        <a:pt x="464" y="1166"/>
                      </a:cubicBezTo>
                      <a:cubicBezTo>
                        <a:pt x="522" y="1166"/>
                        <a:pt x="582" y="1154"/>
                        <a:pt x="639" y="1129"/>
                      </a:cubicBezTo>
                      <a:cubicBezTo>
                        <a:pt x="680" y="1108"/>
                        <a:pt x="716" y="1084"/>
                        <a:pt x="748" y="1056"/>
                      </a:cubicBezTo>
                      <a:cubicBezTo>
                        <a:pt x="807" y="1078"/>
                        <a:pt x="872" y="1089"/>
                        <a:pt x="937" y="1089"/>
                      </a:cubicBezTo>
                      <a:cubicBezTo>
                        <a:pt x="1016" y="1089"/>
                        <a:pt x="1096" y="1073"/>
                        <a:pt x="1172" y="1039"/>
                      </a:cubicBezTo>
                      <a:cubicBezTo>
                        <a:pt x="1456" y="913"/>
                        <a:pt x="1587" y="592"/>
                        <a:pt x="1465" y="316"/>
                      </a:cubicBezTo>
                      <a:cubicBezTo>
                        <a:pt x="1376" y="117"/>
                        <a:pt x="1177" y="1"/>
                        <a:pt x="9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9"/>
                <p:cNvSpPr/>
                <p:nvPr/>
              </p:nvSpPr>
              <p:spPr>
                <a:xfrm>
                  <a:off x="1311415" y="1358549"/>
                  <a:ext cx="32642" cy="26955"/>
                </a:xfrm>
                <a:custGeom>
                  <a:avLst/>
                  <a:gdLst/>
                  <a:ahLst/>
                  <a:cxnLst/>
                  <a:rect l="l" t="t" r="r" b="b"/>
                  <a:pathLst>
                    <a:path w="396" h="327" extrusionOk="0">
                      <a:moveTo>
                        <a:pt x="209" y="1"/>
                      </a:moveTo>
                      <a:cubicBezTo>
                        <a:pt x="203" y="1"/>
                        <a:pt x="197" y="1"/>
                        <a:pt x="192" y="1"/>
                      </a:cubicBezTo>
                      <a:cubicBezTo>
                        <a:pt x="119" y="5"/>
                        <a:pt x="0" y="33"/>
                        <a:pt x="0" y="123"/>
                      </a:cubicBezTo>
                      <a:cubicBezTo>
                        <a:pt x="5" y="215"/>
                        <a:pt x="131" y="327"/>
                        <a:pt x="201" y="327"/>
                      </a:cubicBezTo>
                      <a:cubicBezTo>
                        <a:pt x="202" y="327"/>
                        <a:pt x="203" y="326"/>
                        <a:pt x="205" y="326"/>
                      </a:cubicBezTo>
                      <a:cubicBezTo>
                        <a:pt x="278" y="326"/>
                        <a:pt x="396" y="200"/>
                        <a:pt x="391" y="111"/>
                      </a:cubicBezTo>
                      <a:cubicBezTo>
                        <a:pt x="387" y="24"/>
                        <a:pt x="283" y="1"/>
                        <a:pt x="2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9"/>
                <p:cNvSpPr/>
                <p:nvPr/>
              </p:nvSpPr>
              <p:spPr>
                <a:xfrm>
                  <a:off x="1393268" y="1439331"/>
                  <a:ext cx="71879" cy="56877"/>
                </a:xfrm>
                <a:custGeom>
                  <a:avLst/>
                  <a:gdLst/>
                  <a:ahLst/>
                  <a:cxnLst/>
                  <a:rect l="l" t="t" r="r" b="b"/>
                  <a:pathLst>
                    <a:path w="872" h="690" extrusionOk="0">
                      <a:moveTo>
                        <a:pt x="274" y="1"/>
                      </a:moveTo>
                      <a:cubicBezTo>
                        <a:pt x="197" y="1"/>
                        <a:pt x="126" y="26"/>
                        <a:pt x="86" y="99"/>
                      </a:cubicBezTo>
                      <a:cubicBezTo>
                        <a:pt x="0" y="262"/>
                        <a:pt x="98" y="595"/>
                        <a:pt x="228" y="664"/>
                      </a:cubicBezTo>
                      <a:cubicBezTo>
                        <a:pt x="258" y="681"/>
                        <a:pt x="299" y="689"/>
                        <a:pt x="346" y="689"/>
                      </a:cubicBezTo>
                      <a:cubicBezTo>
                        <a:pt x="501" y="689"/>
                        <a:pt x="717" y="602"/>
                        <a:pt x="785" y="477"/>
                      </a:cubicBezTo>
                      <a:cubicBezTo>
                        <a:pt x="871" y="319"/>
                        <a:pt x="680" y="152"/>
                        <a:pt x="550" y="79"/>
                      </a:cubicBezTo>
                      <a:cubicBezTo>
                        <a:pt x="478" y="40"/>
                        <a:pt x="370" y="1"/>
                        <a:pt x="2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9"/>
                <p:cNvSpPr/>
                <p:nvPr/>
              </p:nvSpPr>
              <p:spPr>
                <a:xfrm>
                  <a:off x="1561509" y="1109608"/>
                  <a:ext cx="39814" cy="61410"/>
                </a:xfrm>
                <a:custGeom>
                  <a:avLst/>
                  <a:gdLst/>
                  <a:ahLst/>
                  <a:cxnLst/>
                  <a:rect l="l" t="t" r="r" b="b"/>
                  <a:pathLst>
                    <a:path w="483" h="745" extrusionOk="0">
                      <a:moveTo>
                        <a:pt x="349" y="0"/>
                      </a:moveTo>
                      <a:cubicBezTo>
                        <a:pt x="330" y="0"/>
                        <a:pt x="312" y="27"/>
                        <a:pt x="303" y="83"/>
                      </a:cubicBezTo>
                      <a:cubicBezTo>
                        <a:pt x="266" y="320"/>
                        <a:pt x="30" y="507"/>
                        <a:pt x="14" y="637"/>
                      </a:cubicBezTo>
                      <a:cubicBezTo>
                        <a:pt x="0" y="719"/>
                        <a:pt x="63" y="744"/>
                        <a:pt x="135" y="744"/>
                      </a:cubicBezTo>
                      <a:cubicBezTo>
                        <a:pt x="174" y="744"/>
                        <a:pt x="216" y="737"/>
                        <a:pt x="250" y="727"/>
                      </a:cubicBezTo>
                      <a:cubicBezTo>
                        <a:pt x="266" y="722"/>
                        <a:pt x="282" y="720"/>
                        <a:pt x="297" y="720"/>
                      </a:cubicBezTo>
                      <a:cubicBezTo>
                        <a:pt x="308" y="720"/>
                        <a:pt x="318" y="721"/>
                        <a:pt x="327" y="723"/>
                      </a:cubicBezTo>
                      <a:cubicBezTo>
                        <a:pt x="334" y="725"/>
                        <a:pt x="340" y="726"/>
                        <a:pt x="347" y="726"/>
                      </a:cubicBezTo>
                      <a:cubicBezTo>
                        <a:pt x="391" y="726"/>
                        <a:pt x="430" y="681"/>
                        <a:pt x="437" y="620"/>
                      </a:cubicBezTo>
                      <a:cubicBezTo>
                        <a:pt x="482" y="227"/>
                        <a:pt x="406" y="0"/>
                        <a:pt x="3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9"/>
                <p:cNvSpPr/>
                <p:nvPr/>
              </p:nvSpPr>
              <p:spPr>
                <a:xfrm>
                  <a:off x="1428136" y="950105"/>
                  <a:ext cx="34950" cy="58937"/>
                </a:xfrm>
                <a:custGeom>
                  <a:avLst/>
                  <a:gdLst/>
                  <a:ahLst/>
                  <a:cxnLst/>
                  <a:rect l="l" t="t" r="r" b="b"/>
                  <a:pathLst>
                    <a:path w="424" h="715" extrusionOk="0">
                      <a:moveTo>
                        <a:pt x="227" y="0"/>
                      </a:moveTo>
                      <a:cubicBezTo>
                        <a:pt x="212" y="0"/>
                        <a:pt x="197" y="14"/>
                        <a:pt x="184" y="46"/>
                      </a:cubicBezTo>
                      <a:cubicBezTo>
                        <a:pt x="114" y="212"/>
                        <a:pt x="54" y="542"/>
                        <a:pt x="54" y="542"/>
                      </a:cubicBezTo>
                      <a:cubicBezTo>
                        <a:pt x="54" y="542"/>
                        <a:pt x="0" y="550"/>
                        <a:pt x="13" y="632"/>
                      </a:cubicBezTo>
                      <a:cubicBezTo>
                        <a:pt x="63" y="694"/>
                        <a:pt x="126" y="714"/>
                        <a:pt x="188" y="714"/>
                      </a:cubicBezTo>
                      <a:cubicBezTo>
                        <a:pt x="255" y="714"/>
                        <a:pt x="320" y="690"/>
                        <a:pt x="362" y="668"/>
                      </a:cubicBezTo>
                      <a:cubicBezTo>
                        <a:pt x="391" y="652"/>
                        <a:pt x="424" y="587"/>
                        <a:pt x="399" y="550"/>
                      </a:cubicBezTo>
                      <a:cubicBezTo>
                        <a:pt x="306" y="404"/>
                        <a:pt x="293" y="115"/>
                        <a:pt x="293" y="115"/>
                      </a:cubicBezTo>
                      <a:cubicBezTo>
                        <a:pt x="283" y="47"/>
                        <a:pt x="255" y="0"/>
                        <a:pt x="2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9"/>
                <p:cNvSpPr/>
                <p:nvPr/>
              </p:nvSpPr>
              <p:spPr>
                <a:xfrm>
                  <a:off x="1258494" y="927849"/>
                  <a:ext cx="34868" cy="58690"/>
                </a:xfrm>
                <a:custGeom>
                  <a:avLst/>
                  <a:gdLst/>
                  <a:ahLst/>
                  <a:cxnLst/>
                  <a:rect l="l" t="t" r="r" b="b"/>
                  <a:pathLst>
                    <a:path w="423" h="712" extrusionOk="0">
                      <a:moveTo>
                        <a:pt x="226" y="0"/>
                      </a:moveTo>
                      <a:cubicBezTo>
                        <a:pt x="211" y="0"/>
                        <a:pt x="196" y="13"/>
                        <a:pt x="184" y="43"/>
                      </a:cubicBezTo>
                      <a:cubicBezTo>
                        <a:pt x="114" y="210"/>
                        <a:pt x="49" y="540"/>
                        <a:pt x="49" y="540"/>
                      </a:cubicBezTo>
                      <a:cubicBezTo>
                        <a:pt x="49" y="540"/>
                        <a:pt x="0" y="552"/>
                        <a:pt x="13" y="629"/>
                      </a:cubicBezTo>
                      <a:cubicBezTo>
                        <a:pt x="63" y="691"/>
                        <a:pt x="127" y="712"/>
                        <a:pt x="188" y="712"/>
                      </a:cubicBezTo>
                      <a:cubicBezTo>
                        <a:pt x="255" y="712"/>
                        <a:pt x="320" y="687"/>
                        <a:pt x="362" y="666"/>
                      </a:cubicBezTo>
                      <a:cubicBezTo>
                        <a:pt x="391" y="653"/>
                        <a:pt x="423" y="589"/>
                        <a:pt x="398" y="552"/>
                      </a:cubicBezTo>
                      <a:cubicBezTo>
                        <a:pt x="306" y="405"/>
                        <a:pt x="293" y="112"/>
                        <a:pt x="293" y="112"/>
                      </a:cubicBezTo>
                      <a:cubicBezTo>
                        <a:pt x="282" y="46"/>
                        <a:pt x="254" y="0"/>
                        <a:pt x="2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9"/>
                <p:cNvSpPr/>
                <p:nvPr/>
              </p:nvSpPr>
              <p:spPr>
                <a:xfrm>
                  <a:off x="1151829" y="998162"/>
                  <a:ext cx="35280" cy="58690"/>
                </a:xfrm>
                <a:custGeom>
                  <a:avLst/>
                  <a:gdLst/>
                  <a:ahLst/>
                  <a:cxnLst/>
                  <a:rect l="l" t="t" r="r" b="b"/>
                  <a:pathLst>
                    <a:path w="428" h="712" extrusionOk="0">
                      <a:moveTo>
                        <a:pt x="115" y="0"/>
                      </a:moveTo>
                      <a:cubicBezTo>
                        <a:pt x="98" y="0"/>
                        <a:pt x="84" y="16"/>
                        <a:pt x="77" y="53"/>
                      </a:cubicBezTo>
                      <a:cubicBezTo>
                        <a:pt x="41" y="232"/>
                        <a:pt x="53" y="566"/>
                        <a:pt x="53" y="566"/>
                      </a:cubicBezTo>
                      <a:cubicBezTo>
                        <a:pt x="53" y="566"/>
                        <a:pt x="0" y="586"/>
                        <a:pt x="33" y="663"/>
                      </a:cubicBezTo>
                      <a:cubicBezTo>
                        <a:pt x="78" y="698"/>
                        <a:pt x="125" y="712"/>
                        <a:pt x="170" y="712"/>
                      </a:cubicBezTo>
                      <a:cubicBezTo>
                        <a:pt x="256" y="712"/>
                        <a:pt x="335" y="664"/>
                        <a:pt x="383" y="626"/>
                      </a:cubicBezTo>
                      <a:cubicBezTo>
                        <a:pt x="407" y="606"/>
                        <a:pt x="428" y="532"/>
                        <a:pt x="395" y="504"/>
                      </a:cubicBezTo>
                      <a:cubicBezTo>
                        <a:pt x="269" y="382"/>
                        <a:pt x="200" y="98"/>
                        <a:pt x="200" y="98"/>
                      </a:cubicBezTo>
                      <a:cubicBezTo>
                        <a:pt x="175" y="39"/>
                        <a:pt x="142" y="0"/>
                        <a:pt x="1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9"/>
                <p:cNvSpPr/>
                <p:nvPr/>
              </p:nvSpPr>
              <p:spPr>
                <a:xfrm>
                  <a:off x="1097178" y="1083066"/>
                  <a:ext cx="34950" cy="58773"/>
                </a:xfrm>
                <a:custGeom>
                  <a:avLst/>
                  <a:gdLst/>
                  <a:ahLst/>
                  <a:cxnLst/>
                  <a:rect l="l" t="t" r="r" b="b"/>
                  <a:pathLst>
                    <a:path w="424" h="713" extrusionOk="0">
                      <a:moveTo>
                        <a:pt x="114" y="1"/>
                      </a:moveTo>
                      <a:cubicBezTo>
                        <a:pt x="97" y="1"/>
                        <a:pt x="82" y="17"/>
                        <a:pt x="74" y="52"/>
                      </a:cubicBezTo>
                      <a:cubicBezTo>
                        <a:pt x="41" y="231"/>
                        <a:pt x="49" y="569"/>
                        <a:pt x="49" y="569"/>
                      </a:cubicBezTo>
                      <a:cubicBezTo>
                        <a:pt x="49" y="569"/>
                        <a:pt x="0" y="589"/>
                        <a:pt x="33" y="662"/>
                      </a:cubicBezTo>
                      <a:cubicBezTo>
                        <a:pt x="78" y="699"/>
                        <a:pt x="125" y="712"/>
                        <a:pt x="170" y="712"/>
                      </a:cubicBezTo>
                      <a:cubicBezTo>
                        <a:pt x="256" y="712"/>
                        <a:pt x="335" y="663"/>
                        <a:pt x="383" y="625"/>
                      </a:cubicBezTo>
                      <a:cubicBezTo>
                        <a:pt x="408" y="606"/>
                        <a:pt x="423" y="532"/>
                        <a:pt x="395" y="503"/>
                      </a:cubicBezTo>
                      <a:cubicBezTo>
                        <a:pt x="269" y="381"/>
                        <a:pt x="200" y="97"/>
                        <a:pt x="200" y="97"/>
                      </a:cubicBezTo>
                      <a:cubicBezTo>
                        <a:pt x="175" y="38"/>
                        <a:pt x="141" y="1"/>
                        <a:pt x="1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9"/>
                <p:cNvSpPr/>
                <p:nvPr/>
              </p:nvSpPr>
              <p:spPr>
                <a:xfrm>
                  <a:off x="1287427" y="1550365"/>
                  <a:ext cx="131723" cy="502164"/>
                </a:xfrm>
                <a:custGeom>
                  <a:avLst/>
                  <a:gdLst/>
                  <a:ahLst/>
                  <a:cxnLst/>
                  <a:rect l="l" t="t" r="r" b="b"/>
                  <a:pathLst>
                    <a:path w="1598" h="6092" extrusionOk="0">
                      <a:moveTo>
                        <a:pt x="714" y="0"/>
                      </a:moveTo>
                      <a:cubicBezTo>
                        <a:pt x="273" y="0"/>
                        <a:pt x="0" y="516"/>
                        <a:pt x="280" y="863"/>
                      </a:cubicBezTo>
                      <a:cubicBezTo>
                        <a:pt x="284" y="868"/>
                        <a:pt x="288" y="872"/>
                        <a:pt x="291" y="880"/>
                      </a:cubicBezTo>
                      <a:cubicBezTo>
                        <a:pt x="340" y="936"/>
                        <a:pt x="402" y="5615"/>
                        <a:pt x="410" y="6091"/>
                      </a:cubicBezTo>
                      <a:lnTo>
                        <a:pt x="1187" y="6067"/>
                      </a:lnTo>
                      <a:cubicBezTo>
                        <a:pt x="1219" y="5729"/>
                        <a:pt x="1219" y="1144"/>
                        <a:pt x="1264" y="1095"/>
                      </a:cubicBezTo>
                      <a:cubicBezTo>
                        <a:pt x="1517" y="827"/>
                        <a:pt x="1598" y="322"/>
                        <a:pt x="1472" y="143"/>
                      </a:cubicBezTo>
                      <a:cubicBezTo>
                        <a:pt x="1410" y="50"/>
                        <a:pt x="1061" y="14"/>
                        <a:pt x="740" y="1"/>
                      </a:cubicBezTo>
                      <a:cubicBezTo>
                        <a:pt x="731" y="1"/>
                        <a:pt x="722" y="0"/>
                        <a:pt x="7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9"/>
                <p:cNvSpPr/>
                <p:nvPr/>
              </p:nvSpPr>
              <p:spPr>
                <a:xfrm>
                  <a:off x="1212828" y="1565120"/>
                  <a:ext cx="67510" cy="489717"/>
                </a:xfrm>
                <a:custGeom>
                  <a:avLst/>
                  <a:gdLst/>
                  <a:ahLst/>
                  <a:cxnLst/>
                  <a:rect l="l" t="t" r="r" b="b"/>
                  <a:pathLst>
                    <a:path w="819" h="5941" extrusionOk="0">
                      <a:moveTo>
                        <a:pt x="509" y="1"/>
                      </a:moveTo>
                      <a:cubicBezTo>
                        <a:pt x="338" y="1"/>
                        <a:pt x="119" y="25"/>
                        <a:pt x="74" y="168"/>
                      </a:cubicBezTo>
                      <a:cubicBezTo>
                        <a:pt x="0" y="400"/>
                        <a:pt x="220" y="494"/>
                        <a:pt x="220" y="494"/>
                      </a:cubicBezTo>
                      <a:lnTo>
                        <a:pt x="330" y="5941"/>
                      </a:lnTo>
                      <a:lnTo>
                        <a:pt x="806" y="5924"/>
                      </a:lnTo>
                      <a:lnTo>
                        <a:pt x="708" y="420"/>
                      </a:lnTo>
                      <a:cubicBezTo>
                        <a:pt x="708" y="420"/>
                        <a:pt x="819" y="396"/>
                        <a:pt x="802" y="245"/>
                      </a:cubicBezTo>
                      <a:cubicBezTo>
                        <a:pt x="786" y="103"/>
                        <a:pt x="656" y="1"/>
                        <a:pt x="5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4" name="Google Shape;674;p39"/>
              <p:cNvSpPr/>
              <p:nvPr/>
            </p:nvSpPr>
            <p:spPr>
              <a:xfrm>
                <a:off x="4861305" y="1242997"/>
                <a:ext cx="116413" cy="92983"/>
              </a:xfrm>
              <a:custGeom>
                <a:avLst/>
                <a:gdLst/>
                <a:ahLst/>
                <a:cxnLst/>
                <a:rect l="l" t="t" r="r" b="b"/>
                <a:pathLst>
                  <a:path w="1103" h="881" extrusionOk="0">
                    <a:moveTo>
                      <a:pt x="354" y="0"/>
                    </a:moveTo>
                    <a:lnTo>
                      <a:pt x="0" y="171"/>
                    </a:lnTo>
                    <a:cubicBezTo>
                      <a:pt x="0" y="306"/>
                      <a:pt x="49" y="440"/>
                      <a:pt x="139" y="541"/>
                    </a:cubicBezTo>
                    <a:cubicBezTo>
                      <a:pt x="151" y="554"/>
                      <a:pt x="163" y="566"/>
                      <a:pt x="175" y="582"/>
                    </a:cubicBezTo>
                    <a:cubicBezTo>
                      <a:pt x="348" y="773"/>
                      <a:pt x="596" y="881"/>
                      <a:pt x="854" y="881"/>
                    </a:cubicBezTo>
                    <a:cubicBezTo>
                      <a:pt x="898" y="881"/>
                      <a:pt x="943" y="878"/>
                      <a:pt x="988" y="871"/>
                    </a:cubicBezTo>
                    <a:cubicBezTo>
                      <a:pt x="1037" y="863"/>
                      <a:pt x="1078" y="826"/>
                      <a:pt x="1095" y="777"/>
                    </a:cubicBezTo>
                    <a:cubicBezTo>
                      <a:pt x="1099" y="753"/>
                      <a:pt x="1103" y="725"/>
                      <a:pt x="1103" y="692"/>
                    </a:cubicBezTo>
                    <a:cubicBezTo>
                      <a:pt x="1103" y="533"/>
                      <a:pt x="980" y="395"/>
                      <a:pt x="826" y="370"/>
                    </a:cubicBezTo>
                    <a:cubicBezTo>
                      <a:pt x="525" y="321"/>
                      <a:pt x="329" y="216"/>
                      <a:pt x="329" y="216"/>
                    </a:cubicBezTo>
                    <a:cubicBezTo>
                      <a:pt x="329" y="216"/>
                      <a:pt x="451" y="49"/>
                      <a:pt x="3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42"/>
          <p:cNvSpPr txBox="1">
            <a:spLocks noGrp="1"/>
          </p:cNvSpPr>
          <p:nvPr>
            <p:ph type="title"/>
          </p:nvPr>
        </p:nvSpPr>
        <p:spPr>
          <a:xfrm>
            <a:off x="3848275" y="412768"/>
            <a:ext cx="4582500" cy="54732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Definition of Biopsychology</a:t>
            </a:r>
            <a:endParaRPr sz="2400" dirty="0"/>
          </a:p>
        </p:txBody>
      </p:sp>
      <p:sp>
        <p:nvSpPr>
          <p:cNvPr id="716" name="Google Shape;716;p42"/>
          <p:cNvSpPr txBox="1">
            <a:spLocks noGrp="1"/>
          </p:cNvSpPr>
          <p:nvPr>
            <p:ph type="subTitle" idx="1"/>
          </p:nvPr>
        </p:nvSpPr>
        <p:spPr>
          <a:xfrm>
            <a:off x="3908704" y="960091"/>
            <a:ext cx="4582500" cy="1752757"/>
          </a:xfrm>
          <a:prstGeom prst="rect">
            <a:avLst/>
          </a:prstGeom>
        </p:spPr>
        <p:txBody>
          <a:bodyPr spcFirstLastPara="1" wrap="square" lIns="91425" tIns="91425" rIns="91425" bIns="91425" anchor="t" anchorCtr="0">
            <a:noAutofit/>
          </a:bodyPr>
          <a:lstStyle/>
          <a:p>
            <a:pPr marL="0" lvl="0" indent="0">
              <a:lnSpc>
                <a:spcPct val="150000"/>
              </a:lnSpc>
            </a:pPr>
            <a:r>
              <a:rPr lang="en-IN" sz="1800" b="1" dirty="0">
                <a:solidFill>
                  <a:srgbClr val="FF0000"/>
                </a:solidFill>
              </a:rPr>
              <a:t>Biological psychology </a:t>
            </a:r>
            <a:r>
              <a:rPr lang="en-IN" sz="1800" dirty="0"/>
              <a:t>is the </a:t>
            </a:r>
            <a:r>
              <a:rPr lang="en-IN" sz="1800" dirty="0">
                <a:highlight>
                  <a:srgbClr val="FFFF00"/>
                </a:highlight>
              </a:rPr>
              <a:t>study of the physiological, evolutionary, and developmental mechanisms of </a:t>
            </a:r>
            <a:r>
              <a:rPr lang="en-IN" sz="1800" dirty="0" err="1">
                <a:highlight>
                  <a:srgbClr val="FFFF00"/>
                </a:highlight>
              </a:rPr>
              <a:t>behavior</a:t>
            </a:r>
            <a:r>
              <a:rPr lang="en-IN" sz="1800" dirty="0">
                <a:highlight>
                  <a:srgbClr val="FFFF00"/>
                </a:highlight>
              </a:rPr>
              <a:t> and experience</a:t>
            </a:r>
            <a:r>
              <a:rPr lang="en-IN" sz="1800" dirty="0"/>
              <a:t>. It studies how</a:t>
            </a:r>
            <a:r>
              <a:rPr lang="en-IN" sz="1800" b="1" dirty="0"/>
              <a:t> biological processes influence </a:t>
            </a:r>
            <a:r>
              <a:rPr lang="en-IN" sz="1800" b="1" dirty="0" err="1"/>
              <a:t>behavior</a:t>
            </a:r>
            <a:r>
              <a:rPr lang="en-IN" sz="1800" b="1" dirty="0"/>
              <a:t>, thoughts, and emotions</a:t>
            </a:r>
            <a:r>
              <a:rPr lang="en-IN" sz="1800" dirty="0"/>
              <a:t>. The term “biological psychology” emphasizes that the goal is to relate biology to issues of psychology. </a:t>
            </a:r>
            <a:endParaRPr sz="1800" dirty="0"/>
          </a:p>
        </p:txBody>
      </p:sp>
      <p:cxnSp>
        <p:nvCxnSpPr>
          <p:cNvPr id="717" name="Google Shape;717;p42"/>
          <p:cNvCxnSpPr/>
          <p:nvPr/>
        </p:nvCxnSpPr>
        <p:spPr>
          <a:xfrm>
            <a:off x="4006675" y="960091"/>
            <a:ext cx="4265700" cy="0"/>
          </a:xfrm>
          <a:prstGeom prst="straightConnector1">
            <a:avLst/>
          </a:prstGeom>
          <a:noFill/>
          <a:ln w="38100" cap="flat" cmpd="sng">
            <a:solidFill>
              <a:schemeClr val="accent4"/>
            </a:solidFill>
            <a:prstDash val="solid"/>
            <a:round/>
            <a:headEnd type="none" w="med" len="med"/>
            <a:tailEnd type="none" w="med" len="med"/>
          </a:ln>
        </p:spPr>
      </p:cxnSp>
      <p:grpSp>
        <p:nvGrpSpPr>
          <p:cNvPr id="718" name="Google Shape;718;p42"/>
          <p:cNvGrpSpPr/>
          <p:nvPr/>
        </p:nvGrpSpPr>
        <p:grpSpPr>
          <a:xfrm>
            <a:off x="713236" y="539494"/>
            <a:ext cx="580432" cy="615807"/>
            <a:chOff x="1795374" y="144994"/>
            <a:chExt cx="580432" cy="615807"/>
          </a:xfrm>
        </p:grpSpPr>
        <p:grpSp>
          <p:nvGrpSpPr>
            <p:cNvPr id="719" name="Google Shape;719;p42"/>
            <p:cNvGrpSpPr/>
            <p:nvPr/>
          </p:nvGrpSpPr>
          <p:grpSpPr>
            <a:xfrm>
              <a:off x="1795374" y="428844"/>
              <a:ext cx="221307" cy="221307"/>
              <a:chOff x="1795450" y="152325"/>
              <a:chExt cx="435300" cy="435300"/>
            </a:xfrm>
          </p:grpSpPr>
          <p:sp>
            <p:nvSpPr>
              <p:cNvPr id="720" name="Google Shape;720;p42"/>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2"/>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2" name="Google Shape;722;p42"/>
            <p:cNvGrpSpPr/>
            <p:nvPr/>
          </p:nvGrpSpPr>
          <p:grpSpPr>
            <a:xfrm>
              <a:off x="2016674" y="144994"/>
              <a:ext cx="221307" cy="221307"/>
              <a:chOff x="1795450" y="152325"/>
              <a:chExt cx="435300" cy="435300"/>
            </a:xfrm>
          </p:grpSpPr>
          <p:sp>
            <p:nvSpPr>
              <p:cNvPr id="723" name="Google Shape;723;p42"/>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2"/>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 name="Google Shape;725;p42"/>
            <p:cNvGrpSpPr/>
            <p:nvPr/>
          </p:nvGrpSpPr>
          <p:grpSpPr>
            <a:xfrm>
              <a:off x="2154499" y="539494"/>
              <a:ext cx="221307" cy="221307"/>
              <a:chOff x="1795450" y="152325"/>
              <a:chExt cx="435300" cy="435300"/>
            </a:xfrm>
          </p:grpSpPr>
          <p:sp>
            <p:nvSpPr>
              <p:cNvPr id="726" name="Google Shape;726;p42"/>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2"/>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28" name="Google Shape;728;p42"/>
          <p:cNvGrpSpPr/>
          <p:nvPr/>
        </p:nvGrpSpPr>
        <p:grpSpPr>
          <a:xfrm rot="10800000">
            <a:off x="3201536" y="3814094"/>
            <a:ext cx="580432" cy="615807"/>
            <a:chOff x="1795374" y="144994"/>
            <a:chExt cx="580432" cy="615807"/>
          </a:xfrm>
        </p:grpSpPr>
        <p:grpSp>
          <p:nvGrpSpPr>
            <p:cNvPr id="729" name="Google Shape;729;p42"/>
            <p:cNvGrpSpPr/>
            <p:nvPr/>
          </p:nvGrpSpPr>
          <p:grpSpPr>
            <a:xfrm>
              <a:off x="1795374" y="428844"/>
              <a:ext cx="221307" cy="221307"/>
              <a:chOff x="1795450" y="152325"/>
              <a:chExt cx="435300" cy="435300"/>
            </a:xfrm>
          </p:grpSpPr>
          <p:sp>
            <p:nvSpPr>
              <p:cNvPr id="730" name="Google Shape;730;p42"/>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2"/>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 name="Google Shape;732;p42"/>
            <p:cNvGrpSpPr/>
            <p:nvPr/>
          </p:nvGrpSpPr>
          <p:grpSpPr>
            <a:xfrm>
              <a:off x="2016674" y="144994"/>
              <a:ext cx="221307" cy="221307"/>
              <a:chOff x="1795450" y="152325"/>
              <a:chExt cx="435300" cy="435300"/>
            </a:xfrm>
          </p:grpSpPr>
          <p:sp>
            <p:nvSpPr>
              <p:cNvPr id="733" name="Google Shape;733;p42"/>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2"/>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5" name="Google Shape;735;p42"/>
            <p:cNvGrpSpPr/>
            <p:nvPr/>
          </p:nvGrpSpPr>
          <p:grpSpPr>
            <a:xfrm>
              <a:off x="2154499" y="539494"/>
              <a:ext cx="221307" cy="221307"/>
              <a:chOff x="1795450" y="152325"/>
              <a:chExt cx="435300" cy="435300"/>
            </a:xfrm>
          </p:grpSpPr>
          <p:sp>
            <p:nvSpPr>
              <p:cNvPr id="736" name="Google Shape;736;p42"/>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2"/>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38" name="Google Shape;738;p42"/>
          <p:cNvGrpSpPr/>
          <p:nvPr/>
        </p:nvGrpSpPr>
        <p:grpSpPr>
          <a:xfrm>
            <a:off x="633425" y="948942"/>
            <a:ext cx="2466600" cy="3731108"/>
            <a:chOff x="633425" y="948942"/>
            <a:chExt cx="2466600" cy="3731108"/>
          </a:xfrm>
        </p:grpSpPr>
        <p:sp>
          <p:nvSpPr>
            <p:cNvPr id="739" name="Google Shape;739;p42"/>
            <p:cNvSpPr/>
            <p:nvPr/>
          </p:nvSpPr>
          <p:spPr>
            <a:xfrm flipH="1">
              <a:off x="633425" y="4272950"/>
              <a:ext cx="2466600" cy="407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0" name="Google Shape;740;p42"/>
            <p:cNvGrpSpPr/>
            <p:nvPr/>
          </p:nvGrpSpPr>
          <p:grpSpPr>
            <a:xfrm flipH="1">
              <a:off x="1293673" y="948942"/>
              <a:ext cx="1610733" cy="3599177"/>
              <a:chOff x="4856425" y="350925"/>
              <a:chExt cx="1946269" cy="4348933"/>
            </a:xfrm>
          </p:grpSpPr>
          <p:sp>
            <p:nvSpPr>
              <p:cNvPr id="741" name="Google Shape;741;p42"/>
              <p:cNvSpPr/>
              <p:nvPr/>
            </p:nvSpPr>
            <p:spPr>
              <a:xfrm>
                <a:off x="4970404" y="1038581"/>
                <a:ext cx="96726" cy="68718"/>
              </a:xfrm>
              <a:custGeom>
                <a:avLst/>
                <a:gdLst/>
                <a:ahLst/>
                <a:cxnLst/>
                <a:rect l="l" t="t" r="r" b="b"/>
                <a:pathLst>
                  <a:path w="998" h="709" extrusionOk="0">
                    <a:moveTo>
                      <a:pt x="155" y="1"/>
                    </a:moveTo>
                    <a:cubicBezTo>
                      <a:pt x="78" y="110"/>
                      <a:pt x="17" y="200"/>
                      <a:pt x="8" y="241"/>
                    </a:cubicBezTo>
                    <a:cubicBezTo>
                      <a:pt x="0" y="265"/>
                      <a:pt x="8" y="302"/>
                      <a:pt x="29" y="347"/>
                    </a:cubicBezTo>
                    <a:cubicBezTo>
                      <a:pt x="117" y="558"/>
                      <a:pt x="326" y="686"/>
                      <a:pt x="550" y="686"/>
                    </a:cubicBezTo>
                    <a:cubicBezTo>
                      <a:pt x="593" y="686"/>
                      <a:pt x="637" y="682"/>
                      <a:pt x="680" y="672"/>
                    </a:cubicBezTo>
                    <a:lnTo>
                      <a:pt x="696" y="672"/>
                    </a:lnTo>
                    <a:cubicBezTo>
                      <a:pt x="729" y="664"/>
                      <a:pt x="762" y="660"/>
                      <a:pt x="794" y="660"/>
                    </a:cubicBezTo>
                    <a:cubicBezTo>
                      <a:pt x="842" y="660"/>
                      <a:pt x="888" y="668"/>
                      <a:pt x="933" y="683"/>
                    </a:cubicBezTo>
                    <a:lnTo>
                      <a:pt x="933" y="683"/>
                    </a:lnTo>
                    <a:cubicBezTo>
                      <a:pt x="307" y="420"/>
                      <a:pt x="155" y="1"/>
                      <a:pt x="155" y="1"/>
                    </a:cubicBezTo>
                    <a:close/>
                    <a:moveTo>
                      <a:pt x="933" y="683"/>
                    </a:moveTo>
                    <a:cubicBezTo>
                      <a:pt x="954" y="692"/>
                      <a:pt x="975" y="700"/>
                      <a:pt x="997" y="709"/>
                    </a:cubicBezTo>
                    <a:cubicBezTo>
                      <a:pt x="976" y="699"/>
                      <a:pt x="955" y="690"/>
                      <a:pt x="933" y="683"/>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2"/>
              <p:cNvSpPr/>
              <p:nvPr/>
            </p:nvSpPr>
            <p:spPr>
              <a:xfrm>
                <a:off x="4860302" y="381358"/>
                <a:ext cx="663805" cy="733025"/>
              </a:xfrm>
              <a:custGeom>
                <a:avLst/>
                <a:gdLst/>
                <a:ahLst/>
                <a:cxnLst/>
                <a:rect l="l" t="t" r="r" b="b"/>
                <a:pathLst>
                  <a:path w="6849" h="7563" extrusionOk="0">
                    <a:moveTo>
                      <a:pt x="5632" y="0"/>
                    </a:moveTo>
                    <a:lnTo>
                      <a:pt x="3972" y="310"/>
                    </a:lnTo>
                    <a:lnTo>
                      <a:pt x="3321" y="432"/>
                    </a:lnTo>
                    <a:lnTo>
                      <a:pt x="3003" y="492"/>
                    </a:lnTo>
                    <a:lnTo>
                      <a:pt x="2813" y="524"/>
                    </a:lnTo>
                    <a:lnTo>
                      <a:pt x="1" y="1050"/>
                    </a:lnTo>
                    <a:lnTo>
                      <a:pt x="1214" y="7563"/>
                    </a:lnTo>
                    <a:lnTo>
                      <a:pt x="3630" y="7115"/>
                    </a:lnTo>
                    <a:lnTo>
                      <a:pt x="3654" y="7111"/>
                    </a:lnTo>
                    <a:lnTo>
                      <a:pt x="4171" y="7013"/>
                    </a:lnTo>
                    <a:lnTo>
                      <a:pt x="4191" y="7009"/>
                    </a:lnTo>
                    <a:lnTo>
                      <a:pt x="4525" y="6949"/>
                    </a:lnTo>
                    <a:lnTo>
                      <a:pt x="4858" y="6883"/>
                    </a:lnTo>
                    <a:lnTo>
                      <a:pt x="6848" y="6513"/>
                    </a:lnTo>
                    <a:lnTo>
                      <a:pt x="56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2"/>
              <p:cNvSpPr/>
              <p:nvPr/>
            </p:nvSpPr>
            <p:spPr>
              <a:xfrm>
                <a:off x="4856425" y="377772"/>
                <a:ext cx="671171" cy="740488"/>
              </a:xfrm>
              <a:custGeom>
                <a:avLst/>
                <a:gdLst/>
                <a:ahLst/>
                <a:cxnLst/>
                <a:rect l="l" t="t" r="r" b="b"/>
                <a:pathLst>
                  <a:path w="6925" h="7640" extrusionOk="0">
                    <a:moveTo>
                      <a:pt x="5647" y="73"/>
                    </a:moveTo>
                    <a:lnTo>
                      <a:pt x="5855" y="1192"/>
                    </a:lnTo>
                    <a:lnTo>
                      <a:pt x="6851" y="6526"/>
                    </a:lnTo>
                    <a:lnTo>
                      <a:pt x="5029" y="6864"/>
                    </a:lnTo>
                    <a:lnTo>
                      <a:pt x="4577" y="6949"/>
                    </a:lnTo>
                    <a:lnTo>
                      <a:pt x="2165" y="7401"/>
                    </a:lnTo>
                    <a:lnTo>
                      <a:pt x="1681" y="7490"/>
                    </a:lnTo>
                    <a:lnTo>
                      <a:pt x="1278" y="7563"/>
                    </a:lnTo>
                    <a:lnTo>
                      <a:pt x="78" y="1115"/>
                    </a:lnTo>
                    <a:lnTo>
                      <a:pt x="2035" y="749"/>
                    </a:lnTo>
                    <a:lnTo>
                      <a:pt x="2942" y="578"/>
                    </a:lnTo>
                    <a:lnTo>
                      <a:pt x="4683" y="257"/>
                    </a:lnTo>
                    <a:lnTo>
                      <a:pt x="5647" y="73"/>
                    </a:lnTo>
                    <a:close/>
                    <a:moveTo>
                      <a:pt x="5700" y="0"/>
                    </a:moveTo>
                    <a:lnTo>
                      <a:pt x="4683" y="188"/>
                    </a:lnTo>
                    <a:lnTo>
                      <a:pt x="2950" y="513"/>
                    </a:lnTo>
                    <a:lnTo>
                      <a:pt x="2035" y="684"/>
                    </a:lnTo>
                    <a:lnTo>
                      <a:pt x="1" y="1062"/>
                    </a:lnTo>
                    <a:lnTo>
                      <a:pt x="1229" y="7640"/>
                    </a:lnTo>
                    <a:lnTo>
                      <a:pt x="1681" y="7555"/>
                    </a:lnTo>
                    <a:lnTo>
                      <a:pt x="2157" y="7465"/>
                    </a:lnTo>
                    <a:lnTo>
                      <a:pt x="4577" y="7014"/>
                    </a:lnTo>
                    <a:lnTo>
                      <a:pt x="5020" y="6932"/>
                    </a:lnTo>
                    <a:lnTo>
                      <a:pt x="6924" y="6579"/>
                    </a:lnTo>
                    <a:lnTo>
                      <a:pt x="5883" y="997"/>
                    </a:lnTo>
                    <a:lnTo>
                      <a:pt x="5704" y="33"/>
                    </a:lnTo>
                    <a:lnTo>
                      <a:pt x="57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2"/>
              <p:cNvSpPr/>
              <p:nvPr/>
            </p:nvSpPr>
            <p:spPr>
              <a:xfrm>
                <a:off x="5019350" y="433793"/>
                <a:ext cx="122216" cy="669928"/>
              </a:xfrm>
              <a:custGeom>
                <a:avLst/>
                <a:gdLst/>
                <a:ahLst/>
                <a:cxnLst/>
                <a:rect l="l" t="t" r="r" b="b"/>
                <a:pathLst>
                  <a:path w="1261" h="6912" extrusionOk="0">
                    <a:moveTo>
                      <a:pt x="1261" y="0"/>
                    </a:moveTo>
                    <a:lnTo>
                      <a:pt x="354" y="171"/>
                    </a:lnTo>
                    <a:lnTo>
                      <a:pt x="65" y="5687"/>
                    </a:lnTo>
                    <a:lnTo>
                      <a:pt x="77" y="5700"/>
                    </a:lnTo>
                    <a:cubicBezTo>
                      <a:pt x="77" y="5700"/>
                      <a:pt x="73" y="5708"/>
                      <a:pt x="65" y="5716"/>
                    </a:cubicBezTo>
                    <a:lnTo>
                      <a:pt x="0" y="6912"/>
                    </a:lnTo>
                    <a:lnTo>
                      <a:pt x="484" y="6823"/>
                    </a:lnTo>
                    <a:lnTo>
                      <a:pt x="12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2"/>
              <p:cNvSpPr/>
              <p:nvPr/>
            </p:nvSpPr>
            <p:spPr>
              <a:xfrm>
                <a:off x="5300033" y="384847"/>
                <a:ext cx="123961" cy="666439"/>
              </a:xfrm>
              <a:custGeom>
                <a:avLst/>
                <a:gdLst/>
                <a:ahLst/>
                <a:cxnLst/>
                <a:rect l="l" t="t" r="r" b="b"/>
                <a:pathLst>
                  <a:path w="1279" h="6876" extrusionOk="0">
                    <a:moveTo>
                      <a:pt x="1070" y="0"/>
                    </a:moveTo>
                    <a:lnTo>
                      <a:pt x="106" y="184"/>
                    </a:lnTo>
                    <a:lnTo>
                      <a:pt x="0" y="6876"/>
                    </a:lnTo>
                    <a:lnTo>
                      <a:pt x="452" y="6791"/>
                    </a:lnTo>
                    <a:lnTo>
                      <a:pt x="1278" y="1119"/>
                    </a:lnTo>
                    <a:lnTo>
                      <a:pt x="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2"/>
              <p:cNvSpPr/>
              <p:nvPr/>
            </p:nvSpPr>
            <p:spPr>
              <a:xfrm>
                <a:off x="5179754" y="425942"/>
                <a:ext cx="63967" cy="487036"/>
              </a:xfrm>
              <a:custGeom>
                <a:avLst/>
                <a:gdLst/>
                <a:ahLst/>
                <a:cxnLst/>
                <a:rect l="l" t="t" r="r" b="b"/>
                <a:pathLst>
                  <a:path w="660" h="5025" extrusionOk="0">
                    <a:moveTo>
                      <a:pt x="659" y="0"/>
                    </a:moveTo>
                    <a:lnTo>
                      <a:pt x="37" y="113"/>
                    </a:lnTo>
                    <a:cubicBezTo>
                      <a:pt x="420" y="3958"/>
                      <a:pt x="0" y="5024"/>
                      <a:pt x="0" y="5024"/>
                    </a:cubicBezTo>
                    <a:lnTo>
                      <a:pt x="659" y="5024"/>
                    </a:lnTo>
                    <a:lnTo>
                      <a:pt x="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2"/>
              <p:cNvSpPr/>
              <p:nvPr/>
            </p:nvSpPr>
            <p:spPr>
              <a:xfrm>
                <a:off x="5147867" y="880891"/>
                <a:ext cx="63967" cy="63969"/>
              </a:xfrm>
              <a:custGeom>
                <a:avLst/>
                <a:gdLst/>
                <a:ahLst/>
                <a:cxnLst/>
                <a:rect l="l" t="t" r="r" b="b"/>
                <a:pathLst>
                  <a:path w="660" h="660" extrusionOk="0">
                    <a:moveTo>
                      <a:pt x="329" y="0"/>
                    </a:moveTo>
                    <a:cubicBezTo>
                      <a:pt x="147" y="0"/>
                      <a:pt x="0" y="151"/>
                      <a:pt x="0" y="330"/>
                    </a:cubicBezTo>
                    <a:cubicBezTo>
                      <a:pt x="0" y="513"/>
                      <a:pt x="147" y="659"/>
                      <a:pt x="329" y="659"/>
                    </a:cubicBezTo>
                    <a:cubicBezTo>
                      <a:pt x="513" y="659"/>
                      <a:pt x="659" y="513"/>
                      <a:pt x="659" y="330"/>
                    </a:cubicBezTo>
                    <a:cubicBezTo>
                      <a:pt x="659" y="151"/>
                      <a:pt x="513" y="0"/>
                      <a:pt x="3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2"/>
              <p:cNvSpPr/>
              <p:nvPr/>
            </p:nvSpPr>
            <p:spPr>
              <a:xfrm>
                <a:off x="5204275" y="887578"/>
                <a:ext cx="50495" cy="50884"/>
              </a:xfrm>
              <a:custGeom>
                <a:avLst/>
                <a:gdLst/>
                <a:ahLst/>
                <a:cxnLst/>
                <a:rect l="l" t="t" r="r" b="b"/>
                <a:pathLst>
                  <a:path w="521" h="525" extrusionOk="0">
                    <a:moveTo>
                      <a:pt x="260" y="1"/>
                    </a:moveTo>
                    <a:cubicBezTo>
                      <a:pt x="113" y="1"/>
                      <a:pt x="0" y="119"/>
                      <a:pt x="0" y="261"/>
                    </a:cubicBezTo>
                    <a:cubicBezTo>
                      <a:pt x="0" y="408"/>
                      <a:pt x="113" y="525"/>
                      <a:pt x="260" y="525"/>
                    </a:cubicBezTo>
                    <a:cubicBezTo>
                      <a:pt x="406" y="525"/>
                      <a:pt x="520" y="408"/>
                      <a:pt x="520" y="261"/>
                    </a:cubicBezTo>
                    <a:cubicBezTo>
                      <a:pt x="520" y="119"/>
                      <a:pt x="406" y="1"/>
                      <a:pt x="2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2"/>
              <p:cNvSpPr/>
              <p:nvPr/>
            </p:nvSpPr>
            <p:spPr>
              <a:xfrm>
                <a:off x="5119857" y="442419"/>
                <a:ext cx="63192" cy="461836"/>
              </a:xfrm>
              <a:custGeom>
                <a:avLst/>
                <a:gdLst/>
                <a:ahLst/>
                <a:cxnLst/>
                <a:rect l="l" t="t" r="r" b="b"/>
                <a:pathLst>
                  <a:path w="652" h="4765" extrusionOk="0">
                    <a:moveTo>
                      <a:pt x="350" y="1"/>
                    </a:moveTo>
                    <a:lnTo>
                      <a:pt x="167" y="33"/>
                    </a:lnTo>
                    <a:cubicBezTo>
                      <a:pt x="102" y="965"/>
                      <a:pt x="0" y="3292"/>
                      <a:pt x="484" y="4764"/>
                    </a:cubicBezTo>
                    <a:lnTo>
                      <a:pt x="651" y="4712"/>
                    </a:lnTo>
                    <a:cubicBezTo>
                      <a:pt x="175" y="3259"/>
                      <a:pt x="285" y="887"/>
                      <a:pt x="3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2"/>
              <p:cNvSpPr/>
              <p:nvPr/>
            </p:nvSpPr>
            <p:spPr>
              <a:xfrm>
                <a:off x="5200301" y="976746"/>
                <a:ext cx="63967" cy="79283"/>
              </a:xfrm>
              <a:custGeom>
                <a:avLst/>
                <a:gdLst/>
                <a:ahLst/>
                <a:cxnLst/>
                <a:rect l="l" t="t" r="r" b="b"/>
                <a:pathLst>
                  <a:path w="660" h="818" extrusionOk="0">
                    <a:moveTo>
                      <a:pt x="0" y="0"/>
                    </a:moveTo>
                    <a:cubicBezTo>
                      <a:pt x="0" y="0"/>
                      <a:pt x="86" y="220"/>
                      <a:pt x="143" y="818"/>
                    </a:cubicBezTo>
                    <a:lnTo>
                      <a:pt x="635" y="728"/>
                    </a:lnTo>
                    <a:lnTo>
                      <a:pt x="659" y="724"/>
                    </a:lnTo>
                    <a:lnTo>
                      <a:pt x="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42"/>
              <p:cNvSpPr/>
              <p:nvPr/>
            </p:nvSpPr>
            <p:spPr>
              <a:xfrm>
                <a:off x="5175877" y="944762"/>
                <a:ext cx="63967" cy="63969"/>
              </a:xfrm>
              <a:custGeom>
                <a:avLst/>
                <a:gdLst/>
                <a:ahLst/>
                <a:cxnLst/>
                <a:rect l="l" t="t" r="r" b="b"/>
                <a:pathLst>
                  <a:path w="660" h="660" extrusionOk="0">
                    <a:moveTo>
                      <a:pt x="329" y="0"/>
                    </a:moveTo>
                    <a:cubicBezTo>
                      <a:pt x="150" y="0"/>
                      <a:pt x="0" y="147"/>
                      <a:pt x="0" y="330"/>
                    </a:cubicBezTo>
                    <a:cubicBezTo>
                      <a:pt x="0" y="513"/>
                      <a:pt x="150" y="659"/>
                      <a:pt x="329" y="659"/>
                    </a:cubicBezTo>
                    <a:cubicBezTo>
                      <a:pt x="513" y="659"/>
                      <a:pt x="659" y="513"/>
                      <a:pt x="659" y="330"/>
                    </a:cubicBezTo>
                    <a:cubicBezTo>
                      <a:pt x="659" y="147"/>
                      <a:pt x="513" y="0"/>
                      <a:pt x="3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2"/>
              <p:cNvSpPr/>
              <p:nvPr/>
            </p:nvSpPr>
            <p:spPr>
              <a:xfrm>
                <a:off x="5232285" y="951449"/>
                <a:ext cx="50883" cy="50884"/>
              </a:xfrm>
              <a:custGeom>
                <a:avLst/>
                <a:gdLst/>
                <a:ahLst/>
                <a:cxnLst/>
                <a:rect l="l" t="t" r="r" b="b"/>
                <a:pathLst>
                  <a:path w="525" h="525" extrusionOk="0">
                    <a:moveTo>
                      <a:pt x="260" y="1"/>
                    </a:moveTo>
                    <a:cubicBezTo>
                      <a:pt x="117" y="1"/>
                      <a:pt x="0" y="119"/>
                      <a:pt x="0" y="261"/>
                    </a:cubicBezTo>
                    <a:cubicBezTo>
                      <a:pt x="0" y="408"/>
                      <a:pt x="117" y="525"/>
                      <a:pt x="260" y="525"/>
                    </a:cubicBezTo>
                    <a:cubicBezTo>
                      <a:pt x="406" y="525"/>
                      <a:pt x="524" y="408"/>
                      <a:pt x="524" y="261"/>
                    </a:cubicBezTo>
                    <a:cubicBezTo>
                      <a:pt x="524" y="119"/>
                      <a:pt x="406" y="1"/>
                      <a:pt x="2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2"/>
              <p:cNvSpPr/>
              <p:nvPr/>
            </p:nvSpPr>
            <p:spPr>
              <a:xfrm>
                <a:off x="5891834" y="350925"/>
                <a:ext cx="616702" cy="729536"/>
              </a:xfrm>
              <a:custGeom>
                <a:avLst/>
                <a:gdLst/>
                <a:ahLst/>
                <a:cxnLst/>
                <a:rect l="l" t="t" r="r" b="b"/>
                <a:pathLst>
                  <a:path w="6363" h="7527" extrusionOk="0">
                    <a:moveTo>
                      <a:pt x="2861" y="1"/>
                    </a:moveTo>
                    <a:cubicBezTo>
                      <a:pt x="2861" y="1"/>
                      <a:pt x="2458" y="111"/>
                      <a:pt x="1802" y="680"/>
                    </a:cubicBezTo>
                    <a:cubicBezTo>
                      <a:pt x="1650" y="641"/>
                      <a:pt x="1468" y="627"/>
                      <a:pt x="1286" y="627"/>
                    </a:cubicBezTo>
                    <a:cubicBezTo>
                      <a:pt x="827" y="627"/>
                      <a:pt x="366" y="716"/>
                      <a:pt x="366" y="716"/>
                    </a:cubicBezTo>
                    <a:cubicBezTo>
                      <a:pt x="366" y="716"/>
                      <a:pt x="0" y="1413"/>
                      <a:pt x="45" y="2190"/>
                    </a:cubicBezTo>
                    <a:cubicBezTo>
                      <a:pt x="244" y="2580"/>
                      <a:pt x="631" y="2962"/>
                      <a:pt x="631" y="2962"/>
                    </a:cubicBezTo>
                    <a:lnTo>
                      <a:pt x="627" y="1787"/>
                    </a:lnTo>
                    <a:cubicBezTo>
                      <a:pt x="826" y="1514"/>
                      <a:pt x="1351" y="1424"/>
                      <a:pt x="1351" y="1424"/>
                    </a:cubicBezTo>
                    <a:cubicBezTo>
                      <a:pt x="1802" y="2552"/>
                      <a:pt x="2342" y="2755"/>
                      <a:pt x="2884" y="2755"/>
                    </a:cubicBezTo>
                    <a:cubicBezTo>
                      <a:pt x="3036" y="2755"/>
                      <a:pt x="3189" y="2739"/>
                      <a:pt x="3340" y="2723"/>
                    </a:cubicBezTo>
                    <a:cubicBezTo>
                      <a:pt x="3351" y="2458"/>
                      <a:pt x="3570" y="2249"/>
                      <a:pt x="3769" y="2249"/>
                    </a:cubicBezTo>
                    <a:cubicBezTo>
                      <a:pt x="3870" y="2249"/>
                      <a:pt x="3966" y="2302"/>
                      <a:pt x="4028" y="2430"/>
                    </a:cubicBezTo>
                    <a:cubicBezTo>
                      <a:pt x="4069" y="2503"/>
                      <a:pt x="4093" y="2576"/>
                      <a:pt x="4110" y="2641"/>
                    </a:cubicBezTo>
                    <a:lnTo>
                      <a:pt x="4110" y="2657"/>
                    </a:lnTo>
                    <a:cubicBezTo>
                      <a:pt x="4113" y="2661"/>
                      <a:pt x="4113" y="2669"/>
                      <a:pt x="4113" y="2674"/>
                    </a:cubicBezTo>
                    <a:cubicBezTo>
                      <a:pt x="4113" y="2682"/>
                      <a:pt x="4117" y="2694"/>
                      <a:pt x="4117" y="2706"/>
                    </a:cubicBezTo>
                    <a:lnTo>
                      <a:pt x="4117" y="2718"/>
                    </a:lnTo>
                    <a:lnTo>
                      <a:pt x="4117" y="2731"/>
                    </a:lnTo>
                    <a:cubicBezTo>
                      <a:pt x="4121" y="2735"/>
                      <a:pt x="4121" y="2738"/>
                      <a:pt x="4121" y="2747"/>
                    </a:cubicBezTo>
                    <a:lnTo>
                      <a:pt x="4121" y="2767"/>
                    </a:lnTo>
                    <a:cubicBezTo>
                      <a:pt x="4121" y="3215"/>
                      <a:pt x="3593" y="3479"/>
                      <a:pt x="3593" y="3479"/>
                    </a:cubicBezTo>
                    <a:cubicBezTo>
                      <a:pt x="3584" y="3499"/>
                      <a:pt x="3576" y="3516"/>
                      <a:pt x="3569" y="3536"/>
                    </a:cubicBezTo>
                    <a:cubicBezTo>
                      <a:pt x="3569" y="3536"/>
                      <a:pt x="3462" y="4676"/>
                      <a:pt x="3442" y="5603"/>
                    </a:cubicBezTo>
                    <a:lnTo>
                      <a:pt x="3682" y="5716"/>
                    </a:lnTo>
                    <a:lnTo>
                      <a:pt x="4369" y="6433"/>
                    </a:lnTo>
                    <a:lnTo>
                      <a:pt x="5683" y="7108"/>
                    </a:lnTo>
                    <a:lnTo>
                      <a:pt x="5736" y="7319"/>
                    </a:lnTo>
                    <a:cubicBezTo>
                      <a:pt x="5805" y="7380"/>
                      <a:pt x="5899" y="7449"/>
                      <a:pt x="6005" y="7526"/>
                    </a:cubicBezTo>
                    <a:cubicBezTo>
                      <a:pt x="6058" y="7372"/>
                      <a:pt x="6098" y="7218"/>
                      <a:pt x="6127" y="7063"/>
                    </a:cubicBezTo>
                    <a:cubicBezTo>
                      <a:pt x="6363" y="5838"/>
                      <a:pt x="5948" y="4582"/>
                      <a:pt x="5668" y="4094"/>
                    </a:cubicBezTo>
                    <a:cubicBezTo>
                      <a:pt x="5610" y="4036"/>
                      <a:pt x="4647" y="3768"/>
                      <a:pt x="4647" y="3768"/>
                    </a:cubicBezTo>
                    <a:cubicBezTo>
                      <a:pt x="4647" y="3768"/>
                      <a:pt x="4878" y="1762"/>
                      <a:pt x="4394" y="998"/>
                    </a:cubicBezTo>
                    <a:cubicBezTo>
                      <a:pt x="3910" y="233"/>
                      <a:pt x="2861" y="1"/>
                      <a:pt x="28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2"/>
              <p:cNvSpPr/>
              <p:nvPr/>
            </p:nvSpPr>
            <p:spPr>
              <a:xfrm>
                <a:off x="5779890" y="974323"/>
                <a:ext cx="897867" cy="1973827"/>
              </a:xfrm>
              <a:custGeom>
                <a:avLst/>
                <a:gdLst/>
                <a:ahLst/>
                <a:cxnLst/>
                <a:rect l="l" t="t" r="r" b="b"/>
                <a:pathLst>
                  <a:path w="9264" h="20365" extrusionOk="0">
                    <a:moveTo>
                      <a:pt x="5524" y="1"/>
                    </a:moveTo>
                    <a:lnTo>
                      <a:pt x="3393" y="269"/>
                    </a:lnTo>
                    <a:lnTo>
                      <a:pt x="2384" y="5"/>
                    </a:lnTo>
                    <a:lnTo>
                      <a:pt x="2351" y="17"/>
                    </a:lnTo>
                    <a:lnTo>
                      <a:pt x="1887" y="191"/>
                    </a:lnTo>
                    <a:lnTo>
                      <a:pt x="965" y="546"/>
                    </a:lnTo>
                    <a:lnTo>
                      <a:pt x="895" y="891"/>
                    </a:lnTo>
                    <a:cubicBezTo>
                      <a:pt x="895" y="891"/>
                      <a:pt x="659" y="936"/>
                      <a:pt x="623" y="961"/>
                    </a:cubicBezTo>
                    <a:cubicBezTo>
                      <a:pt x="610" y="1002"/>
                      <a:pt x="586" y="1099"/>
                      <a:pt x="554" y="1241"/>
                    </a:cubicBezTo>
                    <a:cubicBezTo>
                      <a:pt x="379" y="2014"/>
                      <a:pt x="0" y="4089"/>
                      <a:pt x="171" y="5106"/>
                    </a:cubicBezTo>
                    <a:cubicBezTo>
                      <a:pt x="383" y="5639"/>
                      <a:pt x="550" y="6066"/>
                      <a:pt x="687" y="6412"/>
                    </a:cubicBezTo>
                    <a:cubicBezTo>
                      <a:pt x="1241" y="7812"/>
                      <a:pt x="1265" y="7861"/>
                      <a:pt x="1265" y="7861"/>
                    </a:cubicBezTo>
                    <a:cubicBezTo>
                      <a:pt x="1265" y="7861"/>
                      <a:pt x="1241" y="7872"/>
                      <a:pt x="1209" y="7893"/>
                    </a:cubicBezTo>
                    <a:cubicBezTo>
                      <a:pt x="1106" y="7958"/>
                      <a:pt x="920" y="8084"/>
                      <a:pt x="944" y="8133"/>
                    </a:cubicBezTo>
                    <a:cubicBezTo>
                      <a:pt x="973" y="8190"/>
                      <a:pt x="1051" y="8193"/>
                      <a:pt x="1067" y="8193"/>
                    </a:cubicBezTo>
                    <a:cubicBezTo>
                      <a:pt x="1069" y="8193"/>
                      <a:pt x="1070" y="8193"/>
                      <a:pt x="1070" y="8193"/>
                    </a:cubicBezTo>
                    <a:lnTo>
                      <a:pt x="1070" y="8193"/>
                    </a:lnTo>
                    <a:cubicBezTo>
                      <a:pt x="1070" y="8193"/>
                      <a:pt x="1029" y="8231"/>
                      <a:pt x="989" y="8279"/>
                    </a:cubicBezTo>
                    <a:cubicBezTo>
                      <a:pt x="948" y="8332"/>
                      <a:pt x="907" y="8398"/>
                      <a:pt x="916" y="8446"/>
                    </a:cubicBezTo>
                    <a:cubicBezTo>
                      <a:pt x="932" y="8544"/>
                      <a:pt x="1050" y="8608"/>
                      <a:pt x="1050" y="8608"/>
                    </a:cubicBezTo>
                    <a:cubicBezTo>
                      <a:pt x="1050" y="8608"/>
                      <a:pt x="1273" y="12176"/>
                      <a:pt x="822" y="15638"/>
                    </a:cubicBezTo>
                    <a:cubicBezTo>
                      <a:pt x="822" y="15638"/>
                      <a:pt x="554" y="16115"/>
                      <a:pt x="525" y="16492"/>
                    </a:cubicBezTo>
                    <a:cubicBezTo>
                      <a:pt x="496" y="16867"/>
                      <a:pt x="651" y="18498"/>
                      <a:pt x="574" y="18991"/>
                    </a:cubicBezTo>
                    <a:cubicBezTo>
                      <a:pt x="631" y="19051"/>
                      <a:pt x="721" y="19121"/>
                      <a:pt x="826" y="19194"/>
                    </a:cubicBezTo>
                    <a:cubicBezTo>
                      <a:pt x="1123" y="19397"/>
                      <a:pt x="1583" y="19625"/>
                      <a:pt x="2050" y="19825"/>
                    </a:cubicBezTo>
                    <a:cubicBezTo>
                      <a:pt x="2665" y="20089"/>
                      <a:pt x="3295" y="20309"/>
                      <a:pt x="3588" y="20362"/>
                    </a:cubicBezTo>
                    <a:lnTo>
                      <a:pt x="3588" y="19902"/>
                    </a:lnTo>
                    <a:cubicBezTo>
                      <a:pt x="3588" y="19902"/>
                      <a:pt x="3864" y="20048"/>
                      <a:pt x="4382" y="20174"/>
                    </a:cubicBezTo>
                    <a:cubicBezTo>
                      <a:pt x="4540" y="20215"/>
                      <a:pt x="4715" y="20251"/>
                      <a:pt x="4914" y="20280"/>
                    </a:cubicBezTo>
                    <a:cubicBezTo>
                      <a:pt x="5017" y="20296"/>
                      <a:pt x="5126" y="20313"/>
                      <a:pt x="5236" y="20325"/>
                    </a:cubicBezTo>
                    <a:lnTo>
                      <a:pt x="5240" y="20325"/>
                    </a:lnTo>
                    <a:cubicBezTo>
                      <a:pt x="5473" y="20349"/>
                      <a:pt x="5729" y="20364"/>
                      <a:pt x="6006" y="20364"/>
                    </a:cubicBezTo>
                    <a:cubicBezTo>
                      <a:pt x="6545" y="20364"/>
                      <a:pt x="7166" y="20307"/>
                      <a:pt x="7860" y="20154"/>
                    </a:cubicBezTo>
                    <a:lnTo>
                      <a:pt x="8389" y="18604"/>
                    </a:lnTo>
                    <a:lnTo>
                      <a:pt x="8771" y="19881"/>
                    </a:lnTo>
                    <a:cubicBezTo>
                      <a:pt x="8771" y="19881"/>
                      <a:pt x="8774" y="19881"/>
                      <a:pt x="8781" y="19881"/>
                    </a:cubicBezTo>
                    <a:cubicBezTo>
                      <a:pt x="8812" y="19881"/>
                      <a:pt x="8907" y="19879"/>
                      <a:pt x="9011" y="19849"/>
                    </a:cubicBezTo>
                    <a:cubicBezTo>
                      <a:pt x="9060" y="19832"/>
                      <a:pt x="9108" y="19812"/>
                      <a:pt x="9157" y="19784"/>
                    </a:cubicBezTo>
                    <a:cubicBezTo>
                      <a:pt x="9264" y="18437"/>
                      <a:pt x="9161" y="16179"/>
                      <a:pt x="8824" y="14158"/>
                    </a:cubicBezTo>
                    <a:cubicBezTo>
                      <a:pt x="8686" y="13319"/>
                      <a:pt x="8502" y="12523"/>
                      <a:pt x="8279" y="11851"/>
                    </a:cubicBezTo>
                    <a:cubicBezTo>
                      <a:pt x="8849" y="9134"/>
                      <a:pt x="8849" y="8332"/>
                      <a:pt x="8849" y="8332"/>
                    </a:cubicBezTo>
                    <a:lnTo>
                      <a:pt x="7888" y="1579"/>
                    </a:lnTo>
                    <a:cubicBezTo>
                      <a:pt x="7888" y="1579"/>
                      <a:pt x="7514" y="1343"/>
                      <a:pt x="7201" y="1124"/>
                    </a:cubicBezTo>
                    <a:cubicBezTo>
                      <a:pt x="7189" y="1111"/>
                      <a:pt x="7172" y="1103"/>
                      <a:pt x="7160" y="1094"/>
                    </a:cubicBezTo>
                    <a:cubicBezTo>
                      <a:pt x="7054" y="1017"/>
                      <a:pt x="6960" y="948"/>
                      <a:pt x="6891" y="887"/>
                    </a:cubicBezTo>
                    <a:lnTo>
                      <a:pt x="6838" y="676"/>
                    </a:lnTo>
                    <a:lnTo>
                      <a:pt x="5691" y="86"/>
                    </a:lnTo>
                    <a:lnTo>
                      <a:pt x="55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42"/>
              <p:cNvSpPr/>
              <p:nvPr/>
            </p:nvSpPr>
            <p:spPr>
              <a:xfrm>
                <a:off x="5900848" y="488941"/>
                <a:ext cx="399892" cy="390113"/>
              </a:xfrm>
              <a:custGeom>
                <a:avLst/>
                <a:gdLst/>
                <a:ahLst/>
                <a:cxnLst/>
                <a:rect l="l" t="t" r="r" b="b"/>
                <a:pathLst>
                  <a:path w="4126" h="4025" extrusionOk="0">
                    <a:moveTo>
                      <a:pt x="1258" y="0"/>
                    </a:moveTo>
                    <a:cubicBezTo>
                      <a:pt x="1258" y="0"/>
                      <a:pt x="733" y="90"/>
                      <a:pt x="534" y="363"/>
                    </a:cubicBezTo>
                    <a:lnTo>
                      <a:pt x="534" y="501"/>
                    </a:lnTo>
                    <a:lnTo>
                      <a:pt x="534" y="611"/>
                    </a:lnTo>
                    <a:lnTo>
                      <a:pt x="538" y="1592"/>
                    </a:lnTo>
                    <a:cubicBezTo>
                      <a:pt x="538" y="1592"/>
                      <a:pt x="1" y="1913"/>
                      <a:pt x="1152" y="3995"/>
                    </a:cubicBezTo>
                    <a:cubicBezTo>
                      <a:pt x="1163" y="4013"/>
                      <a:pt x="1183" y="4025"/>
                      <a:pt x="1204" y="4025"/>
                    </a:cubicBezTo>
                    <a:cubicBezTo>
                      <a:pt x="1207" y="4025"/>
                      <a:pt x="1210" y="4024"/>
                      <a:pt x="1213" y="4024"/>
                    </a:cubicBezTo>
                    <a:cubicBezTo>
                      <a:pt x="1469" y="3979"/>
                      <a:pt x="1702" y="3911"/>
                      <a:pt x="1914" y="3821"/>
                    </a:cubicBezTo>
                    <a:cubicBezTo>
                      <a:pt x="2006" y="3780"/>
                      <a:pt x="2092" y="3735"/>
                      <a:pt x="2177" y="3686"/>
                    </a:cubicBezTo>
                    <a:cubicBezTo>
                      <a:pt x="2239" y="3654"/>
                      <a:pt x="2299" y="3613"/>
                      <a:pt x="2357" y="3573"/>
                    </a:cubicBezTo>
                    <a:cubicBezTo>
                      <a:pt x="2845" y="3235"/>
                      <a:pt x="3198" y="2739"/>
                      <a:pt x="3476" y="2112"/>
                    </a:cubicBezTo>
                    <a:cubicBezTo>
                      <a:pt x="3483" y="2092"/>
                      <a:pt x="3491" y="2075"/>
                      <a:pt x="3500" y="2055"/>
                    </a:cubicBezTo>
                    <a:cubicBezTo>
                      <a:pt x="3500" y="2055"/>
                      <a:pt x="4126" y="1742"/>
                      <a:pt x="4017" y="1217"/>
                    </a:cubicBezTo>
                    <a:cubicBezTo>
                      <a:pt x="4000" y="1152"/>
                      <a:pt x="3976" y="1079"/>
                      <a:pt x="3935" y="1006"/>
                    </a:cubicBezTo>
                    <a:cubicBezTo>
                      <a:pt x="3873" y="878"/>
                      <a:pt x="3777" y="825"/>
                      <a:pt x="3676" y="825"/>
                    </a:cubicBezTo>
                    <a:cubicBezTo>
                      <a:pt x="3477" y="825"/>
                      <a:pt x="3258" y="1034"/>
                      <a:pt x="3247" y="1299"/>
                    </a:cubicBezTo>
                    <a:cubicBezTo>
                      <a:pt x="3096" y="1315"/>
                      <a:pt x="2943" y="1331"/>
                      <a:pt x="2791" y="1331"/>
                    </a:cubicBezTo>
                    <a:cubicBezTo>
                      <a:pt x="2249" y="1331"/>
                      <a:pt x="1709" y="1128"/>
                      <a:pt x="1258" y="0"/>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42"/>
              <p:cNvSpPr/>
              <p:nvPr/>
            </p:nvSpPr>
            <p:spPr>
              <a:xfrm>
                <a:off x="6018026" y="904927"/>
                <a:ext cx="312761" cy="404264"/>
              </a:xfrm>
              <a:custGeom>
                <a:avLst/>
                <a:gdLst/>
                <a:ahLst/>
                <a:cxnLst/>
                <a:rect l="l" t="t" r="r" b="b"/>
                <a:pathLst>
                  <a:path w="3227" h="4171" extrusionOk="0">
                    <a:moveTo>
                      <a:pt x="2380" y="0"/>
                    </a:moveTo>
                    <a:cubicBezTo>
                      <a:pt x="2380" y="0"/>
                      <a:pt x="2299" y="208"/>
                      <a:pt x="2145" y="537"/>
                    </a:cubicBezTo>
                    <a:cubicBezTo>
                      <a:pt x="2136" y="546"/>
                      <a:pt x="2132" y="558"/>
                      <a:pt x="2128" y="570"/>
                    </a:cubicBezTo>
                    <a:cubicBezTo>
                      <a:pt x="2120" y="582"/>
                      <a:pt x="2115" y="590"/>
                      <a:pt x="2111" y="603"/>
                    </a:cubicBezTo>
                    <a:cubicBezTo>
                      <a:pt x="2079" y="668"/>
                      <a:pt x="2047" y="736"/>
                      <a:pt x="2010" y="810"/>
                    </a:cubicBezTo>
                    <a:cubicBezTo>
                      <a:pt x="2006" y="815"/>
                      <a:pt x="2006" y="818"/>
                      <a:pt x="2002" y="822"/>
                    </a:cubicBezTo>
                    <a:cubicBezTo>
                      <a:pt x="1989" y="843"/>
                      <a:pt x="1982" y="863"/>
                      <a:pt x="1969" y="888"/>
                    </a:cubicBezTo>
                    <a:cubicBezTo>
                      <a:pt x="1961" y="907"/>
                      <a:pt x="1949" y="928"/>
                      <a:pt x="1937" y="948"/>
                    </a:cubicBezTo>
                    <a:cubicBezTo>
                      <a:pt x="1925" y="973"/>
                      <a:pt x="1916" y="993"/>
                      <a:pt x="1904" y="1018"/>
                    </a:cubicBezTo>
                    <a:cubicBezTo>
                      <a:pt x="1497" y="1791"/>
                      <a:pt x="842" y="2856"/>
                      <a:pt x="1" y="3622"/>
                    </a:cubicBezTo>
                    <a:cubicBezTo>
                      <a:pt x="1" y="3633"/>
                      <a:pt x="4" y="3646"/>
                      <a:pt x="4" y="3658"/>
                    </a:cubicBezTo>
                    <a:cubicBezTo>
                      <a:pt x="21" y="3780"/>
                      <a:pt x="41" y="3906"/>
                      <a:pt x="61" y="4032"/>
                    </a:cubicBezTo>
                    <a:cubicBezTo>
                      <a:pt x="70" y="4077"/>
                      <a:pt x="78" y="4125"/>
                      <a:pt x="89" y="4170"/>
                    </a:cubicBezTo>
                    <a:cubicBezTo>
                      <a:pt x="342" y="4048"/>
                      <a:pt x="1465" y="3466"/>
                      <a:pt x="2075" y="2751"/>
                    </a:cubicBezTo>
                    <a:lnTo>
                      <a:pt x="2067" y="2022"/>
                    </a:lnTo>
                    <a:lnTo>
                      <a:pt x="2152" y="2035"/>
                    </a:lnTo>
                    <a:lnTo>
                      <a:pt x="3153" y="2161"/>
                    </a:lnTo>
                    <a:cubicBezTo>
                      <a:pt x="3153" y="2161"/>
                      <a:pt x="3161" y="2144"/>
                      <a:pt x="3174" y="2108"/>
                    </a:cubicBezTo>
                    <a:cubicBezTo>
                      <a:pt x="3194" y="2043"/>
                      <a:pt x="3226" y="1904"/>
                      <a:pt x="3226" y="1652"/>
                    </a:cubicBezTo>
                    <a:lnTo>
                      <a:pt x="3226" y="1624"/>
                    </a:lnTo>
                    <a:cubicBezTo>
                      <a:pt x="3222" y="1425"/>
                      <a:pt x="3206" y="1156"/>
                      <a:pt x="3149" y="802"/>
                    </a:cubicBezTo>
                    <a:cubicBezTo>
                      <a:pt x="3048" y="696"/>
                      <a:pt x="2958" y="607"/>
                      <a:pt x="2885" y="526"/>
                    </a:cubicBezTo>
                    <a:lnTo>
                      <a:pt x="23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42"/>
              <p:cNvSpPr/>
              <p:nvPr/>
            </p:nvSpPr>
            <p:spPr>
              <a:xfrm>
                <a:off x="5936321" y="934876"/>
                <a:ext cx="142957" cy="428301"/>
              </a:xfrm>
              <a:custGeom>
                <a:avLst/>
                <a:gdLst/>
                <a:ahLst/>
                <a:cxnLst/>
                <a:rect l="l" t="t" r="r" b="b"/>
                <a:pathLst>
                  <a:path w="1475" h="4419" extrusionOk="0">
                    <a:moveTo>
                      <a:pt x="1474" y="1"/>
                    </a:moveTo>
                    <a:cubicBezTo>
                      <a:pt x="1474" y="1"/>
                      <a:pt x="1270" y="50"/>
                      <a:pt x="844" y="294"/>
                    </a:cubicBezTo>
                    <a:cubicBezTo>
                      <a:pt x="840" y="302"/>
                      <a:pt x="835" y="310"/>
                      <a:pt x="831" y="314"/>
                    </a:cubicBezTo>
                    <a:cubicBezTo>
                      <a:pt x="465" y="896"/>
                      <a:pt x="314" y="1612"/>
                      <a:pt x="314" y="1612"/>
                    </a:cubicBezTo>
                    <a:lnTo>
                      <a:pt x="429" y="1770"/>
                    </a:lnTo>
                    <a:cubicBezTo>
                      <a:pt x="408" y="1783"/>
                      <a:pt x="388" y="1794"/>
                      <a:pt x="371" y="1811"/>
                    </a:cubicBezTo>
                    <a:cubicBezTo>
                      <a:pt x="294" y="1864"/>
                      <a:pt x="233" y="1912"/>
                      <a:pt x="185" y="1953"/>
                    </a:cubicBezTo>
                    <a:cubicBezTo>
                      <a:pt x="185" y="1957"/>
                      <a:pt x="181" y="1957"/>
                      <a:pt x="181" y="1957"/>
                    </a:cubicBezTo>
                    <a:cubicBezTo>
                      <a:pt x="14" y="2104"/>
                      <a:pt x="1" y="2165"/>
                      <a:pt x="1" y="2165"/>
                    </a:cubicBezTo>
                    <a:lnTo>
                      <a:pt x="925" y="4138"/>
                    </a:lnTo>
                    <a:cubicBezTo>
                      <a:pt x="966" y="4227"/>
                      <a:pt x="1011" y="4321"/>
                      <a:pt x="1054" y="4419"/>
                    </a:cubicBezTo>
                    <a:cubicBezTo>
                      <a:pt x="1014" y="4252"/>
                      <a:pt x="973" y="4085"/>
                      <a:pt x="941" y="3923"/>
                    </a:cubicBezTo>
                    <a:cubicBezTo>
                      <a:pt x="937" y="3902"/>
                      <a:pt x="937" y="3882"/>
                      <a:pt x="932" y="3861"/>
                    </a:cubicBezTo>
                    <a:cubicBezTo>
                      <a:pt x="921" y="3816"/>
                      <a:pt x="913" y="3768"/>
                      <a:pt x="904" y="3723"/>
                    </a:cubicBezTo>
                    <a:cubicBezTo>
                      <a:pt x="884" y="3597"/>
                      <a:pt x="864" y="3471"/>
                      <a:pt x="847" y="3349"/>
                    </a:cubicBezTo>
                    <a:cubicBezTo>
                      <a:pt x="847" y="3337"/>
                      <a:pt x="844" y="3324"/>
                      <a:pt x="844" y="3313"/>
                    </a:cubicBezTo>
                    <a:cubicBezTo>
                      <a:pt x="697" y="2157"/>
                      <a:pt x="799" y="1124"/>
                      <a:pt x="998" y="371"/>
                    </a:cubicBezTo>
                    <a:cubicBezTo>
                      <a:pt x="1092" y="277"/>
                      <a:pt x="1291" y="208"/>
                      <a:pt x="1377" y="179"/>
                    </a:cubicBezTo>
                    <a:cubicBezTo>
                      <a:pt x="1401" y="172"/>
                      <a:pt x="1413" y="168"/>
                      <a:pt x="1413" y="168"/>
                    </a:cubicBezTo>
                    <a:cubicBezTo>
                      <a:pt x="1417" y="164"/>
                      <a:pt x="1445" y="106"/>
                      <a:pt x="14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42"/>
              <p:cNvSpPr/>
              <p:nvPr/>
            </p:nvSpPr>
            <p:spPr>
              <a:xfrm>
                <a:off x="5931281" y="1124551"/>
                <a:ext cx="102154" cy="242985"/>
              </a:xfrm>
              <a:custGeom>
                <a:avLst/>
                <a:gdLst/>
                <a:ahLst/>
                <a:cxnLst/>
                <a:rect l="l" t="t" r="r" b="b"/>
                <a:pathLst>
                  <a:path w="1054" h="2507" extrusionOk="0">
                    <a:moveTo>
                      <a:pt x="233" y="0"/>
                    </a:moveTo>
                    <a:cubicBezTo>
                      <a:pt x="13" y="179"/>
                      <a:pt x="0" y="252"/>
                      <a:pt x="0" y="252"/>
                    </a:cubicBezTo>
                    <a:lnTo>
                      <a:pt x="1054" y="2507"/>
                    </a:lnTo>
                    <a:cubicBezTo>
                      <a:pt x="1025" y="2396"/>
                      <a:pt x="1001" y="2287"/>
                      <a:pt x="977" y="2181"/>
                    </a:cubicBezTo>
                    <a:lnTo>
                      <a:pt x="53" y="208"/>
                    </a:lnTo>
                    <a:cubicBezTo>
                      <a:pt x="53" y="208"/>
                      <a:pt x="66" y="147"/>
                      <a:pt x="2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42"/>
              <p:cNvSpPr/>
              <p:nvPr/>
            </p:nvSpPr>
            <p:spPr>
              <a:xfrm>
                <a:off x="5961230" y="974710"/>
                <a:ext cx="49817" cy="135692"/>
              </a:xfrm>
              <a:custGeom>
                <a:avLst/>
                <a:gdLst/>
                <a:ahLst/>
                <a:cxnLst/>
                <a:rect l="l" t="t" r="r" b="b"/>
                <a:pathLst>
                  <a:path w="514" h="1400" extrusionOk="0">
                    <a:moveTo>
                      <a:pt x="513" y="1"/>
                    </a:moveTo>
                    <a:lnTo>
                      <a:pt x="480" y="13"/>
                    </a:lnTo>
                    <a:cubicBezTo>
                      <a:pt x="143" y="583"/>
                      <a:pt x="1" y="1246"/>
                      <a:pt x="1" y="1246"/>
                    </a:cubicBezTo>
                    <a:lnTo>
                      <a:pt x="114" y="1400"/>
                    </a:lnTo>
                    <a:cubicBezTo>
                      <a:pt x="131" y="1383"/>
                      <a:pt x="151" y="1372"/>
                      <a:pt x="172" y="1359"/>
                    </a:cubicBezTo>
                    <a:lnTo>
                      <a:pt x="57" y="1201"/>
                    </a:lnTo>
                    <a:cubicBezTo>
                      <a:pt x="57" y="1201"/>
                      <a:pt x="192" y="562"/>
                      <a:pt x="5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2"/>
              <p:cNvSpPr/>
              <p:nvPr/>
            </p:nvSpPr>
            <p:spPr>
              <a:xfrm>
                <a:off x="6003875" y="693639"/>
                <a:ext cx="233868" cy="562344"/>
              </a:xfrm>
              <a:custGeom>
                <a:avLst/>
                <a:gdLst/>
                <a:ahLst/>
                <a:cxnLst/>
                <a:rect l="l" t="t" r="r" b="b"/>
                <a:pathLst>
                  <a:path w="2413" h="5802" extrusionOk="0">
                    <a:moveTo>
                      <a:pt x="2413" y="0"/>
                    </a:moveTo>
                    <a:cubicBezTo>
                      <a:pt x="2404" y="17"/>
                      <a:pt x="2396" y="36"/>
                      <a:pt x="2388" y="57"/>
                    </a:cubicBezTo>
                    <a:cubicBezTo>
                      <a:pt x="2383" y="66"/>
                      <a:pt x="2379" y="77"/>
                      <a:pt x="2372" y="90"/>
                    </a:cubicBezTo>
                    <a:cubicBezTo>
                      <a:pt x="2364" y="106"/>
                      <a:pt x="2355" y="126"/>
                      <a:pt x="2347" y="147"/>
                    </a:cubicBezTo>
                    <a:cubicBezTo>
                      <a:pt x="2327" y="188"/>
                      <a:pt x="2306" y="228"/>
                      <a:pt x="2286" y="269"/>
                    </a:cubicBezTo>
                    <a:cubicBezTo>
                      <a:pt x="2278" y="276"/>
                      <a:pt x="2274" y="289"/>
                      <a:pt x="2270" y="301"/>
                    </a:cubicBezTo>
                    <a:cubicBezTo>
                      <a:pt x="2266" y="310"/>
                      <a:pt x="2261" y="317"/>
                      <a:pt x="2254" y="325"/>
                    </a:cubicBezTo>
                    <a:cubicBezTo>
                      <a:pt x="2250" y="334"/>
                      <a:pt x="2246" y="342"/>
                      <a:pt x="2242" y="350"/>
                    </a:cubicBezTo>
                    <a:cubicBezTo>
                      <a:pt x="2237" y="354"/>
                      <a:pt x="2237" y="358"/>
                      <a:pt x="2233" y="362"/>
                    </a:cubicBezTo>
                    <a:cubicBezTo>
                      <a:pt x="2229" y="370"/>
                      <a:pt x="2225" y="378"/>
                      <a:pt x="2221" y="387"/>
                    </a:cubicBezTo>
                    <a:cubicBezTo>
                      <a:pt x="2217" y="395"/>
                      <a:pt x="2213" y="402"/>
                      <a:pt x="2209" y="411"/>
                    </a:cubicBezTo>
                    <a:cubicBezTo>
                      <a:pt x="2201" y="427"/>
                      <a:pt x="2188" y="447"/>
                      <a:pt x="2180" y="464"/>
                    </a:cubicBezTo>
                    <a:cubicBezTo>
                      <a:pt x="2160" y="496"/>
                      <a:pt x="2139" y="529"/>
                      <a:pt x="2120" y="562"/>
                    </a:cubicBezTo>
                    <a:cubicBezTo>
                      <a:pt x="2107" y="582"/>
                      <a:pt x="2095" y="606"/>
                      <a:pt x="2079" y="627"/>
                    </a:cubicBezTo>
                    <a:lnTo>
                      <a:pt x="2079" y="631"/>
                    </a:lnTo>
                    <a:cubicBezTo>
                      <a:pt x="2075" y="639"/>
                      <a:pt x="2066" y="643"/>
                      <a:pt x="2062" y="651"/>
                    </a:cubicBezTo>
                    <a:cubicBezTo>
                      <a:pt x="2058" y="659"/>
                      <a:pt x="2054" y="667"/>
                      <a:pt x="2047" y="676"/>
                    </a:cubicBezTo>
                    <a:cubicBezTo>
                      <a:pt x="2038" y="691"/>
                      <a:pt x="2026" y="708"/>
                      <a:pt x="2013" y="725"/>
                    </a:cubicBezTo>
                    <a:cubicBezTo>
                      <a:pt x="2009" y="732"/>
                      <a:pt x="2006" y="740"/>
                      <a:pt x="1998" y="749"/>
                    </a:cubicBezTo>
                    <a:lnTo>
                      <a:pt x="1993" y="753"/>
                    </a:lnTo>
                    <a:cubicBezTo>
                      <a:pt x="1989" y="761"/>
                      <a:pt x="1985" y="769"/>
                      <a:pt x="1981" y="773"/>
                    </a:cubicBezTo>
                    <a:lnTo>
                      <a:pt x="1977" y="777"/>
                    </a:lnTo>
                    <a:cubicBezTo>
                      <a:pt x="1973" y="785"/>
                      <a:pt x="1965" y="793"/>
                      <a:pt x="1961" y="802"/>
                    </a:cubicBezTo>
                    <a:cubicBezTo>
                      <a:pt x="1953" y="810"/>
                      <a:pt x="1944" y="822"/>
                      <a:pt x="1936" y="834"/>
                    </a:cubicBezTo>
                    <a:cubicBezTo>
                      <a:pt x="1928" y="842"/>
                      <a:pt x="1920" y="854"/>
                      <a:pt x="1912" y="866"/>
                    </a:cubicBezTo>
                    <a:cubicBezTo>
                      <a:pt x="1904" y="875"/>
                      <a:pt x="1895" y="887"/>
                      <a:pt x="1887" y="895"/>
                    </a:cubicBezTo>
                    <a:cubicBezTo>
                      <a:pt x="1880" y="907"/>
                      <a:pt x="1871" y="915"/>
                      <a:pt x="1863" y="928"/>
                    </a:cubicBezTo>
                    <a:cubicBezTo>
                      <a:pt x="1846" y="944"/>
                      <a:pt x="1835" y="964"/>
                      <a:pt x="1818" y="980"/>
                    </a:cubicBezTo>
                    <a:lnTo>
                      <a:pt x="1814" y="984"/>
                    </a:lnTo>
                    <a:lnTo>
                      <a:pt x="1810" y="988"/>
                    </a:lnTo>
                    <a:cubicBezTo>
                      <a:pt x="1798" y="1005"/>
                      <a:pt x="1786" y="1017"/>
                      <a:pt x="1773" y="1033"/>
                    </a:cubicBezTo>
                    <a:lnTo>
                      <a:pt x="1769" y="1037"/>
                    </a:lnTo>
                    <a:lnTo>
                      <a:pt x="1749" y="1058"/>
                    </a:lnTo>
                    <a:cubicBezTo>
                      <a:pt x="1737" y="1074"/>
                      <a:pt x="1724" y="1086"/>
                      <a:pt x="1713" y="1102"/>
                    </a:cubicBezTo>
                    <a:cubicBezTo>
                      <a:pt x="1705" y="1106"/>
                      <a:pt x="1700" y="1115"/>
                      <a:pt x="1692" y="1119"/>
                    </a:cubicBezTo>
                    <a:cubicBezTo>
                      <a:pt x="1688" y="1127"/>
                      <a:pt x="1680" y="1131"/>
                      <a:pt x="1676" y="1140"/>
                    </a:cubicBezTo>
                    <a:cubicBezTo>
                      <a:pt x="1647" y="1168"/>
                      <a:pt x="1619" y="1196"/>
                      <a:pt x="1591" y="1221"/>
                    </a:cubicBezTo>
                    <a:cubicBezTo>
                      <a:pt x="1583" y="1228"/>
                      <a:pt x="1574" y="1237"/>
                      <a:pt x="1566" y="1245"/>
                    </a:cubicBezTo>
                    <a:cubicBezTo>
                      <a:pt x="1562" y="1249"/>
                      <a:pt x="1558" y="1253"/>
                      <a:pt x="1553" y="1257"/>
                    </a:cubicBezTo>
                    <a:cubicBezTo>
                      <a:pt x="1542" y="1265"/>
                      <a:pt x="1534" y="1273"/>
                      <a:pt x="1521" y="1286"/>
                    </a:cubicBezTo>
                    <a:cubicBezTo>
                      <a:pt x="1517" y="1286"/>
                      <a:pt x="1517" y="1290"/>
                      <a:pt x="1513" y="1294"/>
                    </a:cubicBezTo>
                    <a:cubicBezTo>
                      <a:pt x="1501" y="1302"/>
                      <a:pt x="1485" y="1314"/>
                      <a:pt x="1472" y="1326"/>
                    </a:cubicBezTo>
                    <a:lnTo>
                      <a:pt x="1469" y="1326"/>
                    </a:lnTo>
                    <a:lnTo>
                      <a:pt x="1469" y="1330"/>
                    </a:lnTo>
                    <a:cubicBezTo>
                      <a:pt x="1456" y="1339"/>
                      <a:pt x="1440" y="1350"/>
                      <a:pt x="1428" y="1363"/>
                    </a:cubicBezTo>
                    <a:lnTo>
                      <a:pt x="1424" y="1367"/>
                    </a:lnTo>
                    <a:cubicBezTo>
                      <a:pt x="1412" y="1375"/>
                      <a:pt x="1399" y="1388"/>
                      <a:pt x="1383" y="1395"/>
                    </a:cubicBezTo>
                    <a:cubicBezTo>
                      <a:pt x="1379" y="1399"/>
                      <a:pt x="1379" y="1399"/>
                      <a:pt x="1375" y="1403"/>
                    </a:cubicBezTo>
                    <a:cubicBezTo>
                      <a:pt x="1358" y="1416"/>
                      <a:pt x="1346" y="1424"/>
                      <a:pt x="1330" y="1436"/>
                    </a:cubicBezTo>
                    <a:cubicBezTo>
                      <a:pt x="1326" y="1440"/>
                      <a:pt x="1322" y="1440"/>
                      <a:pt x="1318" y="1444"/>
                    </a:cubicBezTo>
                    <a:cubicBezTo>
                      <a:pt x="1309" y="1452"/>
                      <a:pt x="1302" y="1457"/>
                      <a:pt x="1294" y="1461"/>
                    </a:cubicBezTo>
                    <a:cubicBezTo>
                      <a:pt x="1290" y="1465"/>
                      <a:pt x="1285" y="1469"/>
                      <a:pt x="1277" y="1472"/>
                    </a:cubicBezTo>
                    <a:cubicBezTo>
                      <a:pt x="1245" y="1497"/>
                      <a:pt x="1208" y="1517"/>
                      <a:pt x="1172" y="1542"/>
                    </a:cubicBezTo>
                    <a:cubicBezTo>
                      <a:pt x="1163" y="1546"/>
                      <a:pt x="1155" y="1550"/>
                      <a:pt x="1147" y="1554"/>
                    </a:cubicBezTo>
                    <a:cubicBezTo>
                      <a:pt x="1139" y="1562"/>
                      <a:pt x="1127" y="1570"/>
                      <a:pt x="1114" y="1574"/>
                    </a:cubicBezTo>
                    <a:cubicBezTo>
                      <a:pt x="1029" y="1623"/>
                      <a:pt x="943" y="1668"/>
                      <a:pt x="851" y="1709"/>
                    </a:cubicBezTo>
                    <a:cubicBezTo>
                      <a:pt x="854" y="1737"/>
                      <a:pt x="854" y="1769"/>
                      <a:pt x="854" y="1799"/>
                    </a:cubicBezTo>
                    <a:cubicBezTo>
                      <a:pt x="866" y="2111"/>
                      <a:pt x="821" y="2343"/>
                      <a:pt x="777" y="2490"/>
                    </a:cubicBezTo>
                    <a:cubicBezTo>
                      <a:pt x="748" y="2595"/>
                      <a:pt x="720" y="2653"/>
                      <a:pt x="716" y="2657"/>
                    </a:cubicBezTo>
                    <a:cubicBezTo>
                      <a:pt x="716" y="2657"/>
                      <a:pt x="423" y="2742"/>
                      <a:pt x="301" y="2860"/>
                    </a:cubicBezTo>
                    <a:cubicBezTo>
                      <a:pt x="102" y="3613"/>
                      <a:pt x="0" y="4646"/>
                      <a:pt x="147" y="5802"/>
                    </a:cubicBezTo>
                    <a:cubicBezTo>
                      <a:pt x="988" y="5036"/>
                      <a:pt x="1643" y="3971"/>
                      <a:pt x="2050" y="3198"/>
                    </a:cubicBezTo>
                    <a:cubicBezTo>
                      <a:pt x="2066" y="3161"/>
                      <a:pt x="2087" y="3124"/>
                      <a:pt x="2103" y="3092"/>
                    </a:cubicBezTo>
                    <a:cubicBezTo>
                      <a:pt x="2172" y="2954"/>
                      <a:pt x="2237" y="2828"/>
                      <a:pt x="2291" y="2717"/>
                    </a:cubicBezTo>
                    <a:cubicBezTo>
                      <a:pt x="2278" y="2531"/>
                      <a:pt x="2278" y="2302"/>
                      <a:pt x="2286" y="2067"/>
                    </a:cubicBezTo>
                    <a:cubicBezTo>
                      <a:pt x="2306" y="1140"/>
                      <a:pt x="2413" y="0"/>
                      <a:pt x="2413" y="0"/>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42"/>
              <p:cNvSpPr/>
              <p:nvPr/>
            </p:nvSpPr>
            <p:spPr>
              <a:xfrm>
                <a:off x="6172518" y="2194562"/>
                <a:ext cx="314408" cy="420062"/>
              </a:xfrm>
              <a:custGeom>
                <a:avLst/>
                <a:gdLst/>
                <a:ahLst/>
                <a:cxnLst/>
                <a:rect l="l" t="t" r="r" b="b"/>
                <a:pathLst>
                  <a:path w="3244" h="4334" extrusionOk="0">
                    <a:moveTo>
                      <a:pt x="3166" y="1"/>
                    </a:moveTo>
                    <a:lnTo>
                      <a:pt x="3166" y="1"/>
                    </a:lnTo>
                    <a:cubicBezTo>
                      <a:pt x="3044" y="21"/>
                      <a:pt x="2926" y="42"/>
                      <a:pt x="2800" y="55"/>
                    </a:cubicBezTo>
                    <a:cubicBezTo>
                      <a:pt x="2747" y="62"/>
                      <a:pt x="2690" y="66"/>
                      <a:pt x="2633" y="74"/>
                    </a:cubicBezTo>
                    <a:cubicBezTo>
                      <a:pt x="2341" y="101"/>
                      <a:pt x="2048" y="112"/>
                      <a:pt x="1771" y="112"/>
                    </a:cubicBezTo>
                    <a:cubicBezTo>
                      <a:pt x="885" y="112"/>
                      <a:pt x="160" y="6"/>
                      <a:pt x="160" y="6"/>
                    </a:cubicBezTo>
                    <a:lnTo>
                      <a:pt x="160" y="6"/>
                    </a:lnTo>
                    <a:cubicBezTo>
                      <a:pt x="160" y="6"/>
                      <a:pt x="1" y="2580"/>
                      <a:pt x="517" y="4073"/>
                    </a:cubicBezTo>
                    <a:cubicBezTo>
                      <a:pt x="1099" y="4317"/>
                      <a:pt x="2832" y="4334"/>
                      <a:pt x="2832" y="4334"/>
                    </a:cubicBezTo>
                    <a:cubicBezTo>
                      <a:pt x="2832" y="4334"/>
                      <a:pt x="2865" y="4187"/>
                      <a:pt x="2909" y="3923"/>
                    </a:cubicBezTo>
                    <a:cubicBezTo>
                      <a:pt x="2913" y="3902"/>
                      <a:pt x="2918" y="3878"/>
                      <a:pt x="2922" y="3850"/>
                    </a:cubicBezTo>
                    <a:cubicBezTo>
                      <a:pt x="3044" y="3110"/>
                      <a:pt x="3243" y="1600"/>
                      <a:pt x="316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42"/>
              <p:cNvSpPr/>
              <p:nvPr/>
            </p:nvSpPr>
            <p:spPr>
              <a:xfrm>
                <a:off x="6513196" y="2588934"/>
                <a:ext cx="42354" cy="18221"/>
              </a:xfrm>
              <a:custGeom>
                <a:avLst/>
                <a:gdLst/>
                <a:ahLst/>
                <a:cxnLst/>
                <a:rect l="l" t="t" r="r" b="b"/>
                <a:pathLst>
                  <a:path w="437" h="188" extrusionOk="0">
                    <a:moveTo>
                      <a:pt x="1" y="0"/>
                    </a:moveTo>
                    <a:cubicBezTo>
                      <a:pt x="1" y="45"/>
                      <a:pt x="5" y="94"/>
                      <a:pt x="5" y="143"/>
                    </a:cubicBezTo>
                    <a:cubicBezTo>
                      <a:pt x="230" y="176"/>
                      <a:pt x="403" y="186"/>
                      <a:pt x="432" y="188"/>
                    </a:cubicBezTo>
                    <a:lnTo>
                      <a:pt x="432" y="188"/>
                    </a:lnTo>
                    <a:cubicBezTo>
                      <a:pt x="418" y="181"/>
                      <a:pt x="241" y="97"/>
                      <a:pt x="1" y="0"/>
                    </a:cubicBezTo>
                    <a:close/>
                    <a:moveTo>
                      <a:pt x="432" y="188"/>
                    </a:moveTo>
                    <a:cubicBezTo>
                      <a:pt x="432" y="188"/>
                      <a:pt x="432" y="188"/>
                      <a:pt x="432" y="188"/>
                    </a:cubicBezTo>
                    <a:lnTo>
                      <a:pt x="436" y="188"/>
                    </a:lnTo>
                    <a:cubicBezTo>
                      <a:pt x="436" y="188"/>
                      <a:pt x="435" y="188"/>
                      <a:pt x="432" y="188"/>
                    </a:cubicBez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2"/>
              <p:cNvSpPr/>
              <p:nvPr/>
            </p:nvSpPr>
            <p:spPr>
              <a:xfrm>
                <a:off x="6363453" y="2548324"/>
                <a:ext cx="16961" cy="7560"/>
              </a:xfrm>
              <a:custGeom>
                <a:avLst/>
                <a:gdLst/>
                <a:ahLst/>
                <a:cxnLst/>
                <a:rect l="l" t="t" r="r" b="b"/>
                <a:pathLst>
                  <a:path w="175" h="78" extrusionOk="0">
                    <a:moveTo>
                      <a:pt x="0" y="0"/>
                    </a:moveTo>
                    <a:cubicBezTo>
                      <a:pt x="0" y="0"/>
                      <a:pt x="32" y="25"/>
                      <a:pt x="98" y="57"/>
                    </a:cubicBezTo>
                    <a:cubicBezTo>
                      <a:pt x="106" y="66"/>
                      <a:pt x="118" y="70"/>
                      <a:pt x="130" y="78"/>
                    </a:cubicBezTo>
                    <a:cubicBezTo>
                      <a:pt x="130" y="74"/>
                      <a:pt x="134" y="70"/>
                      <a:pt x="138" y="66"/>
                    </a:cubicBezTo>
                    <a:cubicBezTo>
                      <a:pt x="162" y="41"/>
                      <a:pt x="175" y="25"/>
                      <a:pt x="175" y="25"/>
                    </a:cubicBezTo>
                    <a:cubicBezTo>
                      <a:pt x="65" y="8"/>
                      <a:pt x="0" y="0"/>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42"/>
              <p:cNvSpPr/>
              <p:nvPr/>
            </p:nvSpPr>
            <p:spPr>
              <a:xfrm>
                <a:off x="6362193" y="1126974"/>
                <a:ext cx="440501" cy="1480200"/>
              </a:xfrm>
              <a:custGeom>
                <a:avLst/>
                <a:gdLst/>
                <a:ahLst/>
                <a:cxnLst/>
                <a:rect l="l" t="t" r="r" b="b"/>
                <a:pathLst>
                  <a:path w="4545" h="15272" extrusionOk="0">
                    <a:moveTo>
                      <a:pt x="1892" y="1"/>
                    </a:moveTo>
                    <a:cubicBezTo>
                      <a:pt x="1861" y="1"/>
                      <a:pt x="1840" y="23"/>
                      <a:pt x="1816" y="61"/>
                    </a:cubicBezTo>
                    <a:cubicBezTo>
                      <a:pt x="1746" y="159"/>
                      <a:pt x="1652" y="370"/>
                      <a:pt x="1197" y="541"/>
                    </a:cubicBezTo>
                    <a:cubicBezTo>
                      <a:pt x="770" y="700"/>
                      <a:pt x="184" y="2612"/>
                      <a:pt x="1571" y="6448"/>
                    </a:cubicBezTo>
                    <a:cubicBezTo>
                      <a:pt x="1571" y="6448"/>
                      <a:pt x="1461" y="6622"/>
                      <a:pt x="1474" y="6684"/>
                    </a:cubicBezTo>
                    <a:cubicBezTo>
                      <a:pt x="1489" y="6749"/>
                      <a:pt x="1746" y="6774"/>
                      <a:pt x="1758" y="6806"/>
                    </a:cubicBezTo>
                    <a:cubicBezTo>
                      <a:pt x="1771" y="6834"/>
                      <a:pt x="1660" y="7180"/>
                      <a:pt x="1681" y="7213"/>
                    </a:cubicBezTo>
                    <a:cubicBezTo>
                      <a:pt x="1701" y="7245"/>
                      <a:pt x="1941" y="7233"/>
                      <a:pt x="1949" y="7245"/>
                    </a:cubicBezTo>
                    <a:cubicBezTo>
                      <a:pt x="1917" y="7469"/>
                      <a:pt x="1493" y="10235"/>
                      <a:pt x="1238" y="10499"/>
                    </a:cubicBezTo>
                    <a:cubicBezTo>
                      <a:pt x="1103" y="10638"/>
                      <a:pt x="961" y="10781"/>
                      <a:pt x="843" y="11070"/>
                    </a:cubicBezTo>
                    <a:cubicBezTo>
                      <a:pt x="843" y="11077"/>
                      <a:pt x="839" y="11085"/>
                      <a:pt x="834" y="11094"/>
                    </a:cubicBezTo>
                    <a:cubicBezTo>
                      <a:pt x="830" y="11102"/>
                      <a:pt x="830" y="11110"/>
                      <a:pt x="827" y="11118"/>
                    </a:cubicBezTo>
                    <a:cubicBezTo>
                      <a:pt x="810" y="11158"/>
                      <a:pt x="794" y="11207"/>
                      <a:pt x="782" y="11252"/>
                    </a:cubicBezTo>
                    <a:cubicBezTo>
                      <a:pt x="778" y="11265"/>
                      <a:pt x="774" y="11273"/>
                      <a:pt x="770" y="11284"/>
                    </a:cubicBezTo>
                    <a:cubicBezTo>
                      <a:pt x="753" y="11342"/>
                      <a:pt x="737" y="11406"/>
                      <a:pt x="721" y="11476"/>
                    </a:cubicBezTo>
                    <a:cubicBezTo>
                      <a:pt x="717" y="11500"/>
                      <a:pt x="712" y="11525"/>
                      <a:pt x="708" y="11549"/>
                    </a:cubicBezTo>
                    <a:cubicBezTo>
                      <a:pt x="701" y="11586"/>
                      <a:pt x="693" y="11622"/>
                      <a:pt x="684" y="11663"/>
                    </a:cubicBezTo>
                    <a:cubicBezTo>
                      <a:pt x="684" y="11671"/>
                      <a:pt x="684" y="11680"/>
                      <a:pt x="680" y="11688"/>
                    </a:cubicBezTo>
                    <a:cubicBezTo>
                      <a:pt x="680" y="11699"/>
                      <a:pt x="680" y="11708"/>
                      <a:pt x="676" y="11716"/>
                    </a:cubicBezTo>
                    <a:cubicBezTo>
                      <a:pt x="676" y="11724"/>
                      <a:pt x="676" y="11736"/>
                      <a:pt x="672" y="11744"/>
                    </a:cubicBezTo>
                    <a:cubicBezTo>
                      <a:pt x="672" y="11761"/>
                      <a:pt x="668" y="11773"/>
                      <a:pt x="668" y="11789"/>
                    </a:cubicBezTo>
                    <a:cubicBezTo>
                      <a:pt x="663" y="11802"/>
                      <a:pt x="663" y="11817"/>
                      <a:pt x="660" y="11830"/>
                    </a:cubicBezTo>
                    <a:cubicBezTo>
                      <a:pt x="660" y="11846"/>
                      <a:pt x="656" y="11862"/>
                      <a:pt x="656" y="11879"/>
                    </a:cubicBezTo>
                    <a:cubicBezTo>
                      <a:pt x="652" y="11891"/>
                      <a:pt x="652" y="11907"/>
                      <a:pt x="648" y="11924"/>
                    </a:cubicBezTo>
                    <a:cubicBezTo>
                      <a:pt x="644" y="11948"/>
                      <a:pt x="644" y="11973"/>
                      <a:pt x="639" y="12001"/>
                    </a:cubicBezTo>
                    <a:cubicBezTo>
                      <a:pt x="639" y="12013"/>
                      <a:pt x="635" y="12025"/>
                      <a:pt x="635" y="12041"/>
                    </a:cubicBezTo>
                    <a:cubicBezTo>
                      <a:pt x="627" y="12114"/>
                      <a:pt x="620" y="12192"/>
                      <a:pt x="615" y="12273"/>
                    </a:cubicBezTo>
                    <a:cubicBezTo>
                      <a:pt x="566" y="12749"/>
                      <a:pt x="273" y="13701"/>
                      <a:pt x="273" y="13701"/>
                    </a:cubicBezTo>
                    <a:cubicBezTo>
                      <a:pt x="273" y="13701"/>
                      <a:pt x="38" y="13770"/>
                      <a:pt x="1" y="13860"/>
                    </a:cubicBezTo>
                    <a:lnTo>
                      <a:pt x="13" y="14665"/>
                    </a:lnTo>
                    <a:cubicBezTo>
                      <a:pt x="13" y="14665"/>
                      <a:pt x="78" y="14673"/>
                      <a:pt x="188" y="14690"/>
                    </a:cubicBezTo>
                    <a:cubicBezTo>
                      <a:pt x="196" y="14690"/>
                      <a:pt x="208" y="14690"/>
                      <a:pt x="216" y="14694"/>
                    </a:cubicBezTo>
                    <a:cubicBezTo>
                      <a:pt x="224" y="14694"/>
                      <a:pt x="229" y="14694"/>
                      <a:pt x="237" y="14698"/>
                    </a:cubicBezTo>
                    <a:cubicBezTo>
                      <a:pt x="253" y="14698"/>
                      <a:pt x="265" y="14702"/>
                      <a:pt x="282" y="14702"/>
                    </a:cubicBezTo>
                    <a:cubicBezTo>
                      <a:pt x="293" y="14706"/>
                      <a:pt x="306" y="14706"/>
                      <a:pt x="318" y="14710"/>
                    </a:cubicBezTo>
                    <a:lnTo>
                      <a:pt x="322" y="14710"/>
                    </a:lnTo>
                    <a:cubicBezTo>
                      <a:pt x="334" y="14714"/>
                      <a:pt x="351" y="14714"/>
                      <a:pt x="363" y="14718"/>
                    </a:cubicBezTo>
                    <a:cubicBezTo>
                      <a:pt x="387" y="14722"/>
                      <a:pt x="412" y="14726"/>
                      <a:pt x="436" y="14731"/>
                    </a:cubicBezTo>
                    <a:cubicBezTo>
                      <a:pt x="505" y="14747"/>
                      <a:pt x="579" y="14763"/>
                      <a:pt x="656" y="14780"/>
                    </a:cubicBezTo>
                    <a:cubicBezTo>
                      <a:pt x="660" y="14780"/>
                      <a:pt x="663" y="14784"/>
                      <a:pt x="668" y="14784"/>
                    </a:cubicBezTo>
                    <a:cubicBezTo>
                      <a:pt x="693" y="14791"/>
                      <a:pt x="721" y="14795"/>
                      <a:pt x="749" y="14804"/>
                    </a:cubicBezTo>
                    <a:cubicBezTo>
                      <a:pt x="757" y="14808"/>
                      <a:pt x="770" y="14808"/>
                      <a:pt x="778" y="14812"/>
                    </a:cubicBezTo>
                    <a:cubicBezTo>
                      <a:pt x="802" y="14816"/>
                      <a:pt x="827" y="14824"/>
                      <a:pt x="851" y="14832"/>
                    </a:cubicBezTo>
                    <a:cubicBezTo>
                      <a:pt x="855" y="14832"/>
                      <a:pt x="859" y="14836"/>
                      <a:pt x="864" y="14836"/>
                    </a:cubicBezTo>
                    <a:cubicBezTo>
                      <a:pt x="879" y="14840"/>
                      <a:pt x="892" y="14844"/>
                      <a:pt x="908" y="14848"/>
                    </a:cubicBezTo>
                    <a:cubicBezTo>
                      <a:pt x="932" y="14857"/>
                      <a:pt x="956" y="14865"/>
                      <a:pt x="981" y="14872"/>
                    </a:cubicBezTo>
                    <a:cubicBezTo>
                      <a:pt x="1185" y="14938"/>
                      <a:pt x="1388" y="15015"/>
                      <a:pt x="1559" y="15084"/>
                    </a:cubicBezTo>
                    <a:cubicBezTo>
                      <a:pt x="1681" y="15133"/>
                      <a:pt x="1786" y="15178"/>
                      <a:pt x="1864" y="15214"/>
                    </a:cubicBezTo>
                    <a:cubicBezTo>
                      <a:pt x="1941" y="15247"/>
                      <a:pt x="1986" y="15268"/>
                      <a:pt x="1990" y="15272"/>
                    </a:cubicBezTo>
                    <a:lnTo>
                      <a:pt x="1994" y="15272"/>
                    </a:lnTo>
                    <a:cubicBezTo>
                      <a:pt x="1994" y="15272"/>
                      <a:pt x="2145" y="14958"/>
                      <a:pt x="2475" y="14506"/>
                    </a:cubicBezTo>
                    <a:cubicBezTo>
                      <a:pt x="2401" y="14213"/>
                      <a:pt x="2274" y="14177"/>
                      <a:pt x="2274" y="14177"/>
                    </a:cubicBezTo>
                    <a:cubicBezTo>
                      <a:pt x="2274" y="14177"/>
                      <a:pt x="2458" y="13510"/>
                      <a:pt x="2841" y="12717"/>
                    </a:cubicBezTo>
                    <a:cubicBezTo>
                      <a:pt x="3003" y="12371"/>
                      <a:pt x="3207" y="12005"/>
                      <a:pt x="3451" y="11659"/>
                    </a:cubicBezTo>
                    <a:cubicBezTo>
                      <a:pt x="3552" y="11244"/>
                      <a:pt x="3508" y="11232"/>
                      <a:pt x="3508" y="11232"/>
                    </a:cubicBezTo>
                    <a:lnTo>
                      <a:pt x="4431" y="8681"/>
                    </a:lnTo>
                    <a:cubicBezTo>
                      <a:pt x="4431" y="8681"/>
                      <a:pt x="4544" y="8498"/>
                      <a:pt x="4544" y="8453"/>
                    </a:cubicBezTo>
                    <a:cubicBezTo>
                      <a:pt x="4544" y="8409"/>
                      <a:pt x="4345" y="8299"/>
                      <a:pt x="4345" y="8299"/>
                    </a:cubicBezTo>
                    <a:cubicBezTo>
                      <a:pt x="4345" y="8299"/>
                      <a:pt x="4500" y="7981"/>
                      <a:pt x="4480" y="7933"/>
                    </a:cubicBezTo>
                    <a:cubicBezTo>
                      <a:pt x="4456" y="7884"/>
                      <a:pt x="4110" y="7741"/>
                      <a:pt x="4110" y="7741"/>
                    </a:cubicBezTo>
                    <a:cubicBezTo>
                      <a:pt x="4110" y="7741"/>
                      <a:pt x="4061" y="1184"/>
                      <a:pt x="1966" y="28"/>
                    </a:cubicBezTo>
                    <a:cubicBezTo>
                      <a:pt x="1935" y="9"/>
                      <a:pt x="1911" y="1"/>
                      <a:pt x="1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2"/>
              <p:cNvSpPr/>
              <p:nvPr/>
            </p:nvSpPr>
            <p:spPr>
              <a:xfrm>
                <a:off x="6363453" y="1129203"/>
                <a:ext cx="187734" cy="1072641"/>
              </a:xfrm>
              <a:custGeom>
                <a:avLst/>
                <a:gdLst/>
                <a:ahLst/>
                <a:cxnLst/>
                <a:rect l="l" t="t" r="r" b="b"/>
                <a:pathLst>
                  <a:path w="1937" h="11067" extrusionOk="0">
                    <a:moveTo>
                      <a:pt x="1711" y="0"/>
                    </a:moveTo>
                    <a:cubicBezTo>
                      <a:pt x="1589" y="0"/>
                      <a:pt x="1631" y="307"/>
                      <a:pt x="1017" y="538"/>
                    </a:cubicBezTo>
                    <a:cubicBezTo>
                      <a:pt x="590" y="697"/>
                      <a:pt x="0" y="2609"/>
                      <a:pt x="1392" y="6445"/>
                    </a:cubicBezTo>
                    <a:cubicBezTo>
                      <a:pt x="1392" y="6445"/>
                      <a:pt x="1277" y="6624"/>
                      <a:pt x="1290" y="6685"/>
                    </a:cubicBezTo>
                    <a:cubicBezTo>
                      <a:pt x="1306" y="6746"/>
                      <a:pt x="1562" y="6775"/>
                      <a:pt x="1574" y="6803"/>
                    </a:cubicBezTo>
                    <a:cubicBezTo>
                      <a:pt x="1587" y="6836"/>
                      <a:pt x="1476" y="7177"/>
                      <a:pt x="1497" y="7214"/>
                    </a:cubicBezTo>
                    <a:cubicBezTo>
                      <a:pt x="1517" y="7247"/>
                      <a:pt x="1758" y="7234"/>
                      <a:pt x="1765" y="7243"/>
                    </a:cubicBezTo>
                    <a:cubicBezTo>
                      <a:pt x="1733" y="7470"/>
                      <a:pt x="1309" y="10236"/>
                      <a:pt x="1054" y="10497"/>
                    </a:cubicBezTo>
                    <a:cubicBezTo>
                      <a:pt x="919" y="10639"/>
                      <a:pt x="781" y="10778"/>
                      <a:pt x="663" y="11066"/>
                    </a:cubicBezTo>
                    <a:cubicBezTo>
                      <a:pt x="720" y="11058"/>
                      <a:pt x="777" y="11054"/>
                      <a:pt x="830" y="11047"/>
                    </a:cubicBezTo>
                    <a:cubicBezTo>
                      <a:pt x="948" y="10758"/>
                      <a:pt x="1090" y="10615"/>
                      <a:pt x="1225" y="10476"/>
                    </a:cubicBezTo>
                    <a:cubicBezTo>
                      <a:pt x="1480" y="10212"/>
                      <a:pt x="1904" y="7446"/>
                      <a:pt x="1936" y="7222"/>
                    </a:cubicBezTo>
                    <a:cubicBezTo>
                      <a:pt x="1928" y="7210"/>
                      <a:pt x="1688" y="7222"/>
                      <a:pt x="1668" y="7190"/>
                    </a:cubicBezTo>
                    <a:cubicBezTo>
                      <a:pt x="1647" y="7157"/>
                      <a:pt x="1758" y="6811"/>
                      <a:pt x="1745" y="6783"/>
                    </a:cubicBezTo>
                    <a:cubicBezTo>
                      <a:pt x="1733" y="6751"/>
                      <a:pt x="1476" y="6726"/>
                      <a:pt x="1461" y="6661"/>
                    </a:cubicBezTo>
                    <a:cubicBezTo>
                      <a:pt x="1448" y="6599"/>
                      <a:pt x="1558" y="6425"/>
                      <a:pt x="1558" y="6425"/>
                    </a:cubicBezTo>
                    <a:cubicBezTo>
                      <a:pt x="171" y="2589"/>
                      <a:pt x="757" y="677"/>
                      <a:pt x="1184" y="518"/>
                    </a:cubicBezTo>
                    <a:cubicBezTo>
                      <a:pt x="1639" y="347"/>
                      <a:pt x="1733" y="136"/>
                      <a:pt x="1803" y="38"/>
                    </a:cubicBezTo>
                    <a:cubicBezTo>
                      <a:pt x="1798" y="33"/>
                      <a:pt x="1790" y="30"/>
                      <a:pt x="1786" y="26"/>
                    </a:cubicBezTo>
                    <a:cubicBezTo>
                      <a:pt x="1754" y="8"/>
                      <a:pt x="1731" y="0"/>
                      <a:pt x="17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42"/>
              <p:cNvSpPr/>
              <p:nvPr/>
            </p:nvSpPr>
            <p:spPr>
              <a:xfrm>
                <a:off x="6362193" y="2239145"/>
                <a:ext cx="69976" cy="309280"/>
              </a:xfrm>
              <a:custGeom>
                <a:avLst/>
                <a:gdLst/>
                <a:ahLst/>
                <a:cxnLst/>
                <a:rect l="l" t="t" r="r" b="b"/>
                <a:pathLst>
                  <a:path w="722" h="3191" extrusionOk="0">
                    <a:moveTo>
                      <a:pt x="1" y="2385"/>
                    </a:moveTo>
                    <a:lnTo>
                      <a:pt x="1" y="2385"/>
                    </a:lnTo>
                    <a:lnTo>
                      <a:pt x="13" y="3190"/>
                    </a:lnTo>
                    <a:lnTo>
                      <a:pt x="13" y="3190"/>
                    </a:lnTo>
                    <a:lnTo>
                      <a:pt x="13" y="3190"/>
                    </a:lnTo>
                    <a:lnTo>
                      <a:pt x="1" y="2385"/>
                    </a:lnTo>
                    <a:close/>
                    <a:moveTo>
                      <a:pt x="639" y="526"/>
                    </a:moveTo>
                    <a:cubicBezTo>
                      <a:pt x="639" y="538"/>
                      <a:pt x="635" y="550"/>
                      <a:pt x="635" y="566"/>
                    </a:cubicBezTo>
                    <a:cubicBezTo>
                      <a:pt x="635" y="550"/>
                      <a:pt x="639" y="538"/>
                      <a:pt x="639" y="526"/>
                    </a:cubicBezTo>
                    <a:close/>
                    <a:moveTo>
                      <a:pt x="721" y="1"/>
                    </a:moveTo>
                    <a:cubicBezTo>
                      <a:pt x="717" y="25"/>
                      <a:pt x="712" y="50"/>
                      <a:pt x="708" y="74"/>
                    </a:cubicBezTo>
                    <a:cubicBezTo>
                      <a:pt x="712" y="50"/>
                      <a:pt x="717" y="25"/>
                      <a:pt x="721" y="1"/>
                    </a:cubicBezTo>
                    <a:close/>
                  </a:path>
                </a:pathLst>
              </a:custGeom>
              <a:solidFill>
                <a:srgbClr val="D3E7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2"/>
              <p:cNvSpPr/>
              <p:nvPr/>
            </p:nvSpPr>
            <p:spPr>
              <a:xfrm>
                <a:off x="6345620" y="2551450"/>
                <a:ext cx="170095" cy="239108"/>
              </a:xfrm>
              <a:custGeom>
                <a:avLst/>
                <a:gdLst/>
                <a:ahLst/>
                <a:cxnLst/>
                <a:rect l="l" t="t" r="r" b="b"/>
                <a:pathLst>
                  <a:path w="1755" h="2467" extrusionOk="0">
                    <a:moveTo>
                      <a:pt x="359" y="1"/>
                    </a:moveTo>
                    <a:cubicBezTo>
                      <a:pt x="359" y="1"/>
                      <a:pt x="346" y="17"/>
                      <a:pt x="322" y="42"/>
                    </a:cubicBezTo>
                    <a:cubicBezTo>
                      <a:pt x="318" y="46"/>
                      <a:pt x="314" y="50"/>
                      <a:pt x="314" y="54"/>
                    </a:cubicBezTo>
                    <a:cubicBezTo>
                      <a:pt x="302" y="66"/>
                      <a:pt x="286" y="86"/>
                      <a:pt x="269" y="102"/>
                    </a:cubicBezTo>
                    <a:cubicBezTo>
                      <a:pt x="175" y="217"/>
                      <a:pt x="34" y="399"/>
                      <a:pt x="1" y="517"/>
                    </a:cubicBezTo>
                    <a:cubicBezTo>
                      <a:pt x="1" y="904"/>
                      <a:pt x="9" y="1567"/>
                      <a:pt x="13" y="1982"/>
                    </a:cubicBezTo>
                    <a:cubicBezTo>
                      <a:pt x="17" y="2205"/>
                      <a:pt x="17" y="2361"/>
                      <a:pt x="17" y="2361"/>
                    </a:cubicBezTo>
                    <a:lnTo>
                      <a:pt x="327" y="2466"/>
                    </a:lnTo>
                    <a:lnTo>
                      <a:pt x="498" y="2132"/>
                    </a:lnTo>
                    <a:cubicBezTo>
                      <a:pt x="498" y="2132"/>
                      <a:pt x="810" y="2291"/>
                      <a:pt x="1035" y="2376"/>
                    </a:cubicBezTo>
                    <a:lnTo>
                      <a:pt x="1283" y="2376"/>
                    </a:lnTo>
                    <a:lnTo>
                      <a:pt x="1356" y="2372"/>
                    </a:lnTo>
                    <a:lnTo>
                      <a:pt x="1677" y="2372"/>
                    </a:lnTo>
                    <a:cubicBezTo>
                      <a:pt x="1681" y="2372"/>
                      <a:pt x="1685" y="2369"/>
                      <a:pt x="1685" y="2369"/>
                    </a:cubicBezTo>
                    <a:lnTo>
                      <a:pt x="1689" y="2369"/>
                    </a:lnTo>
                    <a:cubicBezTo>
                      <a:pt x="1689" y="2369"/>
                      <a:pt x="1754" y="1209"/>
                      <a:pt x="1734" y="538"/>
                    </a:cubicBezTo>
                    <a:lnTo>
                      <a:pt x="1734" y="489"/>
                    </a:lnTo>
                    <a:cubicBezTo>
                      <a:pt x="1734" y="457"/>
                      <a:pt x="1730" y="424"/>
                      <a:pt x="1730" y="395"/>
                    </a:cubicBezTo>
                    <a:cubicBezTo>
                      <a:pt x="1559" y="326"/>
                      <a:pt x="1356" y="249"/>
                      <a:pt x="1152" y="183"/>
                    </a:cubicBezTo>
                    <a:cubicBezTo>
                      <a:pt x="1127" y="176"/>
                      <a:pt x="1103" y="168"/>
                      <a:pt x="1079" y="159"/>
                    </a:cubicBezTo>
                    <a:cubicBezTo>
                      <a:pt x="1063" y="155"/>
                      <a:pt x="1050" y="151"/>
                      <a:pt x="1035" y="147"/>
                    </a:cubicBezTo>
                    <a:cubicBezTo>
                      <a:pt x="1030" y="147"/>
                      <a:pt x="1026" y="143"/>
                      <a:pt x="1022" y="143"/>
                    </a:cubicBezTo>
                    <a:cubicBezTo>
                      <a:pt x="998" y="135"/>
                      <a:pt x="973" y="127"/>
                      <a:pt x="949" y="123"/>
                    </a:cubicBezTo>
                    <a:cubicBezTo>
                      <a:pt x="941" y="119"/>
                      <a:pt x="928" y="119"/>
                      <a:pt x="920" y="115"/>
                    </a:cubicBezTo>
                    <a:cubicBezTo>
                      <a:pt x="892" y="106"/>
                      <a:pt x="864" y="102"/>
                      <a:pt x="839" y="95"/>
                    </a:cubicBezTo>
                    <a:cubicBezTo>
                      <a:pt x="834" y="95"/>
                      <a:pt x="831" y="91"/>
                      <a:pt x="827" y="91"/>
                    </a:cubicBezTo>
                    <a:cubicBezTo>
                      <a:pt x="750" y="74"/>
                      <a:pt x="676" y="58"/>
                      <a:pt x="607" y="42"/>
                    </a:cubicBezTo>
                    <a:cubicBezTo>
                      <a:pt x="583" y="37"/>
                      <a:pt x="558" y="33"/>
                      <a:pt x="534" y="29"/>
                    </a:cubicBezTo>
                    <a:cubicBezTo>
                      <a:pt x="522" y="25"/>
                      <a:pt x="505" y="25"/>
                      <a:pt x="493" y="21"/>
                    </a:cubicBezTo>
                    <a:lnTo>
                      <a:pt x="489" y="21"/>
                    </a:lnTo>
                    <a:cubicBezTo>
                      <a:pt x="477" y="17"/>
                      <a:pt x="464" y="17"/>
                      <a:pt x="453" y="13"/>
                    </a:cubicBezTo>
                    <a:cubicBezTo>
                      <a:pt x="436" y="13"/>
                      <a:pt x="424" y="9"/>
                      <a:pt x="408" y="9"/>
                    </a:cubicBezTo>
                    <a:cubicBezTo>
                      <a:pt x="400" y="5"/>
                      <a:pt x="395" y="5"/>
                      <a:pt x="387" y="5"/>
                    </a:cubicBezTo>
                    <a:cubicBezTo>
                      <a:pt x="379" y="1"/>
                      <a:pt x="367" y="1"/>
                      <a:pt x="359" y="1"/>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2"/>
              <p:cNvSpPr/>
              <p:nvPr/>
            </p:nvSpPr>
            <p:spPr>
              <a:xfrm>
                <a:off x="6312472" y="2601559"/>
                <a:ext cx="34504" cy="141991"/>
              </a:xfrm>
              <a:custGeom>
                <a:avLst/>
                <a:gdLst/>
                <a:ahLst/>
                <a:cxnLst/>
                <a:rect l="l" t="t" r="r" b="b"/>
                <a:pathLst>
                  <a:path w="356" h="1465" extrusionOk="0">
                    <a:moveTo>
                      <a:pt x="343" y="0"/>
                    </a:moveTo>
                    <a:cubicBezTo>
                      <a:pt x="343" y="0"/>
                      <a:pt x="38" y="521"/>
                      <a:pt x="1" y="684"/>
                    </a:cubicBezTo>
                    <a:cubicBezTo>
                      <a:pt x="160" y="1277"/>
                      <a:pt x="168" y="1448"/>
                      <a:pt x="355" y="1465"/>
                    </a:cubicBezTo>
                    <a:cubicBezTo>
                      <a:pt x="351" y="1050"/>
                      <a:pt x="343" y="387"/>
                      <a:pt x="343"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2"/>
              <p:cNvSpPr/>
              <p:nvPr/>
            </p:nvSpPr>
            <p:spPr>
              <a:xfrm>
                <a:off x="6224565" y="893975"/>
                <a:ext cx="24133" cy="63097"/>
              </a:xfrm>
              <a:custGeom>
                <a:avLst/>
                <a:gdLst/>
                <a:ahLst/>
                <a:cxnLst/>
                <a:rect l="l" t="t" r="r" b="b"/>
                <a:pathLst>
                  <a:path w="249" h="651" extrusionOk="0">
                    <a:moveTo>
                      <a:pt x="9" y="0"/>
                    </a:moveTo>
                    <a:cubicBezTo>
                      <a:pt x="1" y="235"/>
                      <a:pt x="1" y="464"/>
                      <a:pt x="14" y="650"/>
                    </a:cubicBezTo>
                    <a:lnTo>
                      <a:pt x="249" y="113"/>
                    </a:lnTo>
                    <a:lnTo>
                      <a:pt x="9" y="0"/>
                    </a:lnTo>
                    <a:close/>
                  </a:path>
                </a:pathLst>
              </a:custGeom>
              <a:solidFill>
                <a:srgbClr val="6D8A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2"/>
              <p:cNvSpPr/>
              <p:nvPr/>
            </p:nvSpPr>
            <p:spPr>
              <a:xfrm>
                <a:off x="6225340" y="606797"/>
                <a:ext cx="260327" cy="473660"/>
              </a:xfrm>
              <a:custGeom>
                <a:avLst/>
                <a:gdLst/>
                <a:ahLst/>
                <a:cxnLst/>
                <a:rect l="l" t="t" r="r" b="b"/>
                <a:pathLst>
                  <a:path w="2686" h="4887" extrusionOk="0">
                    <a:moveTo>
                      <a:pt x="669" y="1"/>
                    </a:moveTo>
                    <a:lnTo>
                      <a:pt x="669" y="17"/>
                    </a:lnTo>
                    <a:cubicBezTo>
                      <a:pt x="672" y="21"/>
                      <a:pt x="672" y="29"/>
                      <a:pt x="672" y="34"/>
                    </a:cubicBezTo>
                    <a:cubicBezTo>
                      <a:pt x="672" y="42"/>
                      <a:pt x="676" y="54"/>
                      <a:pt x="676" y="66"/>
                    </a:cubicBezTo>
                    <a:lnTo>
                      <a:pt x="676" y="78"/>
                    </a:lnTo>
                    <a:lnTo>
                      <a:pt x="676" y="91"/>
                    </a:lnTo>
                    <a:cubicBezTo>
                      <a:pt x="680" y="95"/>
                      <a:pt x="680" y="98"/>
                      <a:pt x="680" y="107"/>
                    </a:cubicBezTo>
                    <a:lnTo>
                      <a:pt x="680" y="127"/>
                    </a:lnTo>
                    <a:cubicBezTo>
                      <a:pt x="680" y="575"/>
                      <a:pt x="152" y="839"/>
                      <a:pt x="152" y="839"/>
                    </a:cubicBezTo>
                    <a:cubicBezTo>
                      <a:pt x="143" y="859"/>
                      <a:pt x="135" y="876"/>
                      <a:pt x="128" y="896"/>
                    </a:cubicBezTo>
                    <a:cubicBezTo>
                      <a:pt x="128" y="896"/>
                      <a:pt x="21" y="2036"/>
                      <a:pt x="1" y="2963"/>
                    </a:cubicBezTo>
                    <a:lnTo>
                      <a:pt x="241" y="3076"/>
                    </a:lnTo>
                    <a:lnTo>
                      <a:pt x="928" y="3793"/>
                    </a:lnTo>
                    <a:lnTo>
                      <a:pt x="2242" y="4468"/>
                    </a:lnTo>
                    <a:lnTo>
                      <a:pt x="2295" y="4679"/>
                    </a:lnTo>
                    <a:cubicBezTo>
                      <a:pt x="2364" y="4740"/>
                      <a:pt x="2458" y="4809"/>
                      <a:pt x="2564" y="4886"/>
                    </a:cubicBezTo>
                    <a:cubicBezTo>
                      <a:pt x="2617" y="4732"/>
                      <a:pt x="2657" y="4578"/>
                      <a:pt x="2686" y="4423"/>
                    </a:cubicBezTo>
                    <a:lnTo>
                      <a:pt x="1294" y="3613"/>
                    </a:lnTo>
                    <a:lnTo>
                      <a:pt x="543" y="2909"/>
                    </a:lnTo>
                    <a:cubicBezTo>
                      <a:pt x="543" y="2909"/>
                      <a:pt x="436" y="1978"/>
                      <a:pt x="372" y="1039"/>
                    </a:cubicBezTo>
                    <a:cubicBezTo>
                      <a:pt x="892" y="400"/>
                      <a:pt x="669" y="1"/>
                      <a:pt x="6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2"/>
              <p:cNvSpPr/>
              <p:nvPr/>
            </p:nvSpPr>
            <p:spPr>
              <a:xfrm>
                <a:off x="6204502" y="2777446"/>
                <a:ext cx="533932" cy="1792582"/>
              </a:xfrm>
              <a:custGeom>
                <a:avLst/>
                <a:gdLst/>
                <a:ahLst/>
                <a:cxnLst/>
                <a:rect l="l" t="t" r="r" b="b"/>
                <a:pathLst>
                  <a:path w="5509" h="18495" extrusionOk="0">
                    <a:moveTo>
                      <a:pt x="4008" y="0"/>
                    </a:moveTo>
                    <a:lnTo>
                      <a:pt x="3479" y="1550"/>
                    </a:lnTo>
                    <a:cubicBezTo>
                      <a:pt x="2792" y="1703"/>
                      <a:pt x="2174" y="1760"/>
                      <a:pt x="1637" y="1760"/>
                    </a:cubicBezTo>
                    <a:cubicBezTo>
                      <a:pt x="1219" y="1760"/>
                      <a:pt x="850" y="1726"/>
                      <a:pt x="533" y="1676"/>
                    </a:cubicBezTo>
                    <a:cubicBezTo>
                      <a:pt x="497" y="1672"/>
                      <a:pt x="456" y="1664"/>
                      <a:pt x="420" y="1660"/>
                    </a:cubicBezTo>
                    <a:cubicBezTo>
                      <a:pt x="407" y="1656"/>
                      <a:pt x="391" y="1656"/>
                      <a:pt x="379" y="1651"/>
                    </a:cubicBezTo>
                    <a:cubicBezTo>
                      <a:pt x="362" y="1647"/>
                      <a:pt x="347" y="1647"/>
                      <a:pt x="334" y="1643"/>
                    </a:cubicBezTo>
                    <a:cubicBezTo>
                      <a:pt x="289" y="1636"/>
                      <a:pt x="245" y="1627"/>
                      <a:pt x="204" y="1619"/>
                    </a:cubicBezTo>
                    <a:cubicBezTo>
                      <a:pt x="131" y="1602"/>
                      <a:pt x="65" y="1587"/>
                      <a:pt x="1" y="1570"/>
                    </a:cubicBezTo>
                    <a:lnTo>
                      <a:pt x="1" y="1570"/>
                    </a:lnTo>
                    <a:cubicBezTo>
                      <a:pt x="1" y="1570"/>
                      <a:pt x="212" y="3222"/>
                      <a:pt x="529" y="4593"/>
                    </a:cubicBezTo>
                    <a:cubicBezTo>
                      <a:pt x="655" y="5134"/>
                      <a:pt x="798" y="5630"/>
                      <a:pt x="953" y="5972"/>
                    </a:cubicBezTo>
                    <a:cubicBezTo>
                      <a:pt x="855" y="7949"/>
                      <a:pt x="957" y="8132"/>
                      <a:pt x="957" y="8132"/>
                    </a:cubicBezTo>
                    <a:cubicBezTo>
                      <a:pt x="957" y="8132"/>
                      <a:pt x="1539" y="9849"/>
                      <a:pt x="1811" y="11838"/>
                    </a:cubicBezTo>
                    <a:cubicBezTo>
                      <a:pt x="2006" y="13250"/>
                      <a:pt x="2039" y="14308"/>
                      <a:pt x="2132" y="15085"/>
                    </a:cubicBezTo>
                    <a:cubicBezTo>
                      <a:pt x="2168" y="15402"/>
                      <a:pt x="2217" y="15674"/>
                      <a:pt x="2290" y="15906"/>
                    </a:cubicBezTo>
                    <a:cubicBezTo>
                      <a:pt x="2226" y="16899"/>
                      <a:pt x="2681" y="18356"/>
                      <a:pt x="2681" y="18356"/>
                    </a:cubicBezTo>
                    <a:cubicBezTo>
                      <a:pt x="2681" y="18356"/>
                      <a:pt x="2824" y="18457"/>
                      <a:pt x="3186" y="18485"/>
                    </a:cubicBezTo>
                    <a:cubicBezTo>
                      <a:pt x="3198" y="18485"/>
                      <a:pt x="3210" y="18489"/>
                      <a:pt x="3223" y="18489"/>
                    </a:cubicBezTo>
                    <a:lnTo>
                      <a:pt x="3227" y="18489"/>
                    </a:lnTo>
                    <a:cubicBezTo>
                      <a:pt x="3263" y="18489"/>
                      <a:pt x="3300" y="18493"/>
                      <a:pt x="3340" y="18493"/>
                    </a:cubicBezTo>
                    <a:cubicBezTo>
                      <a:pt x="3369" y="18494"/>
                      <a:pt x="3400" y="18495"/>
                      <a:pt x="3431" y="18495"/>
                    </a:cubicBezTo>
                    <a:cubicBezTo>
                      <a:pt x="3807" y="18495"/>
                      <a:pt x="4343" y="18421"/>
                      <a:pt x="5094" y="18192"/>
                    </a:cubicBezTo>
                    <a:cubicBezTo>
                      <a:pt x="5138" y="18176"/>
                      <a:pt x="5183" y="18164"/>
                      <a:pt x="5228" y="18148"/>
                    </a:cubicBezTo>
                    <a:cubicBezTo>
                      <a:pt x="5268" y="18136"/>
                      <a:pt x="5305" y="18123"/>
                      <a:pt x="5346" y="18108"/>
                    </a:cubicBezTo>
                    <a:lnTo>
                      <a:pt x="5508" y="16793"/>
                    </a:lnTo>
                    <a:lnTo>
                      <a:pt x="5268" y="16683"/>
                    </a:lnTo>
                    <a:cubicBezTo>
                      <a:pt x="5268" y="16683"/>
                      <a:pt x="5065" y="10768"/>
                      <a:pt x="5065" y="9572"/>
                    </a:cubicBezTo>
                    <a:cubicBezTo>
                      <a:pt x="5061" y="8372"/>
                      <a:pt x="4256" y="7124"/>
                      <a:pt x="4256" y="7124"/>
                    </a:cubicBezTo>
                    <a:cubicBezTo>
                      <a:pt x="4256" y="7124"/>
                      <a:pt x="4585" y="2839"/>
                      <a:pt x="4630" y="1245"/>
                    </a:cubicBezTo>
                    <a:lnTo>
                      <a:pt x="4630" y="1245"/>
                    </a:lnTo>
                    <a:cubicBezTo>
                      <a:pt x="4553" y="1269"/>
                      <a:pt x="4483" y="1277"/>
                      <a:pt x="4438" y="1277"/>
                    </a:cubicBezTo>
                    <a:cubicBezTo>
                      <a:pt x="4428" y="1279"/>
                      <a:pt x="4419" y="1279"/>
                      <a:pt x="4411" y="1279"/>
                    </a:cubicBezTo>
                    <a:cubicBezTo>
                      <a:pt x="4397" y="1279"/>
                      <a:pt x="4390" y="1277"/>
                      <a:pt x="4390" y="1277"/>
                    </a:cubicBezTo>
                    <a:lnTo>
                      <a:pt x="40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2"/>
              <p:cNvSpPr/>
              <p:nvPr/>
            </p:nvSpPr>
            <p:spPr>
              <a:xfrm>
                <a:off x="6475009" y="4588009"/>
                <a:ext cx="280002" cy="111849"/>
              </a:xfrm>
              <a:custGeom>
                <a:avLst/>
                <a:gdLst/>
                <a:ahLst/>
                <a:cxnLst/>
                <a:rect l="l" t="t" r="r" b="b"/>
                <a:pathLst>
                  <a:path w="2889" h="1154" extrusionOk="0">
                    <a:moveTo>
                      <a:pt x="978" y="0"/>
                    </a:moveTo>
                    <a:cubicBezTo>
                      <a:pt x="787" y="0"/>
                      <a:pt x="603" y="22"/>
                      <a:pt x="436" y="67"/>
                    </a:cubicBezTo>
                    <a:cubicBezTo>
                      <a:pt x="415" y="71"/>
                      <a:pt x="395" y="84"/>
                      <a:pt x="370" y="100"/>
                    </a:cubicBezTo>
                    <a:cubicBezTo>
                      <a:pt x="220" y="202"/>
                      <a:pt x="0" y="519"/>
                      <a:pt x="94" y="848"/>
                    </a:cubicBezTo>
                    <a:cubicBezTo>
                      <a:pt x="122" y="950"/>
                      <a:pt x="183" y="1056"/>
                      <a:pt x="289" y="1154"/>
                    </a:cubicBezTo>
                    <a:lnTo>
                      <a:pt x="2803" y="1154"/>
                    </a:lnTo>
                    <a:cubicBezTo>
                      <a:pt x="2824" y="1133"/>
                      <a:pt x="2843" y="1101"/>
                      <a:pt x="2860" y="1056"/>
                    </a:cubicBezTo>
                    <a:cubicBezTo>
                      <a:pt x="2884" y="987"/>
                      <a:pt x="2888" y="914"/>
                      <a:pt x="2881" y="848"/>
                    </a:cubicBezTo>
                    <a:cubicBezTo>
                      <a:pt x="2864" y="711"/>
                      <a:pt x="2787" y="589"/>
                      <a:pt x="2669" y="510"/>
                    </a:cubicBezTo>
                    <a:cubicBezTo>
                      <a:pt x="2665" y="507"/>
                      <a:pt x="2661" y="503"/>
                      <a:pt x="2653" y="499"/>
                    </a:cubicBezTo>
                    <a:cubicBezTo>
                      <a:pt x="2170" y="186"/>
                      <a:pt x="1540" y="0"/>
                      <a:pt x="9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2"/>
              <p:cNvSpPr/>
              <p:nvPr/>
            </p:nvSpPr>
            <p:spPr>
              <a:xfrm>
                <a:off x="6510870" y="4540638"/>
                <a:ext cx="221365" cy="99055"/>
              </a:xfrm>
              <a:custGeom>
                <a:avLst/>
                <a:gdLst/>
                <a:ahLst/>
                <a:cxnLst/>
                <a:rect l="l" t="t" r="r" b="b"/>
                <a:pathLst>
                  <a:path w="2284" h="1022" extrusionOk="0">
                    <a:moveTo>
                      <a:pt x="1933" y="0"/>
                    </a:moveTo>
                    <a:cubicBezTo>
                      <a:pt x="1182" y="229"/>
                      <a:pt x="646" y="303"/>
                      <a:pt x="270" y="303"/>
                    </a:cubicBezTo>
                    <a:cubicBezTo>
                      <a:pt x="239" y="303"/>
                      <a:pt x="208" y="302"/>
                      <a:pt x="179" y="301"/>
                    </a:cubicBezTo>
                    <a:cubicBezTo>
                      <a:pt x="130" y="489"/>
                      <a:pt x="8" y="615"/>
                      <a:pt x="0" y="623"/>
                    </a:cubicBezTo>
                    <a:cubicBezTo>
                      <a:pt x="25" y="607"/>
                      <a:pt x="49" y="594"/>
                      <a:pt x="66" y="590"/>
                    </a:cubicBezTo>
                    <a:cubicBezTo>
                      <a:pt x="233" y="545"/>
                      <a:pt x="416" y="523"/>
                      <a:pt x="607" y="523"/>
                    </a:cubicBezTo>
                    <a:cubicBezTo>
                      <a:pt x="1169" y="523"/>
                      <a:pt x="1797" y="709"/>
                      <a:pt x="2283" y="1022"/>
                    </a:cubicBezTo>
                    <a:cubicBezTo>
                      <a:pt x="2092" y="623"/>
                      <a:pt x="1953" y="94"/>
                      <a:pt x="19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2"/>
              <p:cNvSpPr/>
              <p:nvPr/>
            </p:nvSpPr>
            <p:spPr>
              <a:xfrm>
                <a:off x="5848414" y="2834533"/>
                <a:ext cx="417241" cy="1716304"/>
              </a:xfrm>
              <a:custGeom>
                <a:avLst/>
                <a:gdLst/>
                <a:ahLst/>
                <a:cxnLst/>
                <a:rect l="l" t="t" r="r" b="b"/>
                <a:pathLst>
                  <a:path w="4305" h="17708" extrusionOk="0">
                    <a:moveTo>
                      <a:pt x="119" y="1"/>
                    </a:moveTo>
                    <a:cubicBezTo>
                      <a:pt x="119" y="1"/>
                      <a:pt x="29" y="2190"/>
                      <a:pt x="1" y="2735"/>
                    </a:cubicBezTo>
                    <a:cubicBezTo>
                      <a:pt x="213" y="3850"/>
                      <a:pt x="526" y="6709"/>
                      <a:pt x="684" y="11156"/>
                    </a:cubicBezTo>
                    <a:lnTo>
                      <a:pt x="900" y="11843"/>
                    </a:lnTo>
                    <a:lnTo>
                      <a:pt x="908" y="14715"/>
                    </a:lnTo>
                    <a:lnTo>
                      <a:pt x="912" y="17408"/>
                    </a:lnTo>
                    <a:cubicBezTo>
                      <a:pt x="912" y="17408"/>
                      <a:pt x="973" y="17440"/>
                      <a:pt x="1092" y="17489"/>
                    </a:cubicBezTo>
                    <a:cubicBezTo>
                      <a:pt x="1310" y="17577"/>
                      <a:pt x="1717" y="17707"/>
                      <a:pt x="2236" y="17707"/>
                    </a:cubicBezTo>
                    <a:cubicBezTo>
                      <a:pt x="2577" y="17707"/>
                      <a:pt x="2967" y="17651"/>
                      <a:pt x="3382" y="17489"/>
                    </a:cubicBezTo>
                    <a:cubicBezTo>
                      <a:pt x="3446" y="17465"/>
                      <a:pt x="3516" y="17433"/>
                      <a:pt x="3585" y="17404"/>
                    </a:cubicBezTo>
                    <a:cubicBezTo>
                      <a:pt x="3512" y="15826"/>
                      <a:pt x="4061" y="12156"/>
                      <a:pt x="4183" y="11156"/>
                    </a:cubicBezTo>
                    <a:cubicBezTo>
                      <a:pt x="4305" y="10151"/>
                      <a:pt x="4216" y="8934"/>
                      <a:pt x="3589" y="8076"/>
                    </a:cubicBezTo>
                    <a:cubicBezTo>
                      <a:pt x="3732" y="7194"/>
                      <a:pt x="4012" y="5302"/>
                      <a:pt x="4203" y="4004"/>
                    </a:cubicBezTo>
                    <a:cubicBezTo>
                      <a:pt x="3886" y="2633"/>
                      <a:pt x="3675" y="981"/>
                      <a:pt x="3675" y="981"/>
                    </a:cubicBezTo>
                    <a:cubicBezTo>
                      <a:pt x="3157" y="855"/>
                      <a:pt x="2881" y="709"/>
                      <a:pt x="2881" y="709"/>
                    </a:cubicBezTo>
                    <a:lnTo>
                      <a:pt x="2881" y="1169"/>
                    </a:lnTo>
                    <a:cubicBezTo>
                      <a:pt x="2365" y="1075"/>
                      <a:pt x="814" y="469"/>
                      <a:pt x="1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2"/>
              <p:cNvSpPr/>
              <p:nvPr/>
            </p:nvSpPr>
            <p:spPr>
              <a:xfrm>
                <a:off x="5658836" y="4529589"/>
                <a:ext cx="554382" cy="144027"/>
              </a:xfrm>
              <a:custGeom>
                <a:avLst/>
                <a:gdLst/>
                <a:ahLst/>
                <a:cxnLst/>
                <a:rect l="l" t="t" r="r" b="b"/>
                <a:pathLst>
                  <a:path w="5720" h="1486" extrusionOk="0">
                    <a:moveTo>
                      <a:pt x="3048" y="0"/>
                    </a:moveTo>
                    <a:cubicBezTo>
                      <a:pt x="3048" y="0"/>
                      <a:pt x="2014" y="586"/>
                      <a:pt x="224" y="1123"/>
                    </a:cubicBezTo>
                    <a:cubicBezTo>
                      <a:pt x="0" y="1192"/>
                      <a:pt x="110" y="1485"/>
                      <a:pt x="110" y="1485"/>
                    </a:cubicBezTo>
                    <a:lnTo>
                      <a:pt x="5419" y="1477"/>
                    </a:lnTo>
                    <a:lnTo>
                      <a:pt x="5582" y="1213"/>
                    </a:lnTo>
                    <a:cubicBezTo>
                      <a:pt x="5688" y="1038"/>
                      <a:pt x="5720" y="830"/>
                      <a:pt x="5667" y="635"/>
                    </a:cubicBezTo>
                    <a:cubicBezTo>
                      <a:pt x="5618" y="456"/>
                      <a:pt x="5431" y="424"/>
                      <a:pt x="5338" y="0"/>
                    </a:cubicBezTo>
                    <a:cubicBezTo>
                      <a:pt x="4923" y="162"/>
                      <a:pt x="4533" y="218"/>
                      <a:pt x="4192" y="218"/>
                    </a:cubicBezTo>
                    <a:cubicBezTo>
                      <a:pt x="3673" y="218"/>
                      <a:pt x="3266" y="88"/>
                      <a:pt x="3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2"/>
              <p:cNvSpPr/>
              <p:nvPr/>
            </p:nvSpPr>
            <p:spPr>
              <a:xfrm>
                <a:off x="6411138" y="4102554"/>
                <a:ext cx="68716" cy="216525"/>
              </a:xfrm>
              <a:custGeom>
                <a:avLst/>
                <a:gdLst/>
                <a:ahLst/>
                <a:cxnLst/>
                <a:rect l="l" t="t" r="r" b="b"/>
                <a:pathLst>
                  <a:path w="709" h="2234" extrusionOk="0">
                    <a:moveTo>
                      <a:pt x="708" y="1"/>
                    </a:moveTo>
                    <a:lnTo>
                      <a:pt x="0" y="1413"/>
                    </a:lnTo>
                    <a:cubicBezTo>
                      <a:pt x="36" y="1730"/>
                      <a:pt x="85" y="2002"/>
                      <a:pt x="158" y="2234"/>
                    </a:cubicBezTo>
                    <a:cubicBezTo>
                      <a:pt x="158" y="2234"/>
                      <a:pt x="329" y="994"/>
                      <a:pt x="7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2"/>
              <p:cNvSpPr/>
              <p:nvPr/>
            </p:nvSpPr>
            <p:spPr>
              <a:xfrm>
                <a:off x="4953637" y="1104391"/>
                <a:ext cx="180077" cy="171456"/>
              </a:xfrm>
              <a:custGeom>
                <a:avLst/>
                <a:gdLst/>
                <a:ahLst/>
                <a:cxnLst/>
                <a:rect l="l" t="t" r="r" b="b"/>
                <a:pathLst>
                  <a:path w="1858" h="1769" extrusionOk="0">
                    <a:moveTo>
                      <a:pt x="1610" y="1"/>
                    </a:moveTo>
                    <a:cubicBezTo>
                      <a:pt x="1428" y="1"/>
                      <a:pt x="1155" y="114"/>
                      <a:pt x="991" y="383"/>
                    </a:cubicBezTo>
                    <a:cubicBezTo>
                      <a:pt x="410" y="1344"/>
                      <a:pt x="129" y="778"/>
                      <a:pt x="3" y="1750"/>
                    </a:cubicBezTo>
                    <a:cubicBezTo>
                      <a:pt x="0" y="1762"/>
                      <a:pt x="1" y="1768"/>
                      <a:pt x="3" y="1768"/>
                    </a:cubicBezTo>
                    <a:cubicBezTo>
                      <a:pt x="5" y="1768"/>
                      <a:pt x="7" y="1765"/>
                      <a:pt x="10" y="1759"/>
                    </a:cubicBezTo>
                    <a:cubicBezTo>
                      <a:pt x="55" y="1669"/>
                      <a:pt x="332" y="1046"/>
                      <a:pt x="1390" y="807"/>
                    </a:cubicBezTo>
                    <a:cubicBezTo>
                      <a:pt x="1768" y="721"/>
                      <a:pt x="1858" y="286"/>
                      <a:pt x="1796" y="107"/>
                    </a:cubicBezTo>
                    <a:cubicBezTo>
                      <a:pt x="1788" y="82"/>
                      <a:pt x="1781" y="66"/>
                      <a:pt x="1768" y="50"/>
                    </a:cubicBezTo>
                    <a:cubicBezTo>
                      <a:pt x="1737" y="18"/>
                      <a:pt x="1680" y="1"/>
                      <a:pt x="16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2"/>
              <p:cNvSpPr/>
              <p:nvPr/>
            </p:nvSpPr>
            <p:spPr>
              <a:xfrm>
                <a:off x="4954606" y="1090822"/>
                <a:ext cx="891955" cy="737677"/>
              </a:xfrm>
              <a:custGeom>
                <a:avLst/>
                <a:gdLst/>
                <a:ahLst/>
                <a:cxnLst/>
                <a:rect l="l" t="t" r="r" b="b"/>
                <a:pathLst>
                  <a:path w="9203" h="7611" extrusionOk="0">
                    <a:moveTo>
                      <a:pt x="8824" y="1"/>
                    </a:moveTo>
                    <a:cubicBezTo>
                      <a:pt x="8736" y="1"/>
                      <a:pt x="8647" y="19"/>
                      <a:pt x="8601" y="80"/>
                    </a:cubicBezTo>
                    <a:cubicBezTo>
                      <a:pt x="8491" y="234"/>
                      <a:pt x="7088" y="3355"/>
                      <a:pt x="7088" y="3355"/>
                    </a:cubicBezTo>
                    <a:cubicBezTo>
                      <a:pt x="7088" y="3355"/>
                      <a:pt x="6778" y="3485"/>
                      <a:pt x="6762" y="3538"/>
                    </a:cubicBezTo>
                    <a:cubicBezTo>
                      <a:pt x="6737" y="3591"/>
                      <a:pt x="6762" y="3929"/>
                      <a:pt x="6762" y="3929"/>
                    </a:cubicBezTo>
                    <a:cubicBezTo>
                      <a:pt x="6762" y="3929"/>
                      <a:pt x="6307" y="3977"/>
                      <a:pt x="6307" y="4010"/>
                    </a:cubicBezTo>
                    <a:lnTo>
                      <a:pt x="6307" y="4530"/>
                    </a:lnTo>
                    <a:cubicBezTo>
                      <a:pt x="6273" y="4506"/>
                      <a:pt x="4073" y="3013"/>
                      <a:pt x="2987" y="1715"/>
                    </a:cubicBezTo>
                    <a:cubicBezTo>
                      <a:pt x="2860" y="1569"/>
                      <a:pt x="2751" y="1435"/>
                      <a:pt x="2649" y="1313"/>
                    </a:cubicBezTo>
                    <a:cubicBezTo>
                      <a:pt x="2108" y="666"/>
                      <a:pt x="1876" y="365"/>
                      <a:pt x="1786" y="247"/>
                    </a:cubicBezTo>
                    <a:lnTo>
                      <a:pt x="1786" y="247"/>
                    </a:lnTo>
                    <a:cubicBezTo>
                      <a:pt x="1835" y="385"/>
                      <a:pt x="1791" y="686"/>
                      <a:pt x="1583" y="849"/>
                    </a:cubicBezTo>
                    <a:cubicBezTo>
                      <a:pt x="1530" y="893"/>
                      <a:pt x="1461" y="930"/>
                      <a:pt x="1380" y="947"/>
                    </a:cubicBezTo>
                    <a:cubicBezTo>
                      <a:pt x="1270" y="971"/>
                      <a:pt x="1172" y="1000"/>
                      <a:pt x="1078" y="1032"/>
                    </a:cubicBezTo>
                    <a:cubicBezTo>
                      <a:pt x="916" y="1088"/>
                      <a:pt x="778" y="1154"/>
                      <a:pt x="656" y="1223"/>
                    </a:cubicBezTo>
                    <a:cubicBezTo>
                      <a:pt x="184" y="1496"/>
                      <a:pt x="34" y="1833"/>
                      <a:pt x="0" y="1899"/>
                    </a:cubicBezTo>
                    <a:lnTo>
                      <a:pt x="379" y="2451"/>
                    </a:lnTo>
                    <a:cubicBezTo>
                      <a:pt x="379" y="2451"/>
                      <a:pt x="855" y="2830"/>
                      <a:pt x="879" y="2830"/>
                    </a:cubicBezTo>
                    <a:cubicBezTo>
                      <a:pt x="904" y="2830"/>
                      <a:pt x="1811" y="3811"/>
                      <a:pt x="1811" y="3811"/>
                    </a:cubicBezTo>
                    <a:lnTo>
                      <a:pt x="2157" y="3843"/>
                    </a:lnTo>
                    <a:cubicBezTo>
                      <a:pt x="2157" y="3843"/>
                      <a:pt x="4146" y="6317"/>
                      <a:pt x="5419" y="7427"/>
                    </a:cubicBezTo>
                    <a:lnTo>
                      <a:pt x="6277" y="7610"/>
                    </a:lnTo>
                    <a:cubicBezTo>
                      <a:pt x="6277" y="7610"/>
                      <a:pt x="6546" y="7468"/>
                      <a:pt x="6628" y="7374"/>
                    </a:cubicBezTo>
                    <a:cubicBezTo>
                      <a:pt x="6803" y="7438"/>
                      <a:pt x="6858" y="7444"/>
                      <a:pt x="6872" y="7444"/>
                    </a:cubicBezTo>
                    <a:cubicBezTo>
                      <a:pt x="6875" y="7444"/>
                      <a:pt x="6876" y="7443"/>
                      <a:pt x="6876" y="7443"/>
                    </a:cubicBezTo>
                    <a:cubicBezTo>
                      <a:pt x="6876" y="7443"/>
                      <a:pt x="8547" y="6154"/>
                      <a:pt x="9202" y="5210"/>
                    </a:cubicBezTo>
                    <a:cubicBezTo>
                      <a:pt x="9065" y="4864"/>
                      <a:pt x="8898" y="4437"/>
                      <a:pt x="8686" y="3904"/>
                    </a:cubicBezTo>
                    <a:cubicBezTo>
                      <a:pt x="8515" y="2887"/>
                      <a:pt x="8894" y="812"/>
                      <a:pt x="9069" y="39"/>
                    </a:cubicBezTo>
                    <a:cubicBezTo>
                      <a:pt x="9069" y="39"/>
                      <a:pt x="9028" y="27"/>
                      <a:pt x="8971" y="14"/>
                    </a:cubicBezTo>
                    <a:cubicBezTo>
                      <a:pt x="8928" y="7"/>
                      <a:pt x="8876" y="1"/>
                      <a:pt x="88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2"/>
              <p:cNvSpPr/>
              <p:nvPr/>
            </p:nvSpPr>
            <p:spPr>
              <a:xfrm>
                <a:off x="4904886" y="948735"/>
                <a:ext cx="203241" cy="260722"/>
              </a:xfrm>
              <a:custGeom>
                <a:avLst/>
                <a:gdLst/>
                <a:ahLst/>
                <a:cxnLst/>
                <a:rect l="l" t="t" r="r" b="b"/>
                <a:pathLst>
                  <a:path w="2097" h="2690" extrusionOk="0">
                    <a:moveTo>
                      <a:pt x="1088" y="0"/>
                    </a:moveTo>
                    <a:cubicBezTo>
                      <a:pt x="1088" y="0"/>
                      <a:pt x="1026" y="36"/>
                      <a:pt x="937" y="85"/>
                    </a:cubicBezTo>
                    <a:cubicBezTo>
                      <a:pt x="673" y="241"/>
                      <a:pt x="143" y="562"/>
                      <a:pt x="54" y="704"/>
                    </a:cubicBezTo>
                    <a:cubicBezTo>
                      <a:pt x="21" y="895"/>
                      <a:pt x="10" y="1041"/>
                      <a:pt x="5" y="1148"/>
                    </a:cubicBezTo>
                    <a:cubicBezTo>
                      <a:pt x="1" y="1315"/>
                      <a:pt x="21" y="1388"/>
                      <a:pt x="21" y="1388"/>
                    </a:cubicBezTo>
                    <a:lnTo>
                      <a:pt x="318" y="2140"/>
                    </a:lnTo>
                    <a:cubicBezTo>
                      <a:pt x="318" y="2140"/>
                      <a:pt x="717" y="2506"/>
                      <a:pt x="1172" y="2689"/>
                    </a:cubicBezTo>
                    <a:cubicBezTo>
                      <a:pt x="1356" y="2579"/>
                      <a:pt x="1591" y="2481"/>
                      <a:pt x="1893" y="2413"/>
                    </a:cubicBezTo>
                    <a:cubicBezTo>
                      <a:pt x="1974" y="2396"/>
                      <a:pt x="2043" y="2359"/>
                      <a:pt x="2096" y="2315"/>
                    </a:cubicBezTo>
                    <a:cubicBezTo>
                      <a:pt x="2047" y="2201"/>
                      <a:pt x="1957" y="2014"/>
                      <a:pt x="1884" y="1855"/>
                    </a:cubicBezTo>
                    <a:cubicBezTo>
                      <a:pt x="1840" y="1762"/>
                      <a:pt x="1771" y="1688"/>
                      <a:pt x="1685" y="1644"/>
                    </a:cubicBezTo>
                    <a:cubicBezTo>
                      <a:pt x="1681" y="1640"/>
                      <a:pt x="1677" y="1636"/>
                      <a:pt x="1673" y="1636"/>
                    </a:cubicBezTo>
                    <a:cubicBezTo>
                      <a:pt x="1609" y="1605"/>
                      <a:pt x="1541" y="1587"/>
                      <a:pt x="1470" y="1587"/>
                    </a:cubicBezTo>
                    <a:cubicBezTo>
                      <a:pt x="1438" y="1587"/>
                      <a:pt x="1405" y="1591"/>
                      <a:pt x="1372" y="1599"/>
                    </a:cubicBezTo>
                    <a:lnTo>
                      <a:pt x="1356" y="1599"/>
                    </a:lnTo>
                    <a:cubicBezTo>
                      <a:pt x="1313" y="1609"/>
                      <a:pt x="1269" y="1613"/>
                      <a:pt x="1226" y="1613"/>
                    </a:cubicBezTo>
                    <a:cubicBezTo>
                      <a:pt x="1002" y="1613"/>
                      <a:pt x="793" y="1485"/>
                      <a:pt x="705" y="1274"/>
                    </a:cubicBezTo>
                    <a:cubicBezTo>
                      <a:pt x="684" y="1229"/>
                      <a:pt x="676" y="1192"/>
                      <a:pt x="684" y="1168"/>
                    </a:cubicBezTo>
                    <a:cubicBezTo>
                      <a:pt x="693" y="1127"/>
                      <a:pt x="754" y="1037"/>
                      <a:pt x="831" y="928"/>
                    </a:cubicBezTo>
                    <a:cubicBezTo>
                      <a:pt x="1005" y="696"/>
                      <a:pt x="1258" y="387"/>
                      <a:pt x="1258" y="387"/>
                    </a:cubicBezTo>
                    <a:lnTo>
                      <a:pt x="1124" y="269"/>
                    </a:lnTo>
                    <a:lnTo>
                      <a:pt x="632" y="659"/>
                    </a:lnTo>
                    <a:lnTo>
                      <a:pt x="1201" y="143"/>
                    </a:lnTo>
                    <a:lnTo>
                      <a:pt x="1088" y="0"/>
                    </a:ln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2"/>
              <p:cNvSpPr/>
              <p:nvPr/>
            </p:nvSpPr>
            <p:spPr>
              <a:xfrm>
                <a:off x="4886374" y="933325"/>
                <a:ext cx="109423" cy="126678"/>
              </a:xfrm>
              <a:custGeom>
                <a:avLst/>
                <a:gdLst/>
                <a:ahLst/>
                <a:cxnLst/>
                <a:rect l="l" t="t" r="r" b="b"/>
                <a:pathLst>
                  <a:path w="1129" h="1307" extrusionOk="0">
                    <a:moveTo>
                      <a:pt x="1074" y="0"/>
                    </a:moveTo>
                    <a:cubicBezTo>
                      <a:pt x="1074" y="0"/>
                      <a:pt x="282" y="570"/>
                      <a:pt x="0" y="883"/>
                    </a:cubicBezTo>
                    <a:cubicBezTo>
                      <a:pt x="135" y="1119"/>
                      <a:pt x="196" y="1307"/>
                      <a:pt x="196" y="1307"/>
                    </a:cubicBezTo>
                    <a:cubicBezTo>
                      <a:pt x="201" y="1200"/>
                      <a:pt x="212" y="1054"/>
                      <a:pt x="245" y="863"/>
                    </a:cubicBezTo>
                    <a:cubicBezTo>
                      <a:pt x="334" y="721"/>
                      <a:pt x="864" y="400"/>
                      <a:pt x="1128" y="244"/>
                    </a:cubicBezTo>
                    <a:cubicBezTo>
                      <a:pt x="1128" y="122"/>
                      <a:pt x="1074" y="0"/>
                      <a:pt x="1074" y="0"/>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2"/>
              <p:cNvSpPr/>
              <p:nvPr/>
            </p:nvSpPr>
            <p:spPr>
              <a:xfrm>
                <a:off x="4911670" y="910452"/>
                <a:ext cx="63580" cy="84419"/>
              </a:xfrm>
              <a:custGeom>
                <a:avLst/>
                <a:gdLst/>
                <a:ahLst/>
                <a:cxnLst/>
                <a:rect l="l" t="t" r="r" b="b"/>
                <a:pathLst>
                  <a:path w="656" h="871" extrusionOk="0">
                    <a:moveTo>
                      <a:pt x="569" y="1"/>
                    </a:moveTo>
                    <a:lnTo>
                      <a:pt x="0" y="871"/>
                    </a:lnTo>
                    <a:lnTo>
                      <a:pt x="565" y="420"/>
                    </a:lnTo>
                    <a:lnTo>
                      <a:pt x="655" y="45"/>
                    </a:lnTo>
                    <a:lnTo>
                      <a:pt x="569" y="1"/>
                    </a:ln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2"/>
              <p:cNvSpPr/>
              <p:nvPr/>
            </p:nvSpPr>
            <p:spPr>
              <a:xfrm>
                <a:off x="5211351" y="1218080"/>
                <a:ext cx="441180" cy="473951"/>
              </a:xfrm>
              <a:custGeom>
                <a:avLst/>
                <a:gdLst/>
                <a:ahLst/>
                <a:cxnLst/>
                <a:rect l="l" t="t" r="r" b="b"/>
                <a:pathLst>
                  <a:path w="4552" h="4890" extrusionOk="0">
                    <a:moveTo>
                      <a:pt x="0" y="0"/>
                    </a:moveTo>
                    <a:lnTo>
                      <a:pt x="0" y="0"/>
                    </a:lnTo>
                    <a:cubicBezTo>
                      <a:pt x="305" y="1118"/>
                      <a:pt x="3226" y="3230"/>
                      <a:pt x="3921" y="3624"/>
                    </a:cubicBezTo>
                    <a:cubicBezTo>
                      <a:pt x="4369" y="3990"/>
                      <a:pt x="4552" y="4890"/>
                      <a:pt x="4552" y="4890"/>
                    </a:cubicBezTo>
                    <a:cubicBezTo>
                      <a:pt x="4467" y="3983"/>
                      <a:pt x="4178" y="3494"/>
                      <a:pt x="4178" y="3494"/>
                    </a:cubicBezTo>
                    <a:lnTo>
                      <a:pt x="3658" y="3217"/>
                    </a:lnTo>
                    <a:cubicBezTo>
                      <a:pt x="3624" y="3193"/>
                      <a:pt x="1424" y="1700"/>
                      <a:pt x="338" y="402"/>
                    </a:cubicBezTo>
                    <a:cubicBezTo>
                      <a:pt x="211" y="256"/>
                      <a:pt x="102" y="122"/>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2"/>
              <p:cNvSpPr/>
              <p:nvPr/>
            </p:nvSpPr>
            <p:spPr>
              <a:xfrm>
                <a:off x="5620940" y="1092179"/>
                <a:ext cx="225630" cy="720134"/>
              </a:xfrm>
              <a:custGeom>
                <a:avLst/>
                <a:gdLst/>
                <a:ahLst/>
                <a:cxnLst/>
                <a:rect l="l" t="t" r="r" b="b"/>
                <a:pathLst>
                  <a:path w="2328" h="7430" extrusionOk="0">
                    <a:moveTo>
                      <a:pt x="2096" y="0"/>
                    </a:moveTo>
                    <a:cubicBezTo>
                      <a:pt x="2096" y="0"/>
                      <a:pt x="1587" y="1782"/>
                      <a:pt x="1262" y="3793"/>
                    </a:cubicBezTo>
                    <a:cubicBezTo>
                      <a:pt x="1169" y="4439"/>
                      <a:pt x="1396" y="4529"/>
                      <a:pt x="1526" y="4529"/>
                    </a:cubicBezTo>
                    <a:cubicBezTo>
                      <a:pt x="1571" y="4529"/>
                      <a:pt x="1608" y="4516"/>
                      <a:pt x="1608" y="4516"/>
                    </a:cubicBezTo>
                    <a:lnTo>
                      <a:pt x="1608" y="4516"/>
                    </a:lnTo>
                    <a:cubicBezTo>
                      <a:pt x="1608" y="4516"/>
                      <a:pt x="1799" y="5546"/>
                      <a:pt x="1" y="7429"/>
                    </a:cubicBezTo>
                    <a:cubicBezTo>
                      <a:pt x="1" y="7429"/>
                      <a:pt x="1672" y="6140"/>
                      <a:pt x="2327" y="5196"/>
                    </a:cubicBezTo>
                    <a:cubicBezTo>
                      <a:pt x="2190" y="4850"/>
                      <a:pt x="2023" y="4423"/>
                      <a:pt x="1811" y="3890"/>
                    </a:cubicBezTo>
                    <a:cubicBezTo>
                      <a:pt x="1783" y="3711"/>
                      <a:pt x="1770" y="3496"/>
                      <a:pt x="1770" y="3260"/>
                    </a:cubicBezTo>
                    <a:cubicBezTo>
                      <a:pt x="1770" y="2178"/>
                      <a:pt x="2051" y="660"/>
                      <a:pt x="2194" y="25"/>
                    </a:cubicBezTo>
                    <a:cubicBezTo>
                      <a:pt x="2194" y="25"/>
                      <a:pt x="2153" y="13"/>
                      <a:pt x="20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2"/>
              <p:cNvSpPr/>
              <p:nvPr/>
            </p:nvSpPr>
            <p:spPr>
              <a:xfrm>
                <a:off x="5582365" y="1202572"/>
                <a:ext cx="170385" cy="315967"/>
              </a:xfrm>
              <a:custGeom>
                <a:avLst/>
                <a:gdLst/>
                <a:ahLst/>
                <a:cxnLst/>
                <a:rect l="l" t="t" r="r" b="b"/>
                <a:pathLst>
                  <a:path w="1758" h="3260" extrusionOk="0">
                    <a:moveTo>
                      <a:pt x="1737" y="1"/>
                    </a:moveTo>
                    <a:lnTo>
                      <a:pt x="720" y="2487"/>
                    </a:lnTo>
                    <a:lnTo>
                      <a:pt x="346" y="2487"/>
                    </a:lnTo>
                    <a:lnTo>
                      <a:pt x="346" y="2938"/>
                    </a:lnTo>
                    <a:lnTo>
                      <a:pt x="0" y="2938"/>
                    </a:lnTo>
                    <a:lnTo>
                      <a:pt x="0" y="3260"/>
                    </a:lnTo>
                    <a:lnTo>
                      <a:pt x="16" y="3260"/>
                    </a:lnTo>
                    <a:lnTo>
                      <a:pt x="16" y="2958"/>
                    </a:lnTo>
                    <a:lnTo>
                      <a:pt x="367" y="2958"/>
                    </a:lnTo>
                    <a:lnTo>
                      <a:pt x="367" y="2503"/>
                    </a:lnTo>
                    <a:lnTo>
                      <a:pt x="733" y="2503"/>
                    </a:lnTo>
                    <a:lnTo>
                      <a:pt x="1758" y="9"/>
                    </a:lnTo>
                    <a:lnTo>
                      <a:pt x="173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2"/>
              <p:cNvSpPr/>
              <p:nvPr/>
            </p:nvSpPr>
            <p:spPr>
              <a:xfrm>
                <a:off x="4954606" y="1190748"/>
                <a:ext cx="642386" cy="637750"/>
              </a:xfrm>
              <a:custGeom>
                <a:avLst/>
                <a:gdLst/>
                <a:ahLst/>
                <a:cxnLst/>
                <a:rect l="l" t="t" r="r" b="b"/>
                <a:pathLst>
                  <a:path w="6628" h="6580" extrusionOk="0">
                    <a:moveTo>
                      <a:pt x="1078" y="1"/>
                    </a:moveTo>
                    <a:cubicBezTo>
                      <a:pt x="981" y="33"/>
                      <a:pt x="892" y="70"/>
                      <a:pt x="810" y="111"/>
                    </a:cubicBezTo>
                    <a:cubicBezTo>
                      <a:pt x="757" y="136"/>
                      <a:pt x="704" y="164"/>
                      <a:pt x="659" y="192"/>
                    </a:cubicBezTo>
                    <a:lnTo>
                      <a:pt x="656" y="192"/>
                    </a:lnTo>
                    <a:cubicBezTo>
                      <a:pt x="578" y="237"/>
                      <a:pt x="509" y="282"/>
                      <a:pt x="449" y="331"/>
                    </a:cubicBezTo>
                    <a:cubicBezTo>
                      <a:pt x="444" y="331"/>
                      <a:pt x="444" y="335"/>
                      <a:pt x="444" y="335"/>
                    </a:cubicBezTo>
                    <a:lnTo>
                      <a:pt x="440" y="335"/>
                    </a:lnTo>
                    <a:cubicBezTo>
                      <a:pt x="440" y="339"/>
                      <a:pt x="440" y="339"/>
                      <a:pt x="436" y="339"/>
                    </a:cubicBezTo>
                    <a:cubicBezTo>
                      <a:pt x="436" y="339"/>
                      <a:pt x="436" y="343"/>
                      <a:pt x="432" y="343"/>
                    </a:cubicBezTo>
                    <a:cubicBezTo>
                      <a:pt x="135" y="579"/>
                      <a:pt x="29" y="814"/>
                      <a:pt x="0" y="868"/>
                    </a:cubicBezTo>
                    <a:lnTo>
                      <a:pt x="379" y="1420"/>
                    </a:lnTo>
                    <a:cubicBezTo>
                      <a:pt x="379" y="1420"/>
                      <a:pt x="855" y="1799"/>
                      <a:pt x="879" y="1799"/>
                    </a:cubicBezTo>
                    <a:cubicBezTo>
                      <a:pt x="904" y="1799"/>
                      <a:pt x="1811" y="2780"/>
                      <a:pt x="1811" y="2780"/>
                    </a:cubicBezTo>
                    <a:lnTo>
                      <a:pt x="2157" y="2812"/>
                    </a:lnTo>
                    <a:cubicBezTo>
                      <a:pt x="2157" y="2812"/>
                      <a:pt x="4146" y="5286"/>
                      <a:pt x="5419" y="6396"/>
                    </a:cubicBezTo>
                    <a:lnTo>
                      <a:pt x="6277" y="6579"/>
                    </a:lnTo>
                    <a:cubicBezTo>
                      <a:pt x="6277" y="6579"/>
                      <a:pt x="6546" y="6437"/>
                      <a:pt x="6628" y="6343"/>
                    </a:cubicBezTo>
                    <a:lnTo>
                      <a:pt x="6628" y="6343"/>
                    </a:lnTo>
                    <a:lnTo>
                      <a:pt x="6168" y="6351"/>
                    </a:lnTo>
                    <a:cubicBezTo>
                      <a:pt x="5073" y="5733"/>
                      <a:pt x="2710" y="2564"/>
                      <a:pt x="2710" y="2564"/>
                    </a:cubicBezTo>
                    <a:lnTo>
                      <a:pt x="2287" y="2564"/>
                    </a:lnTo>
                    <a:cubicBezTo>
                      <a:pt x="2287" y="2564"/>
                      <a:pt x="1429" y="1897"/>
                      <a:pt x="334" y="981"/>
                    </a:cubicBezTo>
                    <a:cubicBezTo>
                      <a:pt x="346" y="632"/>
                      <a:pt x="1078" y="1"/>
                      <a:pt x="10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2"/>
              <p:cNvSpPr/>
              <p:nvPr/>
            </p:nvSpPr>
            <p:spPr>
              <a:xfrm>
                <a:off x="5018090" y="1201603"/>
                <a:ext cx="14732" cy="7851"/>
              </a:xfrm>
              <a:custGeom>
                <a:avLst/>
                <a:gdLst/>
                <a:ahLst/>
                <a:cxnLst/>
                <a:rect l="l" t="t" r="r" b="b"/>
                <a:pathLst>
                  <a:path w="152" h="81" extrusionOk="0">
                    <a:moveTo>
                      <a:pt x="152" y="1"/>
                    </a:moveTo>
                    <a:cubicBezTo>
                      <a:pt x="100" y="25"/>
                      <a:pt x="48" y="52"/>
                      <a:pt x="1" y="80"/>
                    </a:cubicBezTo>
                    <a:lnTo>
                      <a:pt x="4" y="80"/>
                    </a:lnTo>
                    <a:cubicBezTo>
                      <a:pt x="49" y="52"/>
                      <a:pt x="100" y="25"/>
                      <a:pt x="152" y="1"/>
                    </a:cubicBezTo>
                    <a:close/>
                  </a:path>
                </a:pathLst>
              </a:custGeom>
              <a:solidFill>
                <a:srgbClr val="CEC6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2"/>
              <p:cNvSpPr/>
              <p:nvPr/>
            </p:nvSpPr>
            <p:spPr>
              <a:xfrm>
                <a:off x="5952507" y="488941"/>
                <a:ext cx="263138" cy="134141"/>
              </a:xfrm>
              <a:custGeom>
                <a:avLst/>
                <a:gdLst/>
                <a:ahLst/>
                <a:cxnLst/>
                <a:rect l="l" t="t" r="r" b="b"/>
                <a:pathLst>
                  <a:path w="2715" h="1384" extrusionOk="0">
                    <a:moveTo>
                      <a:pt x="725" y="0"/>
                    </a:moveTo>
                    <a:cubicBezTo>
                      <a:pt x="725" y="0"/>
                      <a:pt x="200" y="90"/>
                      <a:pt x="1" y="363"/>
                    </a:cubicBezTo>
                    <a:lnTo>
                      <a:pt x="1" y="611"/>
                    </a:lnTo>
                    <a:cubicBezTo>
                      <a:pt x="1" y="611"/>
                      <a:pt x="102" y="293"/>
                      <a:pt x="709" y="74"/>
                    </a:cubicBezTo>
                    <a:cubicBezTo>
                      <a:pt x="765" y="445"/>
                      <a:pt x="884" y="713"/>
                      <a:pt x="1039" y="903"/>
                    </a:cubicBezTo>
                    <a:cubicBezTo>
                      <a:pt x="1112" y="1001"/>
                      <a:pt x="1197" y="1079"/>
                      <a:pt x="1283" y="1140"/>
                    </a:cubicBezTo>
                    <a:cubicBezTo>
                      <a:pt x="1550" y="1330"/>
                      <a:pt x="1861" y="1384"/>
                      <a:pt x="2124" y="1384"/>
                    </a:cubicBezTo>
                    <a:cubicBezTo>
                      <a:pt x="2457" y="1384"/>
                      <a:pt x="2714" y="1299"/>
                      <a:pt x="2714" y="1299"/>
                    </a:cubicBezTo>
                    <a:lnTo>
                      <a:pt x="2714" y="1299"/>
                    </a:lnTo>
                    <a:cubicBezTo>
                      <a:pt x="2564" y="1314"/>
                      <a:pt x="2413" y="1329"/>
                      <a:pt x="2262" y="1329"/>
                    </a:cubicBezTo>
                    <a:cubicBezTo>
                      <a:pt x="2016" y="1329"/>
                      <a:pt x="1771" y="1289"/>
                      <a:pt x="1531" y="1140"/>
                    </a:cubicBezTo>
                    <a:cubicBezTo>
                      <a:pt x="1417" y="1066"/>
                      <a:pt x="1307" y="969"/>
                      <a:pt x="1197" y="835"/>
                    </a:cubicBezTo>
                    <a:cubicBezTo>
                      <a:pt x="1030" y="640"/>
                      <a:pt x="872" y="371"/>
                      <a:pt x="725"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2"/>
              <p:cNvSpPr/>
              <p:nvPr/>
            </p:nvSpPr>
            <p:spPr>
              <a:xfrm>
                <a:off x="6018026" y="693639"/>
                <a:ext cx="219718" cy="562344"/>
              </a:xfrm>
              <a:custGeom>
                <a:avLst/>
                <a:gdLst/>
                <a:ahLst/>
                <a:cxnLst/>
                <a:rect l="l" t="t" r="r" b="b"/>
                <a:pathLst>
                  <a:path w="2267" h="5802" extrusionOk="0">
                    <a:moveTo>
                      <a:pt x="2267" y="0"/>
                    </a:moveTo>
                    <a:cubicBezTo>
                      <a:pt x="2258" y="17"/>
                      <a:pt x="2250" y="36"/>
                      <a:pt x="2242" y="57"/>
                    </a:cubicBezTo>
                    <a:cubicBezTo>
                      <a:pt x="2237" y="66"/>
                      <a:pt x="2233" y="77"/>
                      <a:pt x="2226" y="90"/>
                    </a:cubicBezTo>
                    <a:cubicBezTo>
                      <a:pt x="2218" y="106"/>
                      <a:pt x="2209" y="126"/>
                      <a:pt x="2201" y="147"/>
                    </a:cubicBezTo>
                    <a:cubicBezTo>
                      <a:pt x="2181" y="188"/>
                      <a:pt x="2160" y="228"/>
                      <a:pt x="2140" y="269"/>
                    </a:cubicBezTo>
                    <a:cubicBezTo>
                      <a:pt x="2132" y="276"/>
                      <a:pt x="2128" y="289"/>
                      <a:pt x="2124" y="301"/>
                    </a:cubicBezTo>
                    <a:cubicBezTo>
                      <a:pt x="2120" y="310"/>
                      <a:pt x="2115" y="317"/>
                      <a:pt x="2108" y="325"/>
                    </a:cubicBezTo>
                    <a:cubicBezTo>
                      <a:pt x="2104" y="334"/>
                      <a:pt x="2100" y="342"/>
                      <a:pt x="2096" y="350"/>
                    </a:cubicBezTo>
                    <a:cubicBezTo>
                      <a:pt x="2091" y="354"/>
                      <a:pt x="2091" y="358"/>
                      <a:pt x="2087" y="362"/>
                    </a:cubicBezTo>
                    <a:cubicBezTo>
                      <a:pt x="2083" y="370"/>
                      <a:pt x="2079" y="378"/>
                      <a:pt x="2075" y="387"/>
                    </a:cubicBezTo>
                    <a:cubicBezTo>
                      <a:pt x="2071" y="395"/>
                      <a:pt x="2067" y="402"/>
                      <a:pt x="2063" y="411"/>
                    </a:cubicBezTo>
                    <a:cubicBezTo>
                      <a:pt x="2055" y="427"/>
                      <a:pt x="2042" y="447"/>
                      <a:pt x="2034" y="464"/>
                    </a:cubicBezTo>
                    <a:cubicBezTo>
                      <a:pt x="2014" y="496"/>
                      <a:pt x="1993" y="529"/>
                      <a:pt x="1974" y="562"/>
                    </a:cubicBezTo>
                    <a:cubicBezTo>
                      <a:pt x="1961" y="582"/>
                      <a:pt x="1949" y="606"/>
                      <a:pt x="1933" y="627"/>
                    </a:cubicBezTo>
                    <a:lnTo>
                      <a:pt x="1933" y="631"/>
                    </a:lnTo>
                    <a:cubicBezTo>
                      <a:pt x="1929" y="639"/>
                      <a:pt x="1920" y="643"/>
                      <a:pt x="1916" y="651"/>
                    </a:cubicBezTo>
                    <a:cubicBezTo>
                      <a:pt x="1912" y="659"/>
                      <a:pt x="1908" y="667"/>
                      <a:pt x="1901" y="676"/>
                    </a:cubicBezTo>
                    <a:cubicBezTo>
                      <a:pt x="1892" y="691"/>
                      <a:pt x="1880" y="708"/>
                      <a:pt x="1867" y="725"/>
                    </a:cubicBezTo>
                    <a:cubicBezTo>
                      <a:pt x="1863" y="732"/>
                      <a:pt x="1860" y="740"/>
                      <a:pt x="1852" y="749"/>
                    </a:cubicBezTo>
                    <a:lnTo>
                      <a:pt x="1847" y="753"/>
                    </a:lnTo>
                    <a:cubicBezTo>
                      <a:pt x="1843" y="761"/>
                      <a:pt x="1839" y="769"/>
                      <a:pt x="1835" y="773"/>
                    </a:cubicBezTo>
                    <a:lnTo>
                      <a:pt x="1831" y="777"/>
                    </a:lnTo>
                    <a:cubicBezTo>
                      <a:pt x="1827" y="785"/>
                      <a:pt x="1819" y="793"/>
                      <a:pt x="1815" y="802"/>
                    </a:cubicBezTo>
                    <a:cubicBezTo>
                      <a:pt x="1807" y="810"/>
                      <a:pt x="1798" y="822"/>
                      <a:pt x="1790" y="834"/>
                    </a:cubicBezTo>
                    <a:cubicBezTo>
                      <a:pt x="1782" y="842"/>
                      <a:pt x="1774" y="854"/>
                      <a:pt x="1766" y="866"/>
                    </a:cubicBezTo>
                    <a:cubicBezTo>
                      <a:pt x="1758" y="875"/>
                      <a:pt x="1749" y="887"/>
                      <a:pt x="1741" y="895"/>
                    </a:cubicBezTo>
                    <a:cubicBezTo>
                      <a:pt x="1734" y="907"/>
                      <a:pt x="1725" y="915"/>
                      <a:pt x="1717" y="928"/>
                    </a:cubicBezTo>
                    <a:cubicBezTo>
                      <a:pt x="1700" y="944"/>
                      <a:pt x="1689" y="964"/>
                      <a:pt x="1672" y="980"/>
                    </a:cubicBezTo>
                    <a:lnTo>
                      <a:pt x="1668" y="984"/>
                    </a:lnTo>
                    <a:lnTo>
                      <a:pt x="1664" y="988"/>
                    </a:lnTo>
                    <a:cubicBezTo>
                      <a:pt x="1652" y="1005"/>
                      <a:pt x="1640" y="1017"/>
                      <a:pt x="1627" y="1033"/>
                    </a:cubicBezTo>
                    <a:lnTo>
                      <a:pt x="1623" y="1037"/>
                    </a:lnTo>
                    <a:lnTo>
                      <a:pt x="1603" y="1058"/>
                    </a:lnTo>
                    <a:cubicBezTo>
                      <a:pt x="1591" y="1074"/>
                      <a:pt x="1578" y="1086"/>
                      <a:pt x="1567" y="1102"/>
                    </a:cubicBezTo>
                    <a:cubicBezTo>
                      <a:pt x="1559" y="1106"/>
                      <a:pt x="1554" y="1115"/>
                      <a:pt x="1546" y="1119"/>
                    </a:cubicBezTo>
                    <a:cubicBezTo>
                      <a:pt x="1542" y="1127"/>
                      <a:pt x="1534" y="1131"/>
                      <a:pt x="1530" y="1140"/>
                    </a:cubicBezTo>
                    <a:cubicBezTo>
                      <a:pt x="1501" y="1168"/>
                      <a:pt x="1473" y="1196"/>
                      <a:pt x="1445" y="1221"/>
                    </a:cubicBezTo>
                    <a:cubicBezTo>
                      <a:pt x="1437" y="1228"/>
                      <a:pt x="1428" y="1237"/>
                      <a:pt x="1420" y="1245"/>
                    </a:cubicBezTo>
                    <a:cubicBezTo>
                      <a:pt x="1416" y="1249"/>
                      <a:pt x="1412" y="1253"/>
                      <a:pt x="1407" y="1257"/>
                    </a:cubicBezTo>
                    <a:cubicBezTo>
                      <a:pt x="1396" y="1265"/>
                      <a:pt x="1388" y="1273"/>
                      <a:pt x="1375" y="1286"/>
                    </a:cubicBezTo>
                    <a:cubicBezTo>
                      <a:pt x="1371" y="1286"/>
                      <a:pt x="1371" y="1290"/>
                      <a:pt x="1367" y="1294"/>
                    </a:cubicBezTo>
                    <a:cubicBezTo>
                      <a:pt x="1355" y="1302"/>
                      <a:pt x="1339" y="1314"/>
                      <a:pt x="1326" y="1326"/>
                    </a:cubicBezTo>
                    <a:lnTo>
                      <a:pt x="1323" y="1326"/>
                    </a:lnTo>
                    <a:lnTo>
                      <a:pt x="1323" y="1330"/>
                    </a:lnTo>
                    <a:cubicBezTo>
                      <a:pt x="1310" y="1339"/>
                      <a:pt x="1294" y="1350"/>
                      <a:pt x="1282" y="1363"/>
                    </a:cubicBezTo>
                    <a:lnTo>
                      <a:pt x="1278" y="1367"/>
                    </a:lnTo>
                    <a:cubicBezTo>
                      <a:pt x="1266" y="1375"/>
                      <a:pt x="1253" y="1388"/>
                      <a:pt x="1237" y="1395"/>
                    </a:cubicBezTo>
                    <a:cubicBezTo>
                      <a:pt x="1233" y="1399"/>
                      <a:pt x="1233" y="1399"/>
                      <a:pt x="1229" y="1403"/>
                    </a:cubicBezTo>
                    <a:cubicBezTo>
                      <a:pt x="1212" y="1416"/>
                      <a:pt x="1200" y="1424"/>
                      <a:pt x="1184" y="1436"/>
                    </a:cubicBezTo>
                    <a:cubicBezTo>
                      <a:pt x="1180" y="1440"/>
                      <a:pt x="1176" y="1440"/>
                      <a:pt x="1172" y="1444"/>
                    </a:cubicBezTo>
                    <a:cubicBezTo>
                      <a:pt x="1163" y="1452"/>
                      <a:pt x="1156" y="1457"/>
                      <a:pt x="1148" y="1461"/>
                    </a:cubicBezTo>
                    <a:cubicBezTo>
                      <a:pt x="1144" y="1465"/>
                      <a:pt x="1139" y="1469"/>
                      <a:pt x="1131" y="1472"/>
                    </a:cubicBezTo>
                    <a:cubicBezTo>
                      <a:pt x="1099" y="1497"/>
                      <a:pt x="1062" y="1517"/>
                      <a:pt x="1026" y="1542"/>
                    </a:cubicBezTo>
                    <a:cubicBezTo>
                      <a:pt x="1017" y="1546"/>
                      <a:pt x="1009" y="1550"/>
                      <a:pt x="1001" y="1554"/>
                    </a:cubicBezTo>
                    <a:cubicBezTo>
                      <a:pt x="993" y="1562"/>
                      <a:pt x="981" y="1570"/>
                      <a:pt x="968" y="1574"/>
                    </a:cubicBezTo>
                    <a:cubicBezTo>
                      <a:pt x="883" y="1623"/>
                      <a:pt x="797" y="1668"/>
                      <a:pt x="705" y="1709"/>
                    </a:cubicBezTo>
                    <a:cubicBezTo>
                      <a:pt x="708" y="1737"/>
                      <a:pt x="708" y="1769"/>
                      <a:pt x="708" y="1799"/>
                    </a:cubicBezTo>
                    <a:cubicBezTo>
                      <a:pt x="900" y="1741"/>
                      <a:pt x="1323" y="1574"/>
                      <a:pt x="1819" y="1115"/>
                    </a:cubicBezTo>
                    <a:lnTo>
                      <a:pt x="1819" y="1115"/>
                    </a:lnTo>
                    <a:cubicBezTo>
                      <a:pt x="1770" y="2144"/>
                      <a:pt x="2136" y="3222"/>
                      <a:pt x="1" y="5802"/>
                    </a:cubicBezTo>
                    <a:cubicBezTo>
                      <a:pt x="842" y="5036"/>
                      <a:pt x="1497" y="3971"/>
                      <a:pt x="1904" y="3198"/>
                    </a:cubicBezTo>
                    <a:cubicBezTo>
                      <a:pt x="1920" y="3161"/>
                      <a:pt x="1941" y="3124"/>
                      <a:pt x="1957" y="3092"/>
                    </a:cubicBezTo>
                    <a:cubicBezTo>
                      <a:pt x="2026" y="2954"/>
                      <a:pt x="2091" y="2828"/>
                      <a:pt x="2145" y="2717"/>
                    </a:cubicBezTo>
                    <a:cubicBezTo>
                      <a:pt x="2132" y="2531"/>
                      <a:pt x="2132" y="2302"/>
                      <a:pt x="2140" y="2067"/>
                    </a:cubicBezTo>
                    <a:cubicBezTo>
                      <a:pt x="2160" y="1140"/>
                      <a:pt x="2267" y="0"/>
                      <a:pt x="2267"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2"/>
              <p:cNvSpPr/>
              <p:nvPr/>
            </p:nvSpPr>
            <p:spPr>
              <a:xfrm>
                <a:off x="6667010" y="2638558"/>
                <a:ext cx="5524" cy="253258"/>
              </a:xfrm>
              <a:custGeom>
                <a:avLst/>
                <a:gdLst/>
                <a:ahLst/>
                <a:cxnLst/>
                <a:rect l="l" t="t" r="r" b="b"/>
                <a:pathLst>
                  <a:path w="57" h="2613" extrusionOk="0">
                    <a:moveTo>
                      <a:pt x="4" y="9"/>
                    </a:moveTo>
                    <a:cubicBezTo>
                      <a:pt x="57" y="1014"/>
                      <a:pt x="57" y="1929"/>
                      <a:pt x="4" y="2613"/>
                    </a:cubicBezTo>
                    <a:cubicBezTo>
                      <a:pt x="57" y="1929"/>
                      <a:pt x="57" y="1014"/>
                      <a:pt x="4" y="9"/>
                    </a:cubicBezTo>
                    <a:close/>
                    <a:moveTo>
                      <a:pt x="0" y="1"/>
                    </a:moveTo>
                    <a:lnTo>
                      <a:pt x="0" y="5"/>
                    </a:lnTo>
                    <a:close/>
                  </a:path>
                </a:pathLst>
              </a:custGeom>
              <a:solidFill>
                <a:srgbClr val="E9F3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2"/>
              <p:cNvSpPr/>
              <p:nvPr/>
            </p:nvSpPr>
            <p:spPr>
              <a:xfrm>
                <a:off x="6287370" y="2359425"/>
                <a:ext cx="385160" cy="588804"/>
              </a:xfrm>
              <a:custGeom>
                <a:avLst/>
                <a:gdLst/>
                <a:ahLst/>
                <a:cxnLst/>
                <a:rect l="l" t="t" r="r" b="b"/>
                <a:pathLst>
                  <a:path w="3974" h="6075" extrusionOk="0">
                    <a:moveTo>
                      <a:pt x="2631" y="2494"/>
                    </a:moveTo>
                    <a:lnTo>
                      <a:pt x="2631" y="2494"/>
                    </a:lnTo>
                    <a:cubicBezTo>
                      <a:pt x="2633" y="2495"/>
                      <a:pt x="2634" y="2496"/>
                      <a:pt x="2636" y="2497"/>
                    </a:cubicBezTo>
                    <a:lnTo>
                      <a:pt x="2636" y="2497"/>
                    </a:lnTo>
                    <a:cubicBezTo>
                      <a:pt x="2635" y="2496"/>
                      <a:pt x="2634" y="2494"/>
                      <a:pt x="2631" y="2494"/>
                    </a:cubicBezTo>
                    <a:close/>
                    <a:moveTo>
                      <a:pt x="2636" y="2497"/>
                    </a:moveTo>
                    <a:cubicBezTo>
                      <a:pt x="2636" y="2497"/>
                      <a:pt x="2636" y="2498"/>
                      <a:pt x="2636" y="2498"/>
                    </a:cubicBezTo>
                    <a:cubicBezTo>
                      <a:pt x="2640" y="2499"/>
                      <a:pt x="2643" y="2500"/>
                      <a:pt x="2646" y="2502"/>
                    </a:cubicBezTo>
                    <a:lnTo>
                      <a:pt x="2646" y="2502"/>
                    </a:lnTo>
                    <a:cubicBezTo>
                      <a:pt x="2643" y="2500"/>
                      <a:pt x="2639" y="2498"/>
                      <a:pt x="2636" y="2497"/>
                    </a:cubicBezTo>
                    <a:close/>
                    <a:moveTo>
                      <a:pt x="2331" y="2369"/>
                    </a:moveTo>
                    <a:lnTo>
                      <a:pt x="2331" y="2369"/>
                    </a:lnTo>
                    <a:cubicBezTo>
                      <a:pt x="2331" y="2413"/>
                      <a:pt x="2335" y="2462"/>
                      <a:pt x="2335" y="2511"/>
                    </a:cubicBezTo>
                    <a:lnTo>
                      <a:pt x="2335" y="2462"/>
                    </a:lnTo>
                    <a:cubicBezTo>
                      <a:pt x="2335" y="2430"/>
                      <a:pt x="2331" y="2397"/>
                      <a:pt x="2331" y="2369"/>
                    </a:cubicBezTo>
                    <a:close/>
                    <a:moveTo>
                      <a:pt x="2646" y="2502"/>
                    </a:moveTo>
                    <a:lnTo>
                      <a:pt x="2646" y="2502"/>
                    </a:lnTo>
                    <a:cubicBezTo>
                      <a:pt x="2658" y="2507"/>
                      <a:pt x="2669" y="2512"/>
                      <a:pt x="2680" y="2515"/>
                    </a:cubicBezTo>
                    <a:cubicBezTo>
                      <a:pt x="2668" y="2512"/>
                      <a:pt x="2657" y="2506"/>
                      <a:pt x="2646" y="2502"/>
                    </a:cubicBezTo>
                    <a:close/>
                    <a:moveTo>
                      <a:pt x="3613" y="1"/>
                    </a:moveTo>
                    <a:cubicBezTo>
                      <a:pt x="3230" y="794"/>
                      <a:pt x="3046" y="1461"/>
                      <a:pt x="3046" y="1461"/>
                    </a:cubicBezTo>
                    <a:cubicBezTo>
                      <a:pt x="3046" y="1461"/>
                      <a:pt x="3173" y="1497"/>
                      <a:pt x="3247" y="1790"/>
                    </a:cubicBezTo>
                    <a:cubicBezTo>
                      <a:pt x="2917" y="2242"/>
                      <a:pt x="2766" y="2556"/>
                      <a:pt x="2766" y="2556"/>
                    </a:cubicBezTo>
                    <a:cubicBezTo>
                      <a:pt x="2758" y="2556"/>
                      <a:pt x="2579" y="2547"/>
                      <a:pt x="2335" y="2511"/>
                    </a:cubicBezTo>
                    <a:lnTo>
                      <a:pt x="2335" y="2511"/>
                    </a:lnTo>
                    <a:cubicBezTo>
                      <a:pt x="2339" y="2601"/>
                      <a:pt x="2339" y="2693"/>
                      <a:pt x="2339" y="2796"/>
                    </a:cubicBezTo>
                    <a:cubicBezTo>
                      <a:pt x="2339" y="3467"/>
                      <a:pt x="2290" y="4342"/>
                      <a:pt x="2290" y="4342"/>
                    </a:cubicBezTo>
                    <a:lnTo>
                      <a:pt x="2282" y="4342"/>
                    </a:lnTo>
                    <a:cubicBezTo>
                      <a:pt x="2282" y="4342"/>
                      <a:pt x="2282" y="4345"/>
                      <a:pt x="2278" y="4345"/>
                    </a:cubicBezTo>
                    <a:lnTo>
                      <a:pt x="1957" y="4345"/>
                    </a:lnTo>
                    <a:lnTo>
                      <a:pt x="1826" y="4349"/>
                    </a:lnTo>
                    <a:lnTo>
                      <a:pt x="1636" y="4349"/>
                    </a:lnTo>
                    <a:lnTo>
                      <a:pt x="1615" y="5053"/>
                    </a:lnTo>
                    <a:lnTo>
                      <a:pt x="870" y="5334"/>
                    </a:lnTo>
                    <a:lnTo>
                      <a:pt x="1110" y="5558"/>
                    </a:lnTo>
                    <a:lnTo>
                      <a:pt x="0" y="6034"/>
                    </a:lnTo>
                    <a:lnTo>
                      <a:pt x="29" y="6034"/>
                    </a:lnTo>
                    <a:cubicBezTo>
                      <a:pt x="29" y="6037"/>
                      <a:pt x="32" y="6037"/>
                      <a:pt x="32" y="6037"/>
                    </a:cubicBezTo>
                    <a:lnTo>
                      <a:pt x="36" y="6037"/>
                    </a:lnTo>
                    <a:cubicBezTo>
                      <a:pt x="260" y="6058"/>
                      <a:pt x="508" y="6075"/>
                      <a:pt x="776" y="6075"/>
                    </a:cubicBezTo>
                    <a:cubicBezTo>
                      <a:pt x="1289" y="6075"/>
                      <a:pt x="1871" y="6022"/>
                      <a:pt x="2518" y="5887"/>
                    </a:cubicBezTo>
                    <a:cubicBezTo>
                      <a:pt x="2522" y="5887"/>
                      <a:pt x="2526" y="5883"/>
                      <a:pt x="2530" y="5883"/>
                    </a:cubicBezTo>
                    <a:lnTo>
                      <a:pt x="2543" y="5883"/>
                    </a:lnTo>
                    <a:cubicBezTo>
                      <a:pt x="2558" y="5879"/>
                      <a:pt x="2575" y="5875"/>
                      <a:pt x="2591" y="5871"/>
                    </a:cubicBezTo>
                    <a:cubicBezTo>
                      <a:pt x="2603" y="5867"/>
                      <a:pt x="2616" y="5867"/>
                      <a:pt x="2624" y="5863"/>
                    </a:cubicBezTo>
                    <a:lnTo>
                      <a:pt x="3153" y="4313"/>
                    </a:lnTo>
                    <a:lnTo>
                      <a:pt x="3535" y="5590"/>
                    </a:lnTo>
                    <a:lnTo>
                      <a:pt x="3547" y="5590"/>
                    </a:lnTo>
                    <a:cubicBezTo>
                      <a:pt x="3576" y="5590"/>
                      <a:pt x="3669" y="5590"/>
                      <a:pt x="3775" y="5558"/>
                    </a:cubicBezTo>
                    <a:cubicBezTo>
                      <a:pt x="3824" y="5541"/>
                      <a:pt x="3872" y="5521"/>
                      <a:pt x="3921" y="5493"/>
                    </a:cubicBezTo>
                    <a:cubicBezTo>
                      <a:pt x="3974" y="4809"/>
                      <a:pt x="3974" y="3894"/>
                      <a:pt x="3921" y="2889"/>
                    </a:cubicBezTo>
                    <a:lnTo>
                      <a:pt x="3917" y="2885"/>
                    </a:lnTo>
                    <a:lnTo>
                      <a:pt x="3917" y="2881"/>
                    </a:lnTo>
                    <a:cubicBezTo>
                      <a:pt x="3865" y="1953"/>
                      <a:pt x="3763" y="953"/>
                      <a:pt x="36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2"/>
              <p:cNvSpPr/>
              <p:nvPr/>
            </p:nvSpPr>
            <p:spPr>
              <a:xfrm>
                <a:off x="6513196" y="2588934"/>
                <a:ext cx="42354" cy="18221"/>
              </a:xfrm>
              <a:custGeom>
                <a:avLst/>
                <a:gdLst/>
                <a:ahLst/>
                <a:cxnLst/>
                <a:rect l="l" t="t" r="r" b="b"/>
                <a:pathLst>
                  <a:path w="437" h="188" extrusionOk="0">
                    <a:moveTo>
                      <a:pt x="1" y="0"/>
                    </a:moveTo>
                    <a:cubicBezTo>
                      <a:pt x="1" y="45"/>
                      <a:pt x="5" y="94"/>
                      <a:pt x="5" y="143"/>
                    </a:cubicBezTo>
                    <a:cubicBezTo>
                      <a:pt x="230" y="176"/>
                      <a:pt x="400" y="186"/>
                      <a:pt x="431" y="188"/>
                    </a:cubicBezTo>
                    <a:lnTo>
                      <a:pt x="431" y="188"/>
                    </a:lnTo>
                    <a:cubicBezTo>
                      <a:pt x="425" y="186"/>
                      <a:pt x="396" y="170"/>
                      <a:pt x="350" y="147"/>
                    </a:cubicBezTo>
                    <a:cubicBezTo>
                      <a:pt x="335" y="143"/>
                      <a:pt x="318" y="135"/>
                      <a:pt x="301" y="126"/>
                    </a:cubicBezTo>
                    <a:cubicBezTo>
                      <a:pt x="228" y="94"/>
                      <a:pt x="123" y="49"/>
                      <a:pt x="1" y="0"/>
                    </a:cubicBezTo>
                    <a:close/>
                    <a:moveTo>
                      <a:pt x="431" y="188"/>
                    </a:moveTo>
                    <a:lnTo>
                      <a:pt x="431" y="188"/>
                    </a:lnTo>
                    <a:cubicBezTo>
                      <a:pt x="432" y="188"/>
                      <a:pt x="432" y="188"/>
                      <a:pt x="432" y="188"/>
                    </a:cubicBezTo>
                    <a:lnTo>
                      <a:pt x="436" y="188"/>
                    </a:lnTo>
                    <a:cubicBezTo>
                      <a:pt x="436" y="188"/>
                      <a:pt x="434" y="188"/>
                      <a:pt x="431" y="18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2"/>
              <p:cNvSpPr/>
              <p:nvPr/>
            </p:nvSpPr>
            <p:spPr>
              <a:xfrm>
                <a:off x="6513875" y="2589128"/>
                <a:ext cx="41288" cy="18028"/>
              </a:xfrm>
              <a:custGeom>
                <a:avLst/>
                <a:gdLst/>
                <a:ahLst/>
                <a:cxnLst/>
                <a:rect l="l" t="t" r="r" b="b"/>
                <a:pathLst>
                  <a:path w="426" h="186" extrusionOk="0">
                    <a:moveTo>
                      <a:pt x="0" y="1"/>
                    </a:moveTo>
                    <a:lnTo>
                      <a:pt x="0" y="1"/>
                    </a:lnTo>
                    <a:cubicBezTo>
                      <a:pt x="120" y="49"/>
                      <a:pt x="223" y="93"/>
                      <a:pt x="299" y="128"/>
                    </a:cubicBezTo>
                    <a:cubicBezTo>
                      <a:pt x="299" y="128"/>
                      <a:pt x="299" y="124"/>
                      <a:pt x="294" y="124"/>
                    </a:cubicBezTo>
                    <a:cubicBezTo>
                      <a:pt x="223" y="93"/>
                      <a:pt x="120" y="49"/>
                      <a:pt x="0" y="1"/>
                    </a:cubicBezTo>
                    <a:close/>
                    <a:moveTo>
                      <a:pt x="299" y="128"/>
                    </a:moveTo>
                    <a:cubicBezTo>
                      <a:pt x="333" y="143"/>
                      <a:pt x="360" y="155"/>
                      <a:pt x="381" y="164"/>
                    </a:cubicBezTo>
                    <a:lnTo>
                      <a:pt x="381" y="164"/>
                    </a:lnTo>
                    <a:cubicBezTo>
                      <a:pt x="370" y="158"/>
                      <a:pt x="357" y="152"/>
                      <a:pt x="343" y="145"/>
                    </a:cubicBezTo>
                    <a:cubicBezTo>
                      <a:pt x="328" y="141"/>
                      <a:pt x="315" y="133"/>
                      <a:pt x="299" y="128"/>
                    </a:cubicBezTo>
                    <a:close/>
                    <a:moveTo>
                      <a:pt x="381" y="164"/>
                    </a:moveTo>
                    <a:lnTo>
                      <a:pt x="381" y="164"/>
                    </a:lnTo>
                    <a:cubicBezTo>
                      <a:pt x="407" y="177"/>
                      <a:pt x="423" y="186"/>
                      <a:pt x="425" y="186"/>
                    </a:cubicBezTo>
                    <a:cubicBezTo>
                      <a:pt x="423" y="184"/>
                      <a:pt x="408" y="176"/>
                      <a:pt x="381" y="164"/>
                    </a:cubicBezTo>
                    <a:close/>
                  </a:path>
                </a:pathLst>
              </a:custGeom>
              <a:solidFill>
                <a:srgbClr val="E9F3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2"/>
              <p:cNvSpPr/>
              <p:nvPr/>
            </p:nvSpPr>
            <p:spPr>
              <a:xfrm>
                <a:off x="6445836" y="2630320"/>
                <a:ext cx="68232" cy="150714"/>
              </a:xfrm>
              <a:custGeom>
                <a:avLst/>
                <a:gdLst/>
                <a:ahLst/>
                <a:cxnLst/>
                <a:rect l="l" t="t" r="r" b="b"/>
                <a:pathLst>
                  <a:path w="704" h="1555" extrusionOk="0">
                    <a:moveTo>
                      <a:pt x="151" y="1554"/>
                    </a:moveTo>
                    <a:lnTo>
                      <a:pt x="151" y="1554"/>
                    </a:lnTo>
                    <a:lnTo>
                      <a:pt x="1" y="1554"/>
                    </a:lnTo>
                    <a:lnTo>
                      <a:pt x="1" y="1554"/>
                    </a:lnTo>
                    <a:lnTo>
                      <a:pt x="151" y="1554"/>
                    </a:lnTo>
                    <a:close/>
                    <a:moveTo>
                      <a:pt x="191" y="1554"/>
                    </a:moveTo>
                    <a:lnTo>
                      <a:pt x="191" y="1554"/>
                    </a:lnTo>
                    <a:lnTo>
                      <a:pt x="179" y="1554"/>
                    </a:lnTo>
                    <a:lnTo>
                      <a:pt x="191" y="1554"/>
                    </a:lnTo>
                    <a:close/>
                    <a:moveTo>
                      <a:pt x="630" y="1550"/>
                    </a:moveTo>
                    <a:lnTo>
                      <a:pt x="630" y="1550"/>
                    </a:lnTo>
                    <a:lnTo>
                      <a:pt x="586" y="1550"/>
                    </a:lnTo>
                    <a:lnTo>
                      <a:pt x="557" y="1550"/>
                    </a:lnTo>
                    <a:lnTo>
                      <a:pt x="529" y="1550"/>
                    </a:lnTo>
                    <a:lnTo>
                      <a:pt x="497" y="1550"/>
                    </a:lnTo>
                    <a:lnTo>
                      <a:pt x="354" y="1550"/>
                    </a:lnTo>
                    <a:lnTo>
                      <a:pt x="322" y="1550"/>
                    </a:lnTo>
                    <a:lnTo>
                      <a:pt x="322" y="1550"/>
                    </a:lnTo>
                    <a:lnTo>
                      <a:pt x="354" y="1550"/>
                    </a:lnTo>
                    <a:lnTo>
                      <a:pt x="497" y="1550"/>
                    </a:lnTo>
                    <a:lnTo>
                      <a:pt x="529" y="1550"/>
                    </a:lnTo>
                    <a:lnTo>
                      <a:pt x="557" y="1550"/>
                    </a:lnTo>
                    <a:lnTo>
                      <a:pt x="586" y="1550"/>
                    </a:lnTo>
                    <a:lnTo>
                      <a:pt x="630" y="1550"/>
                    </a:lnTo>
                    <a:close/>
                    <a:moveTo>
                      <a:pt x="647" y="1547"/>
                    </a:moveTo>
                    <a:cubicBezTo>
                      <a:pt x="647" y="1547"/>
                      <a:pt x="647" y="1550"/>
                      <a:pt x="643" y="1550"/>
                    </a:cubicBezTo>
                    <a:cubicBezTo>
                      <a:pt x="647" y="1550"/>
                      <a:pt x="647" y="1547"/>
                      <a:pt x="647" y="1547"/>
                    </a:cubicBezTo>
                    <a:close/>
                    <a:moveTo>
                      <a:pt x="704" y="1"/>
                    </a:moveTo>
                    <a:cubicBezTo>
                      <a:pt x="704" y="672"/>
                      <a:pt x="655" y="1547"/>
                      <a:pt x="655" y="1547"/>
                    </a:cubicBezTo>
                    <a:lnTo>
                      <a:pt x="655" y="1547"/>
                    </a:lnTo>
                    <a:cubicBezTo>
                      <a:pt x="655" y="1547"/>
                      <a:pt x="704" y="672"/>
                      <a:pt x="704" y="1"/>
                    </a:cubicBezTo>
                    <a:close/>
                  </a:path>
                </a:pathLst>
              </a:custGeom>
              <a:solidFill>
                <a:srgbClr val="E1C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2"/>
              <p:cNvSpPr/>
              <p:nvPr/>
            </p:nvSpPr>
            <p:spPr>
              <a:xfrm>
                <a:off x="6287758" y="2944151"/>
                <a:ext cx="3198" cy="485"/>
              </a:xfrm>
              <a:custGeom>
                <a:avLst/>
                <a:gdLst/>
                <a:ahLst/>
                <a:cxnLst/>
                <a:rect l="l" t="t" r="r" b="b"/>
                <a:pathLst>
                  <a:path w="33" h="5" extrusionOk="0">
                    <a:moveTo>
                      <a:pt x="28" y="4"/>
                    </a:moveTo>
                    <a:lnTo>
                      <a:pt x="32" y="4"/>
                    </a:lnTo>
                    <a:lnTo>
                      <a:pt x="28" y="4"/>
                    </a:lnTo>
                    <a:close/>
                    <a:moveTo>
                      <a:pt x="21" y="1"/>
                    </a:moveTo>
                    <a:lnTo>
                      <a:pt x="25" y="1"/>
                    </a:lnTo>
                    <a:lnTo>
                      <a:pt x="25" y="1"/>
                    </a:lnTo>
                    <a:lnTo>
                      <a:pt x="21" y="1"/>
                    </a:lnTo>
                    <a:close/>
                    <a:moveTo>
                      <a:pt x="12" y="1"/>
                    </a:moveTo>
                    <a:lnTo>
                      <a:pt x="16" y="1"/>
                    </a:lnTo>
                    <a:lnTo>
                      <a:pt x="12" y="1"/>
                    </a:lnTo>
                    <a:close/>
                    <a:moveTo>
                      <a:pt x="4" y="1"/>
                    </a:moveTo>
                    <a:lnTo>
                      <a:pt x="8" y="1"/>
                    </a:lnTo>
                    <a:lnTo>
                      <a:pt x="4" y="1"/>
                    </a:lnTo>
                    <a:close/>
                    <a:moveTo>
                      <a:pt x="0" y="1"/>
                    </a:moveTo>
                    <a:lnTo>
                      <a:pt x="0" y="1"/>
                    </a:lnTo>
                    <a:lnTo>
                      <a:pt x="0" y="1"/>
                    </a:lnTo>
                    <a:close/>
                  </a:path>
                </a:pathLst>
              </a:custGeom>
              <a:solidFill>
                <a:srgbClr val="5976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2"/>
              <p:cNvSpPr/>
              <p:nvPr/>
            </p:nvSpPr>
            <p:spPr>
              <a:xfrm>
                <a:off x="6508835" y="2780160"/>
                <a:ext cx="485" cy="97"/>
              </a:xfrm>
              <a:custGeom>
                <a:avLst/>
                <a:gdLst/>
                <a:ahLst/>
                <a:cxnLst/>
                <a:rect l="l" t="t" r="r" b="b"/>
                <a:pathLst>
                  <a:path w="5" h="1" extrusionOk="0">
                    <a:moveTo>
                      <a:pt x="5" y="1"/>
                    </a:moveTo>
                    <a:lnTo>
                      <a:pt x="1" y="1"/>
                    </a:ln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2"/>
              <p:cNvSpPr/>
              <p:nvPr/>
            </p:nvSpPr>
            <p:spPr>
              <a:xfrm>
                <a:off x="6509223" y="2780160"/>
                <a:ext cx="97" cy="97"/>
              </a:xfrm>
              <a:custGeom>
                <a:avLst/>
                <a:gdLst/>
                <a:ahLst/>
                <a:cxnLst/>
                <a:rect l="l" t="t" r="r" b="b"/>
                <a:pathLst>
                  <a:path w="1" h="1" extrusionOk="0">
                    <a:moveTo>
                      <a:pt x="1" y="1"/>
                    </a:move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2"/>
              <p:cNvSpPr/>
              <p:nvPr/>
            </p:nvSpPr>
            <p:spPr>
              <a:xfrm>
                <a:off x="6026652" y="1100902"/>
                <a:ext cx="205180" cy="214199"/>
              </a:xfrm>
              <a:custGeom>
                <a:avLst/>
                <a:gdLst/>
                <a:ahLst/>
                <a:cxnLst/>
                <a:rect l="l" t="t" r="r" b="b"/>
                <a:pathLst>
                  <a:path w="2117" h="2210" extrusionOk="0">
                    <a:moveTo>
                      <a:pt x="1978" y="0"/>
                    </a:moveTo>
                    <a:lnTo>
                      <a:pt x="1986" y="729"/>
                    </a:lnTo>
                    <a:cubicBezTo>
                      <a:pt x="1376" y="1444"/>
                      <a:pt x="253" y="2026"/>
                      <a:pt x="0" y="2148"/>
                    </a:cubicBezTo>
                    <a:cubicBezTo>
                      <a:pt x="5" y="2169"/>
                      <a:pt x="5" y="2189"/>
                      <a:pt x="9" y="2210"/>
                    </a:cubicBezTo>
                    <a:cubicBezTo>
                      <a:pt x="49" y="2193"/>
                      <a:pt x="1514" y="1583"/>
                      <a:pt x="2116" y="761"/>
                    </a:cubicBezTo>
                    <a:lnTo>
                      <a:pt x="2063" y="13"/>
                    </a:lnTo>
                    <a:lnTo>
                      <a:pt x="197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2"/>
              <p:cNvSpPr/>
              <p:nvPr/>
            </p:nvSpPr>
            <p:spPr>
              <a:xfrm>
                <a:off x="6009691" y="970349"/>
                <a:ext cx="29754" cy="393215"/>
              </a:xfrm>
              <a:custGeom>
                <a:avLst/>
                <a:gdLst/>
                <a:ahLst/>
                <a:cxnLst/>
                <a:rect l="l" t="t" r="r" b="b"/>
                <a:pathLst>
                  <a:path w="307" h="4057" extrusionOk="0">
                    <a:moveTo>
                      <a:pt x="245" y="1"/>
                    </a:moveTo>
                    <a:cubicBezTo>
                      <a:pt x="241" y="1"/>
                      <a:pt x="237" y="1"/>
                      <a:pt x="237" y="5"/>
                    </a:cubicBezTo>
                    <a:cubicBezTo>
                      <a:pt x="237" y="9"/>
                      <a:pt x="111" y="473"/>
                      <a:pt x="53" y="1197"/>
                    </a:cubicBezTo>
                    <a:cubicBezTo>
                      <a:pt x="1" y="1868"/>
                      <a:pt x="1" y="2906"/>
                      <a:pt x="294" y="4053"/>
                    </a:cubicBezTo>
                    <a:cubicBezTo>
                      <a:pt x="294" y="4057"/>
                      <a:pt x="297" y="4057"/>
                      <a:pt x="297" y="4057"/>
                    </a:cubicBezTo>
                    <a:lnTo>
                      <a:pt x="302" y="4057"/>
                    </a:lnTo>
                    <a:cubicBezTo>
                      <a:pt x="302" y="4057"/>
                      <a:pt x="306" y="4053"/>
                      <a:pt x="302" y="4053"/>
                    </a:cubicBezTo>
                    <a:cubicBezTo>
                      <a:pt x="9" y="2906"/>
                      <a:pt x="9" y="1868"/>
                      <a:pt x="62" y="1197"/>
                    </a:cubicBezTo>
                    <a:cubicBezTo>
                      <a:pt x="119" y="473"/>
                      <a:pt x="245" y="13"/>
                      <a:pt x="245" y="9"/>
                    </a:cubicBezTo>
                    <a:lnTo>
                      <a:pt x="245" y="1"/>
                    </a:ln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2"/>
              <p:cNvSpPr/>
              <p:nvPr/>
            </p:nvSpPr>
            <p:spPr>
              <a:xfrm>
                <a:off x="6315283" y="974323"/>
                <a:ext cx="30433" cy="135013"/>
              </a:xfrm>
              <a:custGeom>
                <a:avLst/>
                <a:gdLst/>
                <a:ahLst/>
                <a:cxnLst/>
                <a:rect l="l" t="t" r="r" b="b"/>
                <a:pathLst>
                  <a:path w="314" h="1393" extrusionOk="0">
                    <a:moveTo>
                      <a:pt x="0" y="1"/>
                    </a:moveTo>
                    <a:lnTo>
                      <a:pt x="0" y="1"/>
                    </a:lnTo>
                    <a:cubicBezTo>
                      <a:pt x="25" y="29"/>
                      <a:pt x="54" y="58"/>
                      <a:pt x="82" y="86"/>
                    </a:cubicBezTo>
                    <a:cubicBezTo>
                      <a:pt x="139" y="440"/>
                      <a:pt x="155" y="709"/>
                      <a:pt x="159" y="908"/>
                    </a:cubicBezTo>
                    <a:lnTo>
                      <a:pt x="159" y="936"/>
                    </a:lnTo>
                    <a:cubicBezTo>
                      <a:pt x="159" y="1188"/>
                      <a:pt x="127" y="1327"/>
                      <a:pt x="107" y="1392"/>
                    </a:cubicBezTo>
                    <a:lnTo>
                      <a:pt x="233" y="1392"/>
                    </a:lnTo>
                    <a:cubicBezTo>
                      <a:pt x="233" y="1392"/>
                      <a:pt x="314" y="672"/>
                      <a:pt x="167" y="86"/>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p:cNvSpPr/>
              <p:nvPr/>
            </p:nvSpPr>
            <p:spPr>
              <a:xfrm>
                <a:off x="6177267" y="2189134"/>
                <a:ext cx="265076" cy="55246"/>
              </a:xfrm>
              <a:custGeom>
                <a:avLst/>
                <a:gdLst/>
                <a:ahLst/>
                <a:cxnLst/>
                <a:rect l="l" t="t" r="r" b="b"/>
                <a:pathLst>
                  <a:path w="2735" h="570" extrusionOk="0">
                    <a:moveTo>
                      <a:pt x="62" y="0"/>
                    </a:moveTo>
                    <a:cubicBezTo>
                      <a:pt x="57" y="0"/>
                      <a:pt x="57" y="0"/>
                      <a:pt x="53" y="4"/>
                    </a:cubicBezTo>
                    <a:cubicBezTo>
                      <a:pt x="53" y="4"/>
                      <a:pt x="1" y="293"/>
                      <a:pt x="21" y="468"/>
                    </a:cubicBezTo>
                    <a:cubicBezTo>
                      <a:pt x="371" y="554"/>
                      <a:pt x="1168" y="569"/>
                      <a:pt x="1771" y="569"/>
                    </a:cubicBezTo>
                    <a:cubicBezTo>
                      <a:pt x="2194" y="569"/>
                      <a:pt x="2515" y="562"/>
                      <a:pt x="2523" y="562"/>
                    </a:cubicBezTo>
                    <a:cubicBezTo>
                      <a:pt x="2528" y="562"/>
                      <a:pt x="2528" y="562"/>
                      <a:pt x="2528" y="558"/>
                    </a:cubicBezTo>
                    <a:cubicBezTo>
                      <a:pt x="2528" y="554"/>
                      <a:pt x="2528" y="554"/>
                      <a:pt x="2523" y="554"/>
                    </a:cubicBezTo>
                    <a:cubicBezTo>
                      <a:pt x="2516" y="554"/>
                      <a:pt x="2200" y="562"/>
                      <a:pt x="1788" y="562"/>
                    </a:cubicBezTo>
                    <a:cubicBezTo>
                      <a:pt x="1186" y="562"/>
                      <a:pt x="379" y="545"/>
                      <a:pt x="29" y="460"/>
                    </a:cubicBezTo>
                    <a:cubicBezTo>
                      <a:pt x="9" y="301"/>
                      <a:pt x="57" y="45"/>
                      <a:pt x="62" y="8"/>
                    </a:cubicBezTo>
                    <a:cubicBezTo>
                      <a:pt x="125" y="20"/>
                      <a:pt x="851" y="134"/>
                      <a:pt x="1687" y="134"/>
                    </a:cubicBezTo>
                    <a:cubicBezTo>
                      <a:pt x="2029" y="134"/>
                      <a:pt x="2389" y="115"/>
                      <a:pt x="2731" y="62"/>
                    </a:cubicBezTo>
                    <a:lnTo>
                      <a:pt x="2735" y="57"/>
                    </a:lnTo>
                    <a:cubicBezTo>
                      <a:pt x="2735" y="53"/>
                      <a:pt x="2731" y="53"/>
                      <a:pt x="2727" y="53"/>
                    </a:cubicBezTo>
                    <a:cubicBezTo>
                      <a:pt x="2389" y="106"/>
                      <a:pt x="2031" y="125"/>
                      <a:pt x="1692" y="125"/>
                    </a:cubicBezTo>
                    <a:cubicBezTo>
                      <a:pt x="822" y="125"/>
                      <a:pt x="71"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p:cNvSpPr/>
              <p:nvPr/>
            </p:nvSpPr>
            <p:spPr>
              <a:xfrm>
                <a:off x="6371691" y="2551450"/>
                <a:ext cx="144023" cy="230385"/>
              </a:xfrm>
              <a:custGeom>
                <a:avLst/>
                <a:gdLst/>
                <a:ahLst/>
                <a:cxnLst/>
                <a:rect l="l" t="t" r="r" b="b"/>
                <a:pathLst>
                  <a:path w="1486" h="2377" extrusionOk="0">
                    <a:moveTo>
                      <a:pt x="90" y="1"/>
                    </a:moveTo>
                    <a:cubicBezTo>
                      <a:pt x="90" y="1"/>
                      <a:pt x="77" y="17"/>
                      <a:pt x="53" y="42"/>
                    </a:cubicBezTo>
                    <a:cubicBezTo>
                      <a:pt x="49" y="46"/>
                      <a:pt x="45" y="50"/>
                      <a:pt x="45" y="54"/>
                    </a:cubicBezTo>
                    <a:cubicBezTo>
                      <a:pt x="33" y="66"/>
                      <a:pt x="17" y="86"/>
                      <a:pt x="0" y="102"/>
                    </a:cubicBezTo>
                    <a:cubicBezTo>
                      <a:pt x="0" y="102"/>
                      <a:pt x="928" y="388"/>
                      <a:pt x="1168" y="583"/>
                    </a:cubicBezTo>
                    <a:cubicBezTo>
                      <a:pt x="1217" y="1095"/>
                      <a:pt x="1074" y="2010"/>
                      <a:pt x="1014" y="2376"/>
                    </a:cubicBezTo>
                    <a:lnTo>
                      <a:pt x="1087" y="2372"/>
                    </a:lnTo>
                    <a:lnTo>
                      <a:pt x="1408" y="2372"/>
                    </a:lnTo>
                    <a:cubicBezTo>
                      <a:pt x="1412" y="2372"/>
                      <a:pt x="1416" y="2369"/>
                      <a:pt x="1416" y="2369"/>
                    </a:cubicBezTo>
                    <a:lnTo>
                      <a:pt x="1420" y="2369"/>
                    </a:lnTo>
                    <a:cubicBezTo>
                      <a:pt x="1420" y="2369"/>
                      <a:pt x="1485" y="1209"/>
                      <a:pt x="1465" y="538"/>
                    </a:cubicBezTo>
                    <a:lnTo>
                      <a:pt x="1465" y="489"/>
                    </a:lnTo>
                    <a:cubicBezTo>
                      <a:pt x="1465" y="457"/>
                      <a:pt x="1461" y="424"/>
                      <a:pt x="1461" y="395"/>
                    </a:cubicBezTo>
                    <a:cubicBezTo>
                      <a:pt x="1290" y="326"/>
                      <a:pt x="1087" y="249"/>
                      <a:pt x="883" y="183"/>
                    </a:cubicBezTo>
                    <a:cubicBezTo>
                      <a:pt x="858" y="176"/>
                      <a:pt x="834" y="168"/>
                      <a:pt x="810" y="159"/>
                    </a:cubicBezTo>
                    <a:cubicBezTo>
                      <a:pt x="794" y="155"/>
                      <a:pt x="781" y="151"/>
                      <a:pt x="766" y="147"/>
                    </a:cubicBezTo>
                    <a:cubicBezTo>
                      <a:pt x="761" y="147"/>
                      <a:pt x="757" y="143"/>
                      <a:pt x="753" y="143"/>
                    </a:cubicBezTo>
                    <a:cubicBezTo>
                      <a:pt x="729" y="135"/>
                      <a:pt x="704" y="127"/>
                      <a:pt x="680" y="123"/>
                    </a:cubicBezTo>
                    <a:cubicBezTo>
                      <a:pt x="672" y="119"/>
                      <a:pt x="659" y="119"/>
                      <a:pt x="651" y="115"/>
                    </a:cubicBezTo>
                    <a:cubicBezTo>
                      <a:pt x="623" y="106"/>
                      <a:pt x="595" y="102"/>
                      <a:pt x="570" y="95"/>
                    </a:cubicBezTo>
                    <a:cubicBezTo>
                      <a:pt x="565" y="95"/>
                      <a:pt x="562" y="91"/>
                      <a:pt x="558" y="91"/>
                    </a:cubicBezTo>
                    <a:cubicBezTo>
                      <a:pt x="481" y="74"/>
                      <a:pt x="407" y="58"/>
                      <a:pt x="338" y="42"/>
                    </a:cubicBezTo>
                    <a:cubicBezTo>
                      <a:pt x="314" y="37"/>
                      <a:pt x="289" y="33"/>
                      <a:pt x="265" y="29"/>
                    </a:cubicBezTo>
                    <a:cubicBezTo>
                      <a:pt x="253" y="25"/>
                      <a:pt x="236" y="25"/>
                      <a:pt x="224" y="21"/>
                    </a:cubicBezTo>
                    <a:lnTo>
                      <a:pt x="220" y="21"/>
                    </a:lnTo>
                    <a:cubicBezTo>
                      <a:pt x="208" y="17"/>
                      <a:pt x="195" y="17"/>
                      <a:pt x="184" y="13"/>
                    </a:cubicBezTo>
                    <a:cubicBezTo>
                      <a:pt x="167" y="13"/>
                      <a:pt x="155" y="9"/>
                      <a:pt x="139" y="9"/>
                    </a:cubicBezTo>
                    <a:cubicBezTo>
                      <a:pt x="131" y="5"/>
                      <a:pt x="126" y="5"/>
                      <a:pt x="118" y="5"/>
                    </a:cubicBezTo>
                    <a:cubicBezTo>
                      <a:pt x="110" y="1"/>
                      <a:pt x="98" y="1"/>
                      <a:pt x="90" y="1"/>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p:cNvSpPr/>
              <p:nvPr/>
            </p:nvSpPr>
            <p:spPr>
              <a:xfrm>
                <a:off x="6200528" y="1739225"/>
                <a:ext cx="226017" cy="73080"/>
              </a:xfrm>
              <a:custGeom>
                <a:avLst/>
                <a:gdLst/>
                <a:ahLst/>
                <a:cxnLst/>
                <a:rect l="l" t="t" r="r" b="b"/>
                <a:pathLst>
                  <a:path w="2332" h="754" extrusionOk="0">
                    <a:moveTo>
                      <a:pt x="2331" y="1"/>
                    </a:moveTo>
                    <a:lnTo>
                      <a:pt x="2006" y="485"/>
                    </a:lnTo>
                    <a:lnTo>
                      <a:pt x="1" y="753"/>
                    </a:lnTo>
                    <a:lnTo>
                      <a:pt x="2202" y="680"/>
                    </a:lnTo>
                    <a:lnTo>
                      <a:pt x="23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p:cNvSpPr/>
              <p:nvPr/>
            </p:nvSpPr>
            <p:spPr>
              <a:xfrm>
                <a:off x="5830289" y="1739225"/>
                <a:ext cx="148385" cy="1156576"/>
              </a:xfrm>
              <a:custGeom>
                <a:avLst/>
                <a:gdLst/>
                <a:ahLst/>
                <a:cxnLst/>
                <a:rect l="l" t="t" r="r" b="b"/>
                <a:pathLst>
                  <a:path w="1531" h="11933" extrusionOk="0">
                    <a:moveTo>
                      <a:pt x="689" y="1"/>
                    </a:moveTo>
                    <a:cubicBezTo>
                      <a:pt x="591" y="61"/>
                      <a:pt x="420" y="175"/>
                      <a:pt x="420" y="228"/>
                    </a:cubicBezTo>
                    <a:cubicBezTo>
                      <a:pt x="420" y="232"/>
                      <a:pt x="424" y="237"/>
                      <a:pt x="424" y="241"/>
                    </a:cubicBezTo>
                    <a:cubicBezTo>
                      <a:pt x="453" y="298"/>
                      <a:pt x="534" y="301"/>
                      <a:pt x="550" y="301"/>
                    </a:cubicBezTo>
                    <a:cubicBezTo>
                      <a:pt x="550" y="301"/>
                      <a:pt x="509" y="339"/>
                      <a:pt x="469" y="387"/>
                    </a:cubicBezTo>
                    <a:cubicBezTo>
                      <a:pt x="432" y="436"/>
                      <a:pt x="396" y="493"/>
                      <a:pt x="391" y="542"/>
                    </a:cubicBezTo>
                    <a:cubicBezTo>
                      <a:pt x="391" y="546"/>
                      <a:pt x="396" y="549"/>
                      <a:pt x="396" y="554"/>
                    </a:cubicBezTo>
                    <a:cubicBezTo>
                      <a:pt x="412" y="652"/>
                      <a:pt x="530" y="716"/>
                      <a:pt x="530" y="716"/>
                    </a:cubicBezTo>
                    <a:cubicBezTo>
                      <a:pt x="530" y="716"/>
                      <a:pt x="586" y="1604"/>
                      <a:pt x="586" y="2917"/>
                    </a:cubicBezTo>
                    <a:cubicBezTo>
                      <a:pt x="586" y="4244"/>
                      <a:pt x="530" y="6009"/>
                      <a:pt x="302" y="7746"/>
                    </a:cubicBezTo>
                    <a:cubicBezTo>
                      <a:pt x="302" y="7746"/>
                      <a:pt x="34" y="8223"/>
                      <a:pt x="5" y="8600"/>
                    </a:cubicBezTo>
                    <a:cubicBezTo>
                      <a:pt x="0" y="8634"/>
                      <a:pt x="0" y="8674"/>
                      <a:pt x="0" y="8722"/>
                    </a:cubicBezTo>
                    <a:cubicBezTo>
                      <a:pt x="0" y="9130"/>
                      <a:pt x="74" y="10057"/>
                      <a:pt x="74" y="10667"/>
                    </a:cubicBezTo>
                    <a:cubicBezTo>
                      <a:pt x="74" y="10846"/>
                      <a:pt x="70" y="10996"/>
                      <a:pt x="54" y="11099"/>
                    </a:cubicBezTo>
                    <a:cubicBezTo>
                      <a:pt x="111" y="11159"/>
                      <a:pt x="201" y="11229"/>
                      <a:pt x="306" y="11302"/>
                    </a:cubicBezTo>
                    <a:cubicBezTo>
                      <a:pt x="505" y="11436"/>
                      <a:pt x="782" y="11587"/>
                      <a:pt x="1079" y="11729"/>
                    </a:cubicBezTo>
                    <a:cubicBezTo>
                      <a:pt x="1226" y="11798"/>
                      <a:pt x="1376" y="11867"/>
                      <a:pt x="1530" y="11933"/>
                    </a:cubicBezTo>
                    <a:cubicBezTo>
                      <a:pt x="1376" y="11538"/>
                      <a:pt x="1071" y="10688"/>
                      <a:pt x="952" y="9878"/>
                    </a:cubicBezTo>
                    <a:cubicBezTo>
                      <a:pt x="798" y="8780"/>
                      <a:pt x="952" y="712"/>
                      <a:pt x="952" y="712"/>
                    </a:cubicBezTo>
                    <a:cubicBezTo>
                      <a:pt x="952" y="712"/>
                      <a:pt x="497" y="635"/>
                      <a:pt x="460" y="574"/>
                    </a:cubicBezTo>
                    <a:cubicBezTo>
                      <a:pt x="428" y="517"/>
                      <a:pt x="672" y="257"/>
                      <a:pt x="672" y="257"/>
                    </a:cubicBezTo>
                    <a:cubicBezTo>
                      <a:pt x="672" y="257"/>
                      <a:pt x="485" y="249"/>
                      <a:pt x="485" y="208"/>
                    </a:cubicBezTo>
                    <a:cubicBezTo>
                      <a:pt x="485" y="172"/>
                      <a:pt x="689" y="1"/>
                      <a:pt x="6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2"/>
              <p:cNvSpPr/>
              <p:nvPr/>
            </p:nvSpPr>
            <p:spPr>
              <a:xfrm>
                <a:off x="5859947" y="2834533"/>
                <a:ext cx="75016" cy="41483"/>
              </a:xfrm>
              <a:custGeom>
                <a:avLst/>
                <a:gdLst/>
                <a:ahLst/>
                <a:cxnLst/>
                <a:rect l="l" t="t" r="r" b="b"/>
                <a:pathLst>
                  <a:path w="774" h="428" extrusionOk="0">
                    <a:moveTo>
                      <a:pt x="0" y="1"/>
                    </a:moveTo>
                    <a:cubicBezTo>
                      <a:pt x="199" y="135"/>
                      <a:pt x="476" y="286"/>
                      <a:pt x="773" y="428"/>
                    </a:cubicBezTo>
                    <a:cubicBezTo>
                      <a:pt x="476" y="286"/>
                      <a:pt x="199" y="135"/>
                      <a:pt x="0" y="1"/>
                    </a:cubicBezTo>
                    <a:close/>
                  </a:path>
                </a:pathLst>
              </a:custGeom>
              <a:solidFill>
                <a:srgbClr val="4E6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2"/>
              <p:cNvSpPr/>
              <p:nvPr/>
            </p:nvSpPr>
            <p:spPr>
              <a:xfrm>
                <a:off x="5846863" y="2174887"/>
                <a:ext cx="95563" cy="342040"/>
              </a:xfrm>
              <a:custGeom>
                <a:avLst/>
                <a:gdLst/>
                <a:ahLst/>
                <a:cxnLst/>
                <a:rect l="l" t="t" r="r" b="b"/>
                <a:pathLst>
                  <a:path w="986" h="3529" extrusionOk="0">
                    <a:moveTo>
                      <a:pt x="208" y="1"/>
                    </a:moveTo>
                    <a:lnTo>
                      <a:pt x="208" y="1"/>
                    </a:lnTo>
                    <a:cubicBezTo>
                      <a:pt x="220" y="761"/>
                      <a:pt x="0" y="3394"/>
                      <a:pt x="0" y="3394"/>
                    </a:cubicBezTo>
                    <a:lnTo>
                      <a:pt x="867" y="3528"/>
                    </a:lnTo>
                    <a:cubicBezTo>
                      <a:pt x="867" y="3528"/>
                      <a:pt x="985" y="990"/>
                      <a:pt x="928" y="70"/>
                    </a:cubicBezTo>
                    <a:cubicBezTo>
                      <a:pt x="359" y="57"/>
                      <a:pt x="208" y="1"/>
                      <a:pt x="2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2"/>
              <p:cNvSpPr/>
              <p:nvPr/>
            </p:nvSpPr>
            <p:spPr>
              <a:xfrm>
                <a:off x="5866247" y="2171785"/>
                <a:ext cx="74144" cy="35571"/>
              </a:xfrm>
              <a:custGeom>
                <a:avLst/>
                <a:gdLst/>
                <a:ahLst/>
                <a:cxnLst/>
                <a:rect l="l" t="t" r="r" b="b"/>
                <a:pathLst>
                  <a:path w="765" h="367" extrusionOk="0">
                    <a:moveTo>
                      <a:pt x="12" y="8"/>
                    </a:moveTo>
                    <a:lnTo>
                      <a:pt x="757" y="70"/>
                    </a:lnTo>
                    <a:lnTo>
                      <a:pt x="757" y="358"/>
                    </a:lnTo>
                    <a:lnTo>
                      <a:pt x="12" y="265"/>
                    </a:lnTo>
                    <a:lnTo>
                      <a:pt x="12" y="8"/>
                    </a:lnTo>
                    <a:close/>
                    <a:moveTo>
                      <a:pt x="4" y="1"/>
                    </a:moveTo>
                    <a:lnTo>
                      <a:pt x="4" y="5"/>
                    </a:lnTo>
                    <a:lnTo>
                      <a:pt x="1" y="269"/>
                    </a:lnTo>
                    <a:cubicBezTo>
                      <a:pt x="1" y="273"/>
                      <a:pt x="4" y="273"/>
                      <a:pt x="4" y="273"/>
                    </a:cubicBezTo>
                    <a:lnTo>
                      <a:pt x="761" y="367"/>
                    </a:lnTo>
                    <a:lnTo>
                      <a:pt x="765" y="363"/>
                    </a:lnTo>
                    <a:lnTo>
                      <a:pt x="765" y="65"/>
                    </a:lnTo>
                    <a:cubicBezTo>
                      <a:pt x="765" y="61"/>
                      <a:pt x="761" y="57"/>
                      <a:pt x="761" y="57"/>
                    </a:cubicBezTo>
                    <a:lnTo>
                      <a:pt x="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2"/>
              <p:cNvSpPr/>
              <p:nvPr/>
            </p:nvSpPr>
            <p:spPr>
              <a:xfrm>
                <a:off x="5874098" y="1665565"/>
                <a:ext cx="520945" cy="63581"/>
              </a:xfrm>
              <a:custGeom>
                <a:avLst/>
                <a:gdLst/>
                <a:ahLst/>
                <a:cxnLst/>
                <a:rect l="l" t="t" r="r" b="b"/>
                <a:pathLst>
                  <a:path w="5375" h="656" extrusionOk="0">
                    <a:moveTo>
                      <a:pt x="1" y="0"/>
                    </a:moveTo>
                    <a:lnTo>
                      <a:pt x="192" y="480"/>
                    </a:lnTo>
                    <a:cubicBezTo>
                      <a:pt x="908" y="606"/>
                      <a:pt x="1563" y="655"/>
                      <a:pt x="2152" y="655"/>
                    </a:cubicBezTo>
                    <a:cubicBezTo>
                      <a:pt x="4000" y="655"/>
                      <a:pt x="5171" y="167"/>
                      <a:pt x="5374" y="0"/>
                    </a:cubicBezTo>
                    <a:lnTo>
                      <a:pt x="5374" y="0"/>
                    </a:lnTo>
                    <a:cubicBezTo>
                      <a:pt x="4390" y="317"/>
                      <a:pt x="3463" y="423"/>
                      <a:pt x="2665" y="423"/>
                    </a:cubicBezTo>
                    <a:cubicBezTo>
                      <a:pt x="1075" y="423"/>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2"/>
              <p:cNvSpPr/>
              <p:nvPr/>
            </p:nvSpPr>
            <p:spPr>
              <a:xfrm>
                <a:off x="6098470" y="2903153"/>
                <a:ext cx="160112" cy="1626553"/>
              </a:xfrm>
              <a:custGeom>
                <a:avLst/>
                <a:gdLst/>
                <a:ahLst/>
                <a:cxnLst/>
                <a:rect l="l" t="t" r="r" b="b"/>
                <a:pathLst>
                  <a:path w="1652" h="16782" extrusionOk="0">
                    <a:moveTo>
                      <a:pt x="301" y="1"/>
                    </a:moveTo>
                    <a:lnTo>
                      <a:pt x="1375" y="4045"/>
                    </a:lnTo>
                    <a:lnTo>
                      <a:pt x="834" y="7364"/>
                    </a:lnTo>
                    <a:cubicBezTo>
                      <a:pt x="834" y="7364"/>
                      <a:pt x="0" y="8841"/>
                      <a:pt x="802" y="16781"/>
                    </a:cubicBezTo>
                    <a:cubicBezTo>
                      <a:pt x="866" y="16757"/>
                      <a:pt x="936" y="16725"/>
                      <a:pt x="1005" y="16696"/>
                    </a:cubicBezTo>
                    <a:cubicBezTo>
                      <a:pt x="1001" y="16595"/>
                      <a:pt x="997" y="16488"/>
                      <a:pt x="997" y="16375"/>
                    </a:cubicBezTo>
                    <a:cubicBezTo>
                      <a:pt x="997" y="14670"/>
                      <a:pt x="1489" y="11387"/>
                      <a:pt x="1603" y="10448"/>
                    </a:cubicBezTo>
                    <a:cubicBezTo>
                      <a:pt x="1632" y="10200"/>
                      <a:pt x="1651" y="9943"/>
                      <a:pt x="1651" y="9683"/>
                    </a:cubicBezTo>
                    <a:cubicBezTo>
                      <a:pt x="1651" y="8869"/>
                      <a:pt x="1481" y="8015"/>
                      <a:pt x="1009" y="7368"/>
                    </a:cubicBezTo>
                    <a:cubicBezTo>
                      <a:pt x="1152" y="6486"/>
                      <a:pt x="1432" y="4594"/>
                      <a:pt x="1623" y="3296"/>
                    </a:cubicBezTo>
                    <a:cubicBezTo>
                      <a:pt x="1306" y="1925"/>
                      <a:pt x="1095" y="273"/>
                      <a:pt x="1095" y="273"/>
                    </a:cubicBezTo>
                    <a:cubicBezTo>
                      <a:pt x="578" y="147"/>
                      <a:pt x="301" y="1"/>
                      <a:pt x="3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2"/>
              <p:cNvSpPr/>
              <p:nvPr/>
            </p:nvSpPr>
            <p:spPr>
              <a:xfrm>
                <a:off x="6038089" y="1362686"/>
                <a:ext cx="90039" cy="1540971"/>
              </a:xfrm>
              <a:custGeom>
                <a:avLst/>
                <a:gdLst/>
                <a:ahLst/>
                <a:cxnLst/>
                <a:rect l="l" t="t" r="r" b="b"/>
                <a:pathLst>
                  <a:path w="929" h="15899" extrusionOk="0">
                    <a:moveTo>
                      <a:pt x="4" y="1"/>
                    </a:moveTo>
                    <a:lnTo>
                      <a:pt x="1" y="5"/>
                    </a:lnTo>
                    <a:cubicBezTo>
                      <a:pt x="269" y="1335"/>
                      <a:pt x="875" y="2535"/>
                      <a:pt x="900" y="2579"/>
                    </a:cubicBezTo>
                    <a:cubicBezTo>
                      <a:pt x="505" y="6265"/>
                      <a:pt x="530" y="9691"/>
                      <a:pt x="623" y="11912"/>
                    </a:cubicBezTo>
                    <a:cubicBezTo>
                      <a:pt x="721" y="14320"/>
                      <a:pt x="916" y="15878"/>
                      <a:pt x="920" y="15895"/>
                    </a:cubicBezTo>
                    <a:cubicBezTo>
                      <a:pt x="920" y="15895"/>
                      <a:pt x="920" y="15899"/>
                      <a:pt x="924" y="15899"/>
                    </a:cubicBezTo>
                    <a:cubicBezTo>
                      <a:pt x="928" y="15899"/>
                      <a:pt x="928" y="15895"/>
                      <a:pt x="928" y="15895"/>
                    </a:cubicBezTo>
                    <a:cubicBezTo>
                      <a:pt x="928" y="15878"/>
                      <a:pt x="733" y="14320"/>
                      <a:pt x="631" y="11912"/>
                    </a:cubicBezTo>
                    <a:cubicBezTo>
                      <a:pt x="541" y="9691"/>
                      <a:pt x="513" y="6265"/>
                      <a:pt x="908" y="2579"/>
                    </a:cubicBezTo>
                    <a:lnTo>
                      <a:pt x="908" y="2575"/>
                    </a:lnTo>
                    <a:cubicBezTo>
                      <a:pt x="904" y="2564"/>
                      <a:pt x="282" y="1351"/>
                      <a:pt x="9" y="5"/>
                    </a:cubicBezTo>
                    <a:cubicBezTo>
                      <a:pt x="9" y="1"/>
                      <a:pt x="9" y="1"/>
                      <a:pt x="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2"/>
              <p:cNvSpPr/>
              <p:nvPr/>
            </p:nvSpPr>
            <p:spPr>
              <a:xfrm>
                <a:off x="6226213" y="2927577"/>
                <a:ext cx="315475" cy="20644"/>
              </a:xfrm>
              <a:custGeom>
                <a:avLst/>
                <a:gdLst/>
                <a:ahLst/>
                <a:cxnLst/>
                <a:rect l="l" t="t" r="r" b="b"/>
                <a:pathLst>
                  <a:path w="3255" h="213" extrusionOk="0">
                    <a:moveTo>
                      <a:pt x="3255" y="1"/>
                    </a:moveTo>
                    <a:lnTo>
                      <a:pt x="3255" y="1"/>
                    </a:lnTo>
                    <a:cubicBezTo>
                      <a:pt x="3223" y="8"/>
                      <a:pt x="3192" y="15"/>
                      <a:pt x="3161" y="21"/>
                    </a:cubicBezTo>
                    <a:lnTo>
                      <a:pt x="3174" y="21"/>
                    </a:lnTo>
                    <a:cubicBezTo>
                      <a:pt x="3189" y="17"/>
                      <a:pt x="3206" y="13"/>
                      <a:pt x="3222" y="9"/>
                    </a:cubicBezTo>
                    <a:cubicBezTo>
                      <a:pt x="3234" y="5"/>
                      <a:pt x="3247" y="5"/>
                      <a:pt x="3255" y="1"/>
                    </a:cubicBezTo>
                    <a:close/>
                    <a:moveTo>
                      <a:pt x="3161" y="21"/>
                    </a:moveTo>
                    <a:cubicBezTo>
                      <a:pt x="3160" y="21"/>
                      <a:pt x="3159" y="21"/>
                      <a:pt x="3158" y="22"/>
                    </a:cubicBezTo>
                    <a:lnTo>
                      <a:pt x="3158" y="22"/>
                    </a:lnTo>
                    <a:cubicBezTo>
                      <a:pt x="3159" y="22"/>
                      <a:pt x="3160" y="21"/>
                      <a:pt x="3161" y="21"/>
                    </a:cubicBezTo>
                    <a:close/>
                    <a:moveTo>
                      <a:pt x="1" y="74"/>
                    </a:moveTo>
                    <a:lnTo>
                      <a:pt x="1" y="74"/>
                    </a:lnTo>
                    <a:cubicBezTo>
                      <a:pt x="29" y="79"/>
                      <a:pt x="60" y="85"/>
                      <a:pt x="93" y="91"/>
                    </a:cubicBezTo>
                    <a:lnTo>
                      <a:pt x="93" y="91"/>
                    </a:lnTo>
                    <a:cubicBezTo>
                      <a:pt x="59" y="84"/>
                      <a:pt x="28" y="77"/>
                      <a:pt x="1" y="74"/>
                    </a:cubicBezTo>
                    <a:close/>
                    <a:moveTo>
                      <a:pt x="93" y="91"/>
                    </a:moveTo>
                    <a:cubicBezTo>
                      <a:pt x="98" y="92"/>
                      <a:pt x="104" y="93"/>
                      <a:pt x="110" y="94"/>
                    </a:cubicBezTo>
                    <a:cubicBezTo>
                      <a:pt x="123" y="98"/>
                      <a:pt x="138" y="98"/>
                      <a:pt x="155" y="102"/>
                    </a:cubicBezTo>
                    <a:lnTo>
                      <a:pt x="163" y="102"/>
                    </a:lnTo>
                    <a:cubicBezTo>
                      <a:pt x="139" y="99"/>
                      <a:pt x="116" y="95"/>
                      <a:pt x="93" y="91"/>
                    </a:cubicBezTo>
                    <a:close/>
                    <a:moveTo>
                      <a:pt x="3158" y="22"/>
                    </a:moveTo>
                    <a:cubicBezTo>
                      <a:pt x="2989" y="58"/>
                      <a:pt x="2826" y="88"/>
                      <a:pt x="2666" y="113"/>
                    </a:cubicBezTo>
                    <a:lnTo>
                      <a:pt x="2666" y="113"/>
                    </a:lnTo>
                    <a:cubicBezTo>
                      <a:pt x="2823" y="89"/>
                      <a:pt x="2984" y="59"/>
                      <a:pt x="3149" y="25"/>
                    </a:cubicBezTo>
                    <a:cubicBezTo>
                      <a:pt x="3152" y="25"/>
                      <a:pt x="3155" y="23"/>
                      <a:pt x="3158" y="22"/>
                    </a:cubicBezTo>
                    <a:close/>
                    <a:moveTo>
                      <a:pt x="375" y="140"/>
                    </a:moveTo>
                    <a:cubicBezTo>
                      <a:pt x="459" y="151"/>
                      <a:pt x="543" y="160"/>
                      <a:pt x="631" y="172"/>
                    </a:cubicBezTo>
                    <a:lnTo>
                      <a:pt x="635" y="172"/>
                    </a:lnTo>
                    <a:cubicBezTo>
                      <a:pt x="543" y="160"/>
                      <a:pt x="459" y="151"/>
                      <a:pt x="375" y="140"/>
                    </a:cubicBezTo>
                    <a:close/>
                    <a:moveTo>
                      <a:pt x="2666" y="113"/>
                    </a:moveTo>
                    <a:cubicBezTo>
                      <a:pt x="2209" y="183"/>
                      <a:pt x="1789" y="213"/>
                      <a:pt x="1407" y="213"/>
                    </a:cubicBezTo>
                    <a:cubicBezTo>
                      <a:pt x="1787" y="213"/>
                      <a:pt x="2208" y="184"/>
                      <a:pt x="2666" y="113"/>
                    </a:cubicBezTo>
                    <a:close/>
                  </a:path>
                </a:pathLst>
              </a:custGeom>
              <a:solidFill>
                <a:srgbClr val="C5BF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p:cNvSpPr/>
              <p:nvPr/>
            </p:nvSpPr>
            <p:spPr>
              <a:xfrm>
                <a:off x="6204502" y="2777446"/>
                <a:ext cx="388455" cy="186576"/>
              </a:xfrm>
              <a:custGeom>
                <a:avLst/>
                <a:gdLst/>
                <a:ahLst/>
                <a:cxnLst/>
                <a:rect l="l" t="t" r="r" b="b"/>
                <a:pathLst>
                  <a:path w="4008" h="1925" extrusionOk="0">
                    <a:moveTo>
                      <a:pt x="4008" y="0"/>
                    </a:moveTo>
                    <a:lnTo>
                      <a:pt x="3479" y="1550"/>
                    </a:lnTo>
                    <a:cubicBezTo>
                      <a:pt x="2787" y="1705"/>
                      <a:pt x="2168" y="1762"/>
                      <a:pt x="1631" y="1762"/>
                    </a:cubicBezTo>
                    <a:cubicBezTo>
                      <a:pt x="1363" y="1762"/>
                      <a:pt x="1115" y="1745"/>
                      <a:pt x="891" y="1724"/>
                    </a:cubicBezTo>
                    <a:lnTo>
                      <a:pt x="887" y="1724"/>
                    </a:lnTo>
                    <a:lnTo>
                      <a:pt x="884" y="1721"/>
                    </a:lnTo>
                    <a:lnTo>
                      <a:pt x="859" y="1721"/>
                    </a:lnTo>
                    <a:cubicBezTo>
                      <a:pt x="765" y="1709"/>
                      <a:pt x="679" y="1700"/>
                      <a:pt x="595" y="1688"/>
                    </a:cubicBezTo>
                    <a:cubicBezTo>
                      <a:pt x="574" y="1684"/>
                      <a:pt x="554" y="1681"/>
                      <a:pt x="533" y="1676"/>
                    </a:cubicBezTo>
                    <a:cubicBezTo>
                      <a:pt x="505" y="1672"/>
                      <a:pt x="473" y="1668"/>
                      <a:pt x="444" y="1664"/>
                    </a:cubicBezTo>
                    <a:cubicBezTo>
                      <a:pt x="435" y="1660"/>
                      <a:pt x="432" y="1660"/>
                      <a:pt x="424" y="1660"/>
                    </a:cubicBezTo>
                    <a:lnTo>
                      <a:pt x="420" y="1660"/>
                    </a:lnTo>
                    <a:cubicBezTo>
                      <a:pt x="407" y="1656"/>
                      <a:pt x="395" y="1656"/>
                      <a:pt x="387" y="1651"/>
                    </a:cubicBezTo>
                    <a:lnTo>
                      <a:pt x="379" y="1651"/>
                    </a:lnTo>
                    <a:cubicBezTo>
                      <a:pt x="362" y="1647"/>
                      <a:pt x="347" y="1647"/>
                      <a:pt x="334" y="1643"/>
                    </a:cubicBezTo>
                    <a:cubicBezTo>
                      <a:pt x="294" y="1636"/>
                      <a:pt x="257" y="1627"/>
                      <a:pt x="225" y="1623"/>
                    </a:cubicBezTo>
                    <a:cubicBezTo>
                      <a:pt x="208" y="1619"/>
                      <a:pt x="191" y="1615"/>
                      <a:pt x="176" y="1611"/>
                    </a:cubicBezTo>
                    <a:cubicBezTo>
                      <a:pt x="163" y="1607"/>
                      <a:pt x="151" y="1607"/>
                      <a:pt x="139" y="1602"/>
                    </a:cubicBezTo>
                    <a:cubicBezTo>
                      <a:pt x="90" y="1591"/>
                      <a:pt x="45" y="1583"/>
                      <a:pt x="1" y="1570"/>
                    </a:cubicBezTo>
                    <a:lnTo>
                      <a:pt x="1" y="1570"/>
                    </a:lnTo>
                    <a:cubicBezTo>
                      <a:pt x="25" y="1583"/>
                      <a:pt x="802" y="1925"/>
                      <a:pt x="2173" y="1925"/>
                    </a:cubicBezTo>
                    <a:cubicBezTo>
                      <a:pt x="2665" y="1925"/>
                      <a:pt x="3235" y="1880"/>
                      <a:pt x="3873" y="1762"/>
                    </a:cubicBezTo>
                    <a:lnTo>
                      <a:pt x="40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2"/>
              <p:cNvSpPr/>
              <p:nvPr/>
            </p:nvSpPr>
            <p:spPr>
              <a:xfrm>
                <a:off x="6287370" y="2777446"/>
                <a:ext cx="305589" cy="166804"/>
              </a:xfrm>
              <a:custGeom>
                <a:avLst/>
                <a:gdLst/>
                <a:ahLst/>
                <a:cxnLst/>
                <a:rect l="l" t="t" r="r" b="b"/>
                <a:pathLst>
                  <a:path w="3153" h="1721" extrusionOk="0">
                    <a:moveTo>
                      <a:pt x="20" y="1721"/>
                    </a:moveTo>
                    <a:lnTo>
                      <a:pt x="20" y="1721"/>
                    </a:lnTo>
                    <a:lnTo>
                      <a:pt x="25" y="1721"/>
                    </a:lnTo>
                    <a:lnTo>
                      <a:pt x="25" y="1721"/>
                    </a:lnTo>
                    <a:lnTo>
                      <a:pt x="20" y="1721"/>
                    </a:lnTo>
                    <a:close/>
                    <a:moveTo>
                      <a:pt x="12" y="1721"/>
                    </a:moveTo>
                    <a:lnTo>
                      <a:pt x="12" y="1721"/>
                    </a:lnTo>
                    <a:lnTo>
                      <a:pt x="16" y="1721"/>
                    </a:lnTo>
                    <a:lnTo>
                      <a:pt x="16" y="1721"/>
                    </a:lnTo>
                    <a:lnTo>
                      <a:pt x="12" y="1721"/>
                    </a:lnTo>
                    <a:close/>
                    <a:moveTo>
                      <a:pt x="4" y="1721"/>
                    </a:moveTo>
                    <a:lnTo>
                      <a:pt x="4" y="1721"/>
                    </a:lnTo>
                    <a:lnTo>
                      <a:pt x="8" y="1721"/>
                    </a:lnTo>
                    <a:lnTo>
                      <a:pt x="8" y="1721"/>
                    </a:lnTo>
                    <a:lnTo>
                      <a:pt x="4" y="1721"/>
                    </a:lnTo>
                    <a:close/>
                    <a:moveTo>
                      <a:pt x="0" y="1721"/>
                    </a:moveTo>
                    <a:lnTo>
                      <a:pt x="0" y="1721"/>
                    </a:lnTo>
                    <a:lnTo>
                      <a:pt x="4" y="1721"/>
                    </a:lnTo>
                    <a:lnTo>
                      <a:pt x="4" y="1721"/>
                    </a:lnTo>
                    <a:lnTo>
                      <a:pt x="0" y="1721"/>
                    </a:lnTo>
                    <a:close/>
                    <a:moveTo>
                      <a:pt x="2530" y="1570"/>
                    </a:moveTo>
                    <a:cubicBezTo>
                      <a:pt x="2526" y="1570"/>
                      <a:pt x="2522" y="1574"/>
                      <a:pt x="2518" y="1574"/>
                    </a:cubicBezTo>
                    <a:cubicBezTo>
                      <a:pt x="2522" y="1574"/>
                      <a:pt x="2526" y="1570"/>
                      <a:pt x="2530" y="1570"/>
                    </a:cubicBezTo>
                    <a:close/>
                    <a:moveTo>
                      <a:pt x="2591" y="1558"/>
                    </a:moveTo>
                    <a:cubicBezTo>
                      <a:pt x="2575" y="1562"/>
                      <a:pt x="2558" y="1566"/>
                      <a:pt x="2543" y="1570"/>
                    </a:cubicBezTo>
                    <a:cubicBezTo>
                      <a:pt x="2558" y="1566"/>
                      <a:pt x="2575" y="1562"/>
                      <a:pt x="2591" y="1558"/>
                    </a:cubicBezTo>
                    <a:close/>
                    <a:moveTo>
                      <a:pt x="2591" y="1558"/>
                    </a:moveTo>
                    <a:lnTo>
                      <a:pt x="2591" y="1558"/>
                    </a:lnTo>
                    <a:lnTo>
                      <a:pt x="2591" y="1558"/>
                    </a:lnTo>
                    <a:close/>
                    <a:moveTo>
                      <a:pt x="3153" y="0"/>
                    </a:moveTo>
                    <a:lnTo>
                      <a:pt x="2624" y="1550"/>
                    </a:lnTo>
                    <a:lnTo>
                      <a:pt x="2624" y="1550"/>
                    </a:lnTo>
                    <a:lnTo>
                      <a:pt x="2624" y="1550"/>
                    </a:lnTo>
                    <a:lnTo>
                      <a:pt x="3153" y="0"/>
                    </a:lnTo>
                    <a:close/>
                  </a:path>
                </a:pathLst>
              </a:custGeom>
              <a:solidFill>
                <a:srgbClr val="B4B6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2"/>
              <p:cNvSpPr/>
              <p:nvPr/>
            </p:nvSpPr>
            <p:spPr>
              <a:xfrm>
                <a:off x="6287758" y="2944151"/>
                <a:ext cx="2423" cy="97"/>
              </a:xfrm>
              <a:custGeom>
                <a:avLst/>
                <a:gdLst/>
                <a:ahLst/>
                <a:cxnLst/>
                <a:rect l="l" t="t" r="r" b="b"/>
                <a:pathLst>
                  <a:path w="25" h="1" extrusionOk="0">
                    <a:moveTo>
                      <a:pt x="21" y="1"/>
                    </a:moveTo>
                    <a:lnTo>
                      <a:pt x="25" y="1"/>
                    </a:lnTo>
                    <a:lnTo>
                      <a:pt x="21" y="1"/>
                    </a:lnTo>
                    <a:lnTo>
                      <a:pt x="21" y="1"/>
                    </a:lnTo>
                    <a:close/>
                    <a:moveTo>
                      <a:pt x="12" y="1"/>
                    </a:moveTo>
                    <a:lnTo>
                      <a:pt x="16" y="1"/>
                    </a:lnTo>
                    <a:lnTo>
                      <a:pt x="16" y="1"/>
                    </a:lnTo>
                    <a:lnTo>
                      <a:pt x="12" y="1"/>
                    </a:lnTo>
                    <a:lnTo>
                      <a:pt x="12" y="1"/>
                    </a:lnTo>
                    <a:close/>
                    <a:moveTo>
                      <a:pt x="4" y="1"/>
                    </a:moveTo>
                    <a:lnTo>
                      <a:pt x="8" y="1"/>
                    </a:lnTo>
                    <a:lnTo>
                      <a:pt x="8" y="1"/>
                    </a:lnTo>
                    <a:lnTo>
                      <a:pt x="4" y="1"/>
                    </a:lnTo>
                    <a:lnTo>
                      <a:pt x="4" y="1"/>
                    </a:lnTo>
                    <a:close/>
                    <a:moveTo>
                      <a:pt x="0" y="1"/>
                    </a:moveTo>
                    <a:lnTo>
                      <a:pt x="0" y="1"/>
                    </a:lnTo>
                    <a:lnTo>
                      <a:pt x="0" y="1"/>
                    </a:lnTo>
                    <a:lnTo>
                      <a:pt x="0" y="1"/>
                    </a:lnTo>
                    <a:lnTo>
                      <a:pt x="0" y="1"/>
                    </a:lnTo>
                    <a:lnTo>
                      <a:pt x="0" y="1"/>
                    </a:lnTo>
                    <a:close/>
                  </a:path>
                </a:pathLst>
              </a:custGeom>
              <a:solidFill>
                <a:srgbClr val="4858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2"/>
              <p:cNvSpPr/>
              <p:nvPr/>
            </p:nvSpPr>
            <p:spPr>
              <a:xfrm>
                <a:off x="6290471" y="2944538"/>
                <a:ext cx="72205" cy="3683"/>
              </a:xfrm>
              <a:custGeom>
                <a:avLst/>
                <a:gdLst/>
                <a:ahLst/>
                <a:cxnLst/>
                <a:rect l="l" t="t" r="r" b="b"/>
                <a:pathLst>
                  <a:path w="745" h="38" extrusionOk="0">
                    <a:moveTo>
                      <a:pt x="4" y="0"/>
                    </a:moveTo>
                    <a:lnTo>
                      <a:pt x="4" y="0"/>
                    </a:lnTo>
                    <a:cubicBezTo>
                      <a:pt x="228" y="21"/>
                      <a:pt x="476" y="38"/>
                      <a:pt x="744" y="38"/>
                    </a:cubicBezTo>
                    <a:cubicBezTo>
                      <a:pt x="476" y="38"/>
                      <a:pt x="228" y="21"/>
                      <a:pt x="4" y="0"/>
                    </a:cubicBezTo>
                    <a:close/>
                    <a:moveTo>
                      <a:pt x="0" y="0"/>
                    </a:moveTo>
                    <a:lnTo>
                      <a:pt x="0" y="0"/>
                    </a:lnTo>
                    <a:lnTo>
                      <a:pt x="0" y="0"/>
                    </a:lnTo>
                    <a:close/>
                  </a:path>
                </a:pathLst>
              </a:custGeom>
              <a:solidFill>
                <a:srgbClr val="B4B6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2"/>
              <p:cNvSpPr/>
              <p:nvPr/>
            </p:nvSpPr>
            <p:spPr>
              <a:xfrm>
                <a:off x="6290471" y="2944538"/>
                <a:ext cx="485" cy="97"/>
              </a:xfrm>
              <a:custGeom>
                <a:avLst/>
                <a:gdLst/>
                <a:ahLst/>
                <a:cxnLst/>
                <a:rect l="l" t="t" r="r" b="b"/>
                <a:pathLst>
                  <a:path w="5" h="1" extrusionOk="0">
                    <a:moveTo>
                      <a:pt x="0" y="0"/>
                    </a:moveTo>
                    <a:lnTo>
                      <a:pt x="4" y="0"/>
                    </a:lnTo>
                    <a:lnTo>
                      <a:pt x="4" y="0"/>
                    </a:lnTo>
                    <a:lnTo>
                      <a:pt x="0" y="0"/>
                    </a:lnTo>
                    <a:close/>
                  </a:path>
                </a:pathLst>
              </a:custGeom>
              <a:solidFill>
                <a:srgbClr val="4858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2"/>
              <p:cNvSpPr/>
              <p:nvPr/>
            </p:nvSpPr>
            <p:spPr>
              <a:xfrm>
                <a:off x="6471423" y="2898113"/>
                <a:ext cx="267015" cy="1671816"/>
              </a:xfrm>
              <a:custGeom>
                <a:avLst/>
                <a:gdLst/>
                <a:ahLst/>
                <a:cxnLst/>
                <a:rect l="l" t="t" r="r" b="b"/>
                <a:pathLst>
                  <a:path w="2755" h="17249" extrusionOk="0">
                    <a:moveTo>
                      <a:pt x="1876" y="0"/>
                    </a:moveTo>
                    <a:lnTo>
                      <a:pt x="1876" y="0"/>
                    </a:lnTo>
                    <a:cubicBezTo>
                      <a:pt x="1799" y="24"/>
                      <a:pt x="1729" y="32"/>
                      <a:pt x="1684" y="32"/>
                    </a:cubicBezTo>
                    <a:lnTo>
                      <a:pt x="1583" y="680"/>
                    </a:lnTo>
                    <a:lnTo>
                      <a:pt x="1738" y="744"/>
                    </a:lnTo>
                    <a:lnTo>
                      <a:pt x="1254" y="5862"/>
                    </a:lnTo>
                    <a:lnTo>
                      <a:pt x="0" y="6224"/>
                    </a:lnTo>
                    <a:lnTo>
                      <a:pt x="1254" y="6224"/>
                    </a:lnTo>
                    <a:cubicBezTo>
                      <a:pt x="1254" y="6224"/>
                      <a:pt x="1791" y="7021"/>
                      <a:pt x="1921" y="8331"/>
                    </a:cubicBezTo>
                    <a:cubicBezTo>
                      <a:pt x="1290" y="9845"/>
                      <a:pt x="1123" y="10419"/>
                      <a:pt x="1123" y="10419"/>
                    </a:cubicBezTo>
                    <a:cubicBezTo>
                      <a:pt x="1123" y="10419"/>
                      <a:pt x="1603" y="12005"/>
                      <a:pt x="1921" y="14352"/>
                    </a:cubicBezTo>
                    <a:cubicBezTo>
                      <a:pt x="2104" y="15552"/>
                      <a:pt x="554" y="16236"/>
                      <a:pt x="554" y="16382"/>
                    </a:cubicBezTo>
                    <a:cubicBezTo>
                      <a:pt x="554" y="16399"/>
                      <a:pt x="566" y="16403"/>
                      <a:pt x="586" y="16403"/>
                    </a:cubicBezTo>
                    <a:cubicBezTo>
                      <a:pt x="672" y="16403"/>
                      <a:pt x="912" y="16301"/>
                      <a:pt x="1168" y="16199"/>
                    </a:cubicBezTo>
                    <a:cubicBezTo>
                      <a:pt x="1421" y="16093"/>
                      <a:pt x="1693" y="15992"/>
                      <a:pt x="1844" y="15992"/>
                    </a:cubicBezTo>
                    <a:cubicBezTo>
                      <a:pt x="1885" y="15992"/>
                      <a:pt x="1913" y="15999"/>
                      <a:pt x="1933" y="16012"/>
                    </a:cubicBezTo>
                    <a:cubicBezTo>
                      <a:pt x="2140" y="16162"/>
                      <a:pt x="1307" y="16858"/>
                      <a:pt x="171" y="17199"/>
                    </a:cubicBezTo>
                    <a:cubicBezTo>
                      <a:pt x="269" y="17220"/>
                      <a:pt x="371" y="17233"/>
                      <a:pt x="469" y="17244"/>
                    </a:cubicBezTo>
                    <a:lnTo>
                      <a:pt x="473" y="17244"/>
                    </a:lnTo>
                    <a:cubicBezTo>
                      <a:pt x="509" y="17244"/>
                      <a:pt x="546" y="17248"/>
                      <a:pt x="586" y="17248"/>
                    </a:cubicBezTo>
                    <a:lnTo>
                      <a:pt x="708" y="17248"/>
                    </a:lnTo>
                    <a:cubicBezTo>
                      <a:pt x="1050" y="17244"/>
                      <a:pt x="1530" y="17184"/>
                      <a:pt x="2173" y="16996"/>
                    </a:cubicBezTo>
                    <a:cubicBezTo>
                      <a:pt x="2189" y="16992"/>
                      <a:pt x="2206" y="16985"/>
                      <a:pt x="2226" y="16980"/>
                    </a:cubicBezTo>
                    <a:cubicBezTo>
                      <a:pt x="2251" y="16972"/>
                      <a:pt x="2275" y="16964"/>
                      <a:pt x="2300" y="16960"/>
                    </a:cubicBezTo>
                    <a:lnTo>
                      <a:pt x="2303" y="16955"/>
                    </a:lnTo>
                    <a:cubicBezTo>
                      <a:pt x="2315" y="16951"/>
                      <a:pt x="2328" y="16951"/>
                      <a:pt x="2340" y="16947"/>
                    </a:cubicBezTo>
                    <a:cubicBezTo>
                      <a:pt x="2384" y="16931"/>
                      <a:pt x="2429" y="16919"/>
                      <a:pt x="2474" y="16903"/>
                    </a:cubicBezTo>
                    <a:cubicBezTo>
                      <a:pt x="2514" y="16891"/>
                      <a:pt x="2551" y="16878"/>
                      <a:pt x="2592" y="16863"/>
                    </a:cubicBezTo>
                    <a:lnTo>
                      <a:pt x="2754" y="15548"/>
                    </a:lnTo>
                    <a:lnTo>
                      <a:pt x="2514" y="15438"/>
                    </a:lnTo>
                    <a:cubicBezTo>
                      <a:pt x="2514" y="15438"/>
                      <a:pt x="2311" y="9523"/>
                      <a:pt x="2311" y="8327"/>
                    </a:cubicBezTo>
                    <a:cubicBezTo>
                      <a:pt x="2307" y="7127"/>
                      <a:pt x="1502" y="5879"/>
                      <a:pt x="1502" y="5879"/>
                    </a:cubicBezTo>
                    <a:cubicBezTo>
                      <a:pt x="1502" y="5879"/>
                      <a:pt x="1831" y="1594"/>
                      <a:pt x="18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2"/>
              <p:cNvSpPr/>
              <p:nvPr/>
            </p:nvSpPr>
            <p:spPr>
              <a:xfrm>
                <a:off x="6528219" y="4541413"/>
                <a:ext cx="166509" cy="28495"/>
              </a:xfrm>
              <a:custGeom>
                <a:avLst/>
                <a:gdLst/>
                <a:ahLst/>
                <a:cxnLst/>
                <a:rect l="l" t="t" r="r" b="b"/>
                <a:pathLst>
                  <a:path w="1718" h="294" extrusionOk="0">
                    <a:moveTo>
                      <a:pt x="86" y="293"/>
                    </a:moveTo>
                    <a:lnTo>
                      <a:pt x="78" y="293"/>
                    </a:lnTo>
                    <a:lnTo>
                      <a:pt x="78" y="293"/>
                    </a:lnTo>
                    <a:lnTo>
                      <a:pt x="86" y="293"/>
                    </a:lnTo>
                    <a:close/>
                    <a:moveTo>
                      <a:pt x="122" y="293"/>
                    </a:moveTo>
                    <a:lnTo>
                      <a:pt x="110" y="293"/>
                    </a:lnTo>
                    <a:lnTo>
                      <a:pt x="122" y="293"/>
                    </a:lnTo>
                    <a:close/>
                    <a:moveTo>
                      <a:pt x="13" y="293"/>
                    </a:moveTo>
                    <a:lnTo>
                      <a:pt x="78" y="293"/>
                    </a:lnTo>
                    <a:lnTo>
                      <a:pt x="13" y="293"/>
                    </a:lnTo>
                    <a:close/>
                    <a:moveTo>
                      <a:pt x="9" y="293"/>
                    </a:moveTo>
                    <a:lnTo>
                      <a:pt x="13" y="293"/>
                    </a:lnTo>
                    <a:lnTo>
                      <a:pt x="9" y="293"/>
                    </a:lnTo>
                    <a:close/>
                    <a:moveTo>
                      <a:pt x="0" y="293"/>
                    </a:moveTo>
                    <a:lnTo>
                      <a:pt x="9" y="293"/>
                    </a:lnTo>
                    <a:lnTo>
                      <a:pt x="0" y="293"/>
                    </a:lnTo>
                    <a:close/>
                    <a:moveTo>
                      <a:pt x="1587" y="41"/>
                    </a:moveTo>
                    <a:lnTo>
                      <a:pt x="1587" y="41"/>
                    </a:lnTo>
                    <a:lnTo>
                      <a:pt x="1587" y="41"/>
                    </a:lnTo>
                    <a:close/>
                    <a:moveTo>
                      <a:pt x="1640" y="25"/>
                    </a:moveTo>
                    <a:lnTo>
                      <a:pt x="1640" y="25"/>
                    </a:lnTo>
                    <a:lnTo>
                      <a:pt x="1640" y="25"/>
                    </a:lnTo>
                    <a:close/>
                    <a:moveTo>
                      <a:pt x="1717" y="0"/>
                    </a:moveTo>
                    <a:lnTo>
                      <a:pt x="1714" y="5"/>
                    </a:lnTo>
                    <a:close/>
                  </a:path>
                </a:pathLst>
              </a:custGeom>
              <a:solidFill>
                <a:srgbClr val="1600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2"/>
              <p:cNvSpPr/>
              <p:nvPr/>
            </p:nvSpPr>
            <p:spPr>
              <a:xfrm>
                <a:off x="6279035" y="3010348"/>
                <a:ext cx="119987" cy="384201"/>
              </a:xfrm>
              <a:custGeom>
                <a:avLst/>
                <a:gdLst/>
                <a:ahLst/>
                <a:cxnLst/>
                <a:rect l="l" t="t" r="r" b="b"/>
                <a:pathLst>
                  <a:path w="1238" h="3964" extrusionOk="0">
                    <a:moveTo>
                      <a:pt x="0" y="1"/>
                    </a:moveTo>
                    <a:lnTo>
                      <a:pt x="0" y="1"/>
                    </a:lnTo>
                    <a:cubicBezTo>
                      <a:pt x="0" y="2"/>
                      <a:pt x="33" y="2211"/>
                      <a:pt x="1237" y="3964"/>
                    </a:cubicBezTo>
                    <a:cubicBezTo>
                      <a:pt x="1022" y="3056"/>
                      <a:pt x="1038" y="534"/>
                      <a:pt x="1038" y="534"/>
                    </a:cubicBezTo>
                    <a:lnTo>
                      <a:pt x="1038" y="534"/>
                    </a:lnTo>
                    <a:lnTo>
                      <a:pt x="562" y="1136"/>
                    </a:lnTo>
                    <a:cubicBezTo>
                      <a:pt x="562" y="1136"/>
                      <a:pt x="53" y="485"/>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2"/>
              <p:cNvSpPr/>
              <p:nvPr/>
            </p:nvSpPr>
            <p:spPr>
              <a:xfrm>
                <a:off x="5891059" y="3215821"/>
                <a:ext cx="108163" cy="297455"/>
              </a:xfrm>
              <a:custGeom>
                <a:avLst/>
                <a:gdLst/>
                <a:ahLst/>
                <a:cxnLst/>
                <a:rect l="l" t="t" r="r" b="b"/>
                <a:pathLst>
                  <a:path w="1116" h="3069" extrusionOk="0">
                    <a:moveTo>
                      <a:pt x="0" y="1"/>
                    </a:moveTo>
                    <a:lnTo>
                      <a:pt x="359" y="2832"/>
                    </a:lnTo>
                    <a:lnTo>
                      <a:pt x="1115" y="3068"/>
                    </a:lnTo>
                    <a:lnTo>
                      <a:pt x="716" y="2669"/>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2"/>
              <p:cNvSpPr/>
              <p:nvPr/>
            </p:nvSpPr>
            <p:spPr>
              <a:xfrm>
                <a:off x="5935643" y="3982371"/>
                <a:ext cx="89554" cy="351829"/>
              </a:xfrm>
              <a:custGeom>
                <a:avLst/>
                <a:gdLst/>
                <a:ahLst/>
                <a:cxnLst/>
                <a:rect l="l" t="t" r="r" b="b"/>
                <a:pathLst>
                  <a:path w="924" h="3630" extrusionOk="0">
                    <a:moveTo>
                      <a:pt x="0" y="0"/>
                    </a:moveTo>
                    <a:lnTo>
                      <a:pt x="8" y="2872"/>
                    </a:lnTo>
                    <a:cubicBezTo>
                      <a:pt x="25" y="2901"/>
                      <a:pt x="32" y="2917"/>
                      <a:pt x="32" y="2917"/>
                    </a:cubicBezTo>
                    <a:lnTo>
                      <a:pt x="98" y="1530"/>
                    </a:lnTo>
                    <a:lnTo>
                      <a:pt x="924" y="3629"/>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2"/>
              <p:cNvSpPr/>
              <p:nvPr/>
            </p:nvSpPr>
            <p:spPr>
              <a:xfrm>
                <a:off x="6239200" y="570549"/>
                <a:ext cx="54857" cy="118439"/>
              </a:xfrm>
              <a:custGeom>
                <a:avLst/>
                <a:gdLst/>
                <a:ahLst/>
                <a:cxnLst/>
                <a:rect l="l" t="t" r="r" b="b"/>
                <a:pathLst>
                  <a:path w="566" h="1222" extrusionOk="0">
                    <a:moveTo>
                      <a:pt x="306" y="1"/>
                    </a:moveTo>
                    <a:cubicBezTo>
                      <a:pt x="302" y="1"/>
                      <a:pt x="297" y="1"/>
                      <a:pt x="293" y="5"/>
                    </a:cubicBezTo>
                    <a:cubicBezTo>
                      <a:pt x="289" y="9"/>
                      <a:pt x="289" y="13"/>
                      <a:pt x="293" y="17"/>
                    </a:cubicBezTo>
                    <a:cubicBezTo>
                      <a:pt x="297" y="17"/>
                      <a:pt x="546" y="237"/>
                      <a:pt x="522" y="542"/>
                    </a:cubicBezTo>
                    <a:cubicBezTo>
                      <a:pt x="505" y="778"/>
                      <a:pt x="330" y="1002"/>
                      <a:pt x="4" y="1205"/>
                    </a:cubicBezTo>
                    <a:cubicBezTo>
                      <a:pt x="0" y="1209"/>
                      <a:pt x="0" y="1213"/>
                      <a:pt x="0" y="1217"/>
                    </a:cubicBezTo>
                    <a:cubicBezTo>
                      <a:pt x="4" y="1221"/>
                      <a:pt x="9" y="1221"/>
                      <a:pt x="9" y="1221"/>
                    </a:cubicBezTo>
                    <a:lnTo>
                      <a:pt x="17" y="1221"/>
                    </a:lnTo>
                    <a:cubicBezTo>
                      <a:pt x="346" y="1013"/>
                      <a:pt x="522" y="786"/>
                      <a:pt x="541" y="542"/>
                    </a:cubicBezTo>
                    <a:cubicBezTo>
                      <a:pt x="566" y="228"/>
                      <a:pt x="310" y="5"/>
                      <a:pt x="3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2"/>
              <p:cNvSpPr/>
              <p:nvPr/>
            </p:nvSpPr>
            <p:spPr>
              <a:xfrm>
                <a:off x="6222627" y="578496"/>
                <a:ext cx="61641" cy="99733"/>
              </a:xfrm>
              <a:custGeom>
                <a:avLst/>
                <a:gdLst/>
                <a:ahLst/>
                <a:cxnLst/>
                <a:rect l="l" t="t" r="r" b="b"/>
                <a:pathLst>
                  <a:path w="636" h="1029" extrusionOk="0">
                    <a:moveTo>
                      <a:pt x="335" y="0"/>
                    </a:moveTo>
                    <a:cubicBezTo>
                      <a:pt x="303" y="0"/>
                      <a:pt x="271" y="7"/>
                      <a:pt x="241" y="20"/>
                    </a:cubicBezTo>
                    <a:cubicBezTo>
                      <a:pt x="78" y="94"/>
                      <a:pt x="4" y="346"/>
                      <a:pt x="0" y="358"/>
                    </a:cubicBezTo>
                    <a:cubicBezTo>
                      <a:pt x="0" y="362"/>
                      <a:pt x="0" y="366"/>
                      <a:pt x="4" y="370"/>
                    </a:cubicBezTo>
                    <a:cubicBezTo>
                      <a:pt x="13" y="370"/>
                      <a:pt x="17" y="366"/>
                      <a:pt x="17" y="362"/>
                    </a:cubicBezTo>
                    <a:cubicBezTo>
                      <a:pt x="17" y="362"/>
                      <a:pt x="90" y="110"/>
                      <a:pt x="248" y="37"/>
                    </a:cubicBezTo>
                    <a:cubicBezTo>
                      <a:pt x="274" y="24"/>
                      <a:pt x="302" y="18"/>
                      <a:pt x="330" y="18"/>
                    </a:cubicBezTo>
                    <a:cubicBezTo>
                      <a:pt x="365" y="18"/>
                      <a:pt x="402" y="27"/>
                      <a:pt x="440" y="45"/>
                    </a:cubicBezTo>
                    <a:cubicBezTo>
                      <a:pt x="509" y="73"/>
                      <a:pt x="586" y="183"/>
                      <a:pt x="603" y="338"/>
                    </a:cubicBezTo>
                    <a:cubicBezTo>
                      <a:pt x="619" y="476"/>
                      <a:pt x="586" y="749"/>
                      <a:pt x="229" y="1009"/>
                    </a:cubicBezTo>
                    <a:lnTo>
                      <a:pt x="192" y="952"/>
                    </a:lnTo>
                    <a:cubicBezTo>
                      <a:pt x="212" y="940"/>
                      <a:pt x="269" y="895"/>
                      <a:pt x="278" y="842"/>
                    </a:cubicBezTo>
                    <a:cubicBezTo>
                      <a:pt x="282" y="818"/>
                      <a:pt x="273" y="794"/>
                      <a:pt x="257" y="773"/>
                    </a:cubicBezTo>
                    <a:cubicBezTo>
                      <a:pt x="226" y="733"/>
                      <a:pt x="191" y="721"/>
                      <a:pt x="161" y="721"/>
                    </a:cubicBezTo>
                    <a:cubicBezTo>
                      <a:pt x="125" y="721"/>
                      <a:pt x="98" y="738"/>
                      <a:pt x="98" y="741"/>
                    </a:cubicBezTo>
                    <a:cubicBezTo>
                      <a:pt x="94" y="741"/>
                      <a:pt x="90" y="749"/>
                      <a:pt x="94" y="753"/>
                    </a:cubicBezTo>
                    <a:cubicBezTo>
                      <a:pt x="96" y="755"/>
                      <a:pt x="98" y="756"/>
                      <a:pt x="100" y="756"/>
                    </a:cubicBezTo>
                    <a:cubicBezTo>
                      <a:pt x="102" y="756"/>
                      <a:pt x="104" y="755"/>
                      <a:pt x="107" y="753"/>
                    </a:cubicBezTo>
                    <a:cubicBezTo>
                      <a:pt x="109" y="753"/>
                      <a:pt x="131" y="740"/>
                      <a:pt x="161" y="740"/>
                    </a:cubicBezTo>
                    <a:cubicBezTo>
                      <a:pt x="186" y="740"/>
                      <a:pt x="217" y="749"/>
                      <a:pt x="245" y="785"/>
                    </a:cubicBezTo>
                    <a:cubicBezTo>
                      <a:pt x="257" y="801"/>
                      <a:pt x="261" y="818"/>
                      <a:pt x="257" y="839"/>
                    </a:cubicBezTo>
                    <a:cubicBezTo>
                      <a:pt x="248" y="895"/>
                      <a:pt x="175" y="944"/>
                      <a:pt x="175" y="944"/>
                    </a:cubicBezTo>
                    <a:cubicBezTo>
                      <a:pt x="171" y="948"/>
                      <a:pt x="171" y="952"/>
                      <a:pt x="175" y="956"/>
                    </a:cubicBezTo>
                    <a:lnTo>
                      <a:pt x="220" y="1025"/>
                    </a:lnTo>
                    <a:cubicBezTo>
                      <a:pt x="220" y="1029"/>
                      <a:pt x="220" y="1029"/>
                      <a:pt x="224" y="1029"/>
                    </a:cubicBezTo>
                    <a:lnTo>
                      <a:pt x="233" y="1029"/>
                    </a:lnTo>
                    <a:cubicBezTo>
                      <a:pt x="607" y="760"/>
                      <a:pt x="635" y="480"/>
                      <a:pt x="623" y="334"/>
                    </a:cubicBezTo>
                    <a:cubicBezTo>
                      <a:pt x="603" y="167"/>
                      <a:pt x="517" y="58"/>
                      <a:pt x="449" y="28"/>
                    </a:cubicBezTo>
                    <a:cubicBezTo>
                      <a:pt x="410" y="9"/>
                      <a:pt x="372" y="0"/>
                      <a:pt x="335"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2"/>
              <p:cNvSpPr/>
              <p:nvPr/>
            </p:nvSpPr>
            <p:spPr>
              <a:xfrm>
                <a:off x="5900848" y="537498"/>
                <a:ext cx="111652" cy="338744"/>
              </a:xfrm>
              <a:custGeom>
                <a:avLst/>
                <a:gdLst/>
                <a:ahLst/>
                <a:cxnLst/>
                <a:rect l="l" t="t" r="r" b="b"/>
                <a:pathLst>
                  <a:path w="1152" h="3495" extrusionOk="0">
                    <a:moveTo>
                      <a:pt x="534" y="0"/>
                    </a:moveTo>
                    <a:lnTo>
                      <a:pt x="534" y="110"/>
                    </a:lnTo>
                    <a:lnTo>
                      <a:pt x="538" y="1091"/>
                    </a:lnTo>
                    <a:cubicBezTo>
                      <a:pt x="538" y="1091"/>
                      <a:pt x="1" y="1412"/>
                      <a:pt x="1152" y="3494"/>
                    </a:cubicBezTo>
                    <a:cubicBezTo>
                      <a:pt x="778" y="2803"/>
                      <a:pt x="303" y="1318"/>
                      <a:pt x="624" y="1159"/>
                    </a:cubicBezTo>
                    <a:cubicBezTo>
                      <a:pt x="530" y="907"/>
                      <a:pt x="591" y="8"/>
                      <a:pt x="591" y="8"/>
                    </a:cubicBezTo>
                    <a:cubicBezTo>
                      <a:pt x="591" y="8"/>
                      <a:pt x="571" y="4"/>
                      <a:pt x="534"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2"/>
              <p:cNvSpPr/>
              <p:nvPr/>
            </p:nvSpPr>
            <p:spPr>
              <a:xfrm>
                <a:off x="6571640" y="1193171"/>
                <a:ext cx="194809" cy="598981"/>
              </a:xfrm>
              <a:custGeom>
                <a:avLst/>
                <a:gdLst/>
                <a:ahLst/>
                <a:cxnLst/>
                <a:rect l="l" t="t" r="r" b="b"/>
                <a:pathLst>
                  <a:path w="2010" h="6180" extrusionOk="0">
                    <a:moveTo>
                      <a:pt x="16" y="0"/>
                    </a:moveTo>
                    <a:cubicBezTo>
                      <a:pt x="16" y="1"/>
                      <a:pt x="382" y="1737"/>
                      <a:pt x="476" y="2486"/>
                    </a:cubicBezTo>
                    <a:cubicBezTo>
                      <a:pt x="565" y="3218"/>
                      <a:pt x="21" y="4544"/>
                      <a:pt x="0" y="4585"/>
                    </a:cubicBezTo>
                    <a:cubicBezTo>
                      <a:pt x="8" y="4577"/>
                      <a:pt x="69" y="4480"/>
                      <a:pt x="862" y="3194"/>
                    </a:cubicBezTo>
                    <a:cubicBezTo>
                      <a:pt x="1281" y="3881"/>
                      <a:pt x="1501" y="4939"/>
                      <a:pt x="1672" y="6180"/>
                    </a:cubicBezTo>
                    <a:cubicBezTo>
                      <a:pt x="2009" y="3177"/>
                      <a:pt x="77" y="159"/>
                      <a:pt x="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2"/>
              <p:cNvSpPr/>
              <p:nvPr/>
            </p:nvSpPr>
            <p:spPr>
              <a:xfrm>
                <a:off x="6571640" y="1502641"/>
                <a:ext cx="162050" cy="289508"/>
              </a:xfrm>
              <a:custGeom>
                <a:avLst/>
                <a:gdLst/>
                <a:ahLst/>
                <a:cxnLst/>
                <a:rect l="l" t="t" r="r" b="b"/>
                <a:pathLst>
                  <a:path w="1672" h="2987" extrusionOk="0">
                    <a:moveTo>
                      <a:pt x="1" y="1392"/>
                    </a:moveTo>
                    <a:lnTo>
                      <a:pt x="1" y="1392"/>
                    </a:lnTo>
                    <a:cubicBezTo>
                      <a:pt x="0" y="1392"/>
                      <a:pt x="0" y="1392"/>
                      <a:pt x="0" y="1392"/>
                    </a:cubicBezTo>
                    <a:cubicBezTo>
                      <a:pt x="0" y="1392"/>
                      <a:pt x="1" y="1392"/>
                      <a:pt x="1" y="1392"/>
                    </a:cubicBezTo>
                    <a:close/>
                    <a:moveTo>
                      <a:pt x="862" y="1"/>
                    </a:moveTo>
                    <a:cubicBezTo>
                      <a:pt x="86" y="1260"/>
                      <a:pt x="11" y="1380"/>
                      <a:pt x="1" y="1392"/>
                    </a:cubicBezTo>
                    <a:lnTo>
                      <a:pt x="1" y="1392"/>
                    </a:lnTo>
                    <a:cubicBezTo>
                      <a:pt x="27" y="1362"/>
                      <a:pt x="676" y="607"/>
                      <a:pt x="854" y="123"/>
                    </a:cubicBezTo>
                    <a:cubicBezTo>
                      <a:pt x="1212" y="994"/>
                      <a:pt x="1513" y="2055"/>
                      <a:pt x="1672" y="2987"/>
                    </a:cubicBezTo>
                    <a:cubicBezTo>
                      <a:pt x="1501" y="1746"/>
                      <a:pt x="1281" y="688"/>
                      <a:pt x="8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2"/>
              <p:cNvSpPr/>
              <p:nvPr/>
            </p:nvSpPr>
            <p:spPr>
              <a:xfrm>
                <a:off x="6695408" y="1848068"/>
                <a:ext cx="85580" cy="355318"/>
              </a:xfrm>
              <a:custGeom>
                <a:avLst/>
                <a:gdLst/>
                <a:ahLst/>
                <a:cxnLst/>
                <a:rect l="l" t="t" r="r" b="b"/>
                <a:pathLst>
                  <a:path w="883" h="3666" extrusionOk="0">
                    <a:moveTo>
                      <a:pt x="432" y="1"/>
                    </a:moveTo>
                    <a:cubicBezTo>
                      <a:pt x="423" y="1"/>
                      <a:pt x="415" y="8"/>
                      <a:pt x="415" y="17"/>
                    </a:cubicBezTo>
                    <a:lnTo>
                      <a:pt x="415" y="338"/>
                    </a:lnTo>
                    <a:cubicBezTo>
                      <a:pt x="415" y="346"/>
                      <a:pt x="419" y="354"/>
                      <a:pt x="423" y="354"/>
                    </a:cubicBezTo>
                    <a:lnTo>
                      <a:pt x="843" y="582"/>
                    </a:lnTo>
                    <a:lnTo>
                      <a:pt x="765" y="936"/>
                    </a:lnTo>
                    <a:cubicBezTo>
                      <a:pt x="761" y="945"/>
                      <a:pt x="765" y="952"/>
                      <a:pt x="773" y="956"/>
                    </a:cubicBezTo>
                    <a:lnTo>
                      <a:pt x="843" y="989"/>
                    </a:lnTo>
                    <a:cubicBezTo>
                      <a:pt x="802" y="1135"/>
                      <a:pt x="460" y="2360"/>
                      <a:pt x="0" y="3641"/>
                    </a:cubicBezTo>
                    <a:cubicBezTo>
                      <a:pt x="0" y="3649"/>
                      <a:pt x="4" y="3662"/>
                      <a:pt x="13" y="3666"/>
                    </a:cubicBezTo>
                    <a:lnTo>
                      <a:pt x="21" y="3666"/>
                    </a:lnTo>
                    <a:cubicBezTo>
                      <a:pt x="25" y="3666"/>
                      <a:pt x="32" y="3662"/>
                      <a:pt x="37" y="3654"/>
                    </a:cubicBezTo>
                    <a:cubicBezTo>
                      <a:pt x="521" y="2295"/>
                      <a:pt x="879" y="997"/>
                      <a:pt x="879" y="985"/>
                    </a:cubicBezTo>
                    <a:cubicBezTo>
                      <a:pt x="883" y="977"/>
                      <a:pt x="879" y="969"/>
                      <a:pt x="871" y="964"/>
                    </a:cubicBezTo>
                    <a:lnTo>
                      <a:pt x="802" y="928"/>
                    </a:lnTo>
                    <a:lnTo>
                      <a:pt x="879" y="574"/>
                    </a:lnTo>
                    <a:cubicBezTo>
                      <a:pt x="883" y="566"/>
                      <a:pt x="879" y="558"/>
                      <a:pt x="871" y="554"/>
                    </a:cubicBezTo>
                    <a:lnTo>
                      <a:pt x="452" y="330"/>
                    </a:lnTo>
                    <a:lnTo>
                      <a:pt x="452" y="17"/>
                    </a:lnTo>
                    <a:cubicBezTo>
                      <a:pt x="452" y="8"/>
                      <a:pt x="443" y="1"/>
                      <a:pt x="4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2"/>
              <p:cNvSpPr/>
              <p:nvPr/>
            </p:nvSpPr>
            <p:spPr>
              <a:xfrm>
                <a:off x="6124445" y="1939077"/>
                <a:ext cx="338832" cy="140731"/>
              </a:xfrm>
              <a:custGeom>
                <a:avLst/>
                <a:gdLst/>
                <a:ahLst/>
                <a:cxnLst/>
                <a:rect l="l" t="t" r="r" b="b"/>
                <a:pathLst>
                  <a:path w="3496" h="1452" extrusionOk="0">
                    <a:moveTo>
                      <a:pt x="3495" y="1"/>
                    </a:moveTo>
                    <a:cubicBezTo>
                      <a:pt x="2543" y="1289"/>
                      <a:pt x="753" y="1396"/>
                      <a:pt x="181" y="1396"/>
                    </a:cubicBezTo>
                    <a:cubicBezTo>
                      <a:pt x="67" y="1396"/>
                      <a:pt x="1" y="1392"/>
                      <a:pt x="1" y="1392"/>
                    </a:cubicBezTo>
                    <a:lnTo>
                      <a:pt x="1" y="1392"/>
                    </a:lnTo>
                    <a:cubicBezTo>
                      <a:pt x="297" y="1433"/>
                      <a:pt x="572" y="1452"/>
                      <a:pt x="825" y="1452"/>
                    </a:cubicBezTo>
                    <a:cubicBezTo>
                      <a:pt x="2388" y="1452"/>
                      <a:pt x="3163" y="732"/>
                      <a:pt x="34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2"/>
              <p:cNvSpPr/>
              <p:nvPr/>
            </p:nvSpPr>
            <p:spPr>
              <a:xfrm>
                <a:off x="6032564" y="612031"/>
                <a:ext cx="71818" cy="25297"/>
              </a:xfrm>
              <a:custGeom>
                <a:avLst/>
                <a:gdLst/>
                <a:ahLst/>
                <a:cxnLst/>
                <a:rect l="l" t="t" r="r" b="b"/>
                <a:pathLst>
                  <a:path w="741" h="261" extrusionOk="0">
                    <a:moveTo>
                      <a:pt x="519" y="1"/>
                    </a:moveTo>
                    <a:cubicBezTo>
                      <a:pt x="468" y="1"/>
                      <a:pt x="421" y="5"/>
                      <a:pt x="379" y="12"/>
                    </a:cubicBezTo>
                    <a:cubicBezTo>
                      <a:pt x="273" y="24"/>
                      <a:pt x="196" y="57"/>
                      <a:pt x="140" y="93"/>
                    </a:cubicBezTo>
                    <a:cubicBezTo>
                      <a:pt x="70" y="138"/>
                      <a:pt x="29" y="187"/>
                      <a:pt x="13" y="211"/>
                    </a:cubicBezTo>
                    <a:cubicBezTo>
                      <a:pt x="5" y="224"/>
                      <a:pt x="1" y="232"/>
                      <a:pt x="1" y="232"/>
                    </a:cubicBezTo>
                    <a:cubicBezTo>
                      <a:pt x="1" y="232"/>
                      <a:pt x="66" y="249"/>
                      <a:pt x="176" y="256"/>
                    </a:cubicBezTo>
                    <a:cubicBezTo>
                      <a:pt x="208" y="259"/>
                      <a:pt x="245" y="261"/>
                      <a:pt x="287" y="261"/>
                    </a:cubicBezTo>
                    <a:cubicBezTo>
                      <a:pt x="318" y="261"/>
                      <a:pt x="351" y="260"/>
                      <a:pt x="388" y="256"/>
                    </a:cubicBezTo>
                    <a:cubicBezTo>
                      <a:pt x="452" y="252"/>
                      <a:pt x="530" y="249"/>
                      <a:pt x="615" y="232"/>
                    </a:cubicBezTo>
                    <a:cubicBezTo>
                      <a:pt x="677" y="179"/>
                      <a:pt x="705" y="134"/>
                      <a:pt x="720" y="102"/>
                    </a:cubicBezTo>
                    <a:cubicBezTo>
                      <a:pt x="741" y="48"/>
                      <a:pt x="729" y="20"/>
                      <a:pt x="729" y="20"/>
                    </a:cubicBezTo>
                    <a:cubicBezTo>
                      <a:pt x="651" y="7"/>
                      <a:pt x="582" y="1"/>
                      <a:pt x="5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2"/>
              <p:cNvSpPr/>
              <p:nvPr/>
            </p:nvSpPr>
            <p:spPr>
              <a:xfrm>
                <a:off x="6033727" y="597396"/>
                <a:ext cx="89263" cy="35183"/>
              </a:xfrm>
              <a:custGeom>
                <a:avLst/>
                <a:gdLst/>
                <a:ahLst/>
                <a:cxnLst/>
                <a:rect l="l" t="t" r="r" b="b"/>
                <a:pathLst>
                  <a:path w="921" h="363" extrusionOk="0">
                    <a:moveTo>
                      <a:pt x="631" y="0"/>
                    </a:moveTo>
                    <a:cubicBezTo>
                      <a:pt x="79" y="17"/>
                      <a:pt x="1" y="362"/>
                      <a:pt x="1" y="362"/>
                    </a:cubicBezTo>
                    <a:cubicBezTo>
                      <a:pt x="17" y="338"/>
                      <a:pt x="58" y="289"/>
                      <a:pt x="128" y="244"/>
                    </a:cubicBezTo>
                    <a:cubicBezTo>
                      <a:pt x="184" y="208"/>
                      <a:pt x="261" y="175"/>
                      <a:pt x="367" y="163"/>
                    </a:cubicBezTo>
                    <a:cubicBezTo>
                      <a:pt x="409" y="156"/>
                      <a:pt x="456" y="152"/>
                      <a:pt x="507" y="152"/>
                    </a:cubicBezTo>
                    <a:cubicBezTo>
                      <a:pt x="570" y="152"/>
                      <a:pt x="639" y="158"/>
                      <a:pt x="717" y="171"/>
                    </a:cubicBezTo>
                    <a:lnTo>
                      <a:pt x="920" y="220"/>
                    </a:lnTo>
                    <a:cubicBezTo>
                      <a:pt x="920" y="220"/>
                      <a:pt x="900" y="111"/>
                      <a:pt x="689" y="21"/>
                    </a:cubicBezTo>
                    <a:cubicBezTo>
                      <a:pt x="672" y="17"/>
                      <a:pt x="652" y="9"/>
                      <a:pt x="631"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2"/>
              <p:cNvSpPr/>
              <p:nvPr/>
            </p:nvSpPr>
            <p:spPr>
              <a:xfrm>
                <a:off x="6031013" y="610286"/>
                <a:ext cx="97114" cy="25878"/>
              </a:xfrm>
              <a:custGeom>
                <a:avLst/>
                <a:gdLst/>
                <a:ahLst/>
                <a:cxnLst/>
                <a:rect l="l" t="t" r="r" b="b"/>
                <a:pathLst>
                  <a:path w="1002" h="267" extrusionOk="0">
                    <a:moveTo>
                      <a:pt x="519" y="1"/>
                    </a:moveTo>
                    <a:cubicBezTo>
                      <a:pt x="257" y="1"/>
                      <a:pt x="119" y="97"/>
                      <a:pt x="53" y="169"/>
                    </a:cubicBezTo>
                    <a:cubicBezTo>
                      <a:pt x="17" y="209"/>
                      <a:pt x="4" y="237"/>
                      <a:pt x="0" y="242"/>
                    </a:cubicBezTo>
                    <a:lnTo>
                      <a:pt x="0" y="250"/>
                    </a:lnTo>
                    <a:cubicBezTo>
                      <a:pt x="0" y="258"/>
                      <a:pt x="4" y="262"/>
                      <a:pt x="9" y="267"/>
                    </a:cubicBezTo>
                    <a:lnTo>
                      <a:pt x="17" y="267"/>
                    </a:lnTo>
                    <a:cubicBezTo>
                      <a:pt x="25" y="267"/>
                      <a:pt x="34" y="267"/>
                      <a:pt x="34" y="258"/>
                    </a:cubicBezTo>
                    <a:cubicBezTo>
                      <a:pt x="37" y="255"/>
                      <a:pt x="140" y="37"/>
                      <a:pt x="528" y="37"/>
                    </a:cubicBezTo>
                    <a:cubicBezTo>
                      <a:pt x="648" y="37"/>
                      <a:pt x="794" y="58"/>
                      <a:pt x="973" y="111"/>
                    </a:cubicBezTo>
                    <a:cubicBezTo>
                      <a:pt x="975" y="112"/>
                      <a:pt x="977" y="112"/>
                      <a:pt x="979" y="112"/>
                    </a:cubicBezTo>
                    <a:cubicBezTo>
                      <a:pt x="988" y="112"/>
                      <a:pt x="994" y="106"/>
                      <a:pt x="997" y="100"/>
                    </a:cubicBezTo>
                    <a:cubicBezTo>
                      <a:pt x="1001" y="91"/>
                      <a:pt x="993" y="79"/>
                      <a:pt x="985" y="79"/>
                    </a:cubicBezTo>
                    <a:cubicBezTo>
                      <a:pt x="798" y="23"/>
                      <a:pt x="644" y="1"/>
                      <a:pt x="519" y="1"/>
                    </a:cubicBez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2"/>
              <p:cNvSpPr/>
              <p:nvPr/>
            </p:nvSpPr>
            <p:spPr>
              <a:xfrm>
                <a:off x="6045551" y="613194"/>
                <a:ext cx="28494" cy="24134"/>
              </a:xfrm>
              <a:custGeom>
                <a:avLst/>
                <a:gdLst/>
                <a:ahLst/>
                <a:cxnLst/>
                <a:rect l="l" t="t" r="r" b="b"/>
                <a:pathLst>
                  <a:path w="294" h="249" extrusionOk="0">
                    <a:moveTo>
                      <a:pt x="245" y="0"/>
                    </a:moveTo>
                    <a:cubicBezTo>
                      <a:pt x="139" y="12"/>
                      <a:pt x="62" y="45"/>
                      <a:pt x="6" y="81"/>
                    </a:cubicBezTo>
                    <a:cubicBezTo>
                      <a:pt x="1" y="94"/>
                      <a:pt x="1" y="110"/>
                      <a:pt x="1" y="126"/>
                    </a:cubicBezTo>
                    <a:cubicBezTo>
                      <a:pt x="1" y="171"/>
                      <a:pt x="13" y="216"/>
                      <a:pt x="42" y="244"/>
                    </a:cubicBezTo>
                    <a:cubicBezTo>
                      <a:pt x="74" y="247"/>
                      <a:pt x="111" y="249"/>
                      <a:pt x="153" y="249"/>
                    </a:cubicBezTo>
                    <a:cubicBezTo>
                      <a:pt x="184" y="249"/>
                      <a:pt x="217" y="248"/>
                      <a:pt x="254" y="244"/>
                    </a:cubicBezTo>
                    <a:cubicBezTo>
                      <a:pt x="278" y="216"/>
                      <a:pt x="294" y="171"/>
                      <a:pt x="294" y="126"/>
                    </a:cubicBezTo>
                    <a:cubicBezTo>
                      <a:pt x="294" y="73"/>
                      <a:pt x="274" y="29"/>
                      <a:pt x="245" y="0"/>
                    </a:cubicBez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2"/>
              <p:cNvSpPr/>
              <p:nvPr/>
            </p:nvSpPr>
            <p:spPr>
              <a:xfrm>
                <a:off x="6019577" y="556786"/>
                <a:ext cx="108841" cy="55246"/>
              </a:xfrm>
              <a:custGeom>
                <a:avLst/>
                <a:gdLst/>
                <a:ahLst/>
                <a:cxnLst/>
                <a:rect l="l" t="t" r="r" b="b"/>
                <a:pathLst>
                  <a:path w="1123" h="570" extrusionOk="0">
                    <a:moveTo>
                      <a:pt x="644" y="0"/>
                    </a:moveTo>
                    <a:lnTo>
                      <a:pt x="619" y="4"/>
                    </a:lnTo>
                    <a:cubicBezTo>
                      <a:pt x="562" y="8"/>
                      <a:pt x="501" y="25"/>
                      <a:pt x="444" y="45"/>
                    </a:cubicBezTo>
                    <a:cubicBezTo>
                      <a:pt x="330" y="90"/>
                      <a:pt x="229" y="167"/>
                      <a:pt x="155" y="261"/>
                    </a:cubicBezTo>
                    <a:cubicBezTo>
                      <a:pt x="139" y="277"/>
                      <a:pt x="127" y="297"/>
                      <a:pt x="111" y="318"/>
                    </a:cubicBezTo>
                    <a:cubicBezTo>
                      <a:pt x="107" y="322"/>
                      <a:pt x="107" y="330"/>
                      <a:pt x="103" y="334"/>
                    </a:cubicBezTo>
                    <a:cubicBezTo>
                      <a:pt x="86" y="359"/>
                      <a:pt x="70" y="383"/>
                      <a:pt x="58" y="407"/>
                    </a:cubicBezTo>
                    <a:cubicBezTo>
                      <a:pt x="54" y="419"/>
                      <a:pt x="45" y="436"/>
                      <a:pt x="41" y="447"/>
                    </a:cubicBezTo>
                    <a:cubicBezTo>
                      <a:pt x="33" y="460"/>
                      <a:pt x="29" y="477"/>
                      <a:pt x="25" y="488"/>
                    </a:cubicBezTo>
                    <a:cubicBezTo>
                      <a:pt x="13" y="517"/>
                      <a:pt x="5" y="541"/>
                      <a:pt x="0" y="570"/>
                    </a:cubicBezTo>
                    <a:cubicBezTo>
                      <a:pt x="9" y="558"/>
                      <a:pt x="17" y="541"/>
                      <a:pt x="25" y="526"/>
                    </a:cubicBezTo>
                    <a:cubicBezTo>
                      <a:pt x="78" y="444"/>
                      <a:pt x="139" y="370"/>
                      <a:pt x="208" y="310"/>
                    </a:cubicBezTo>
                    <a:cubicBezTo>
                      <a:pt x="285" y="237"/>
                      <a:pt x="379" y="179"/>
                      <a:pt x="481" y="143"/>
                    </a:cubicBezTo>
                    <a:cubicBezTo>
                      <a:pt x="561" y="115"/>
                      <a:pt x="649" y="105"/>
                      <a:pt x="740" y="105"/>
                    </a:cubicBezTo>
                    <a:cubicBezTo>
                      <a:pt x="755" y="105"/>
                      <a:pt x="771" y="105"/>
                      <a:pt x="786" y="106"/>
                    </a:cubicBezTo>
                    <a:lnTo>
                      <a:pt x="790" y="106"/>
                    </a:lnTo>
                    <a:cubicBezTo>
                      <a:pt x="847" y="111"/>
                      <a:pt x="899" y="118"/>
                      <a:pt x="957" y="122"/>
                    </a:cubicBezTo>
                    <a:cubicBezTo>
                      <a:pt x="981" y="126"/>
                      <a:pt x="1010" y="130"/>
                      <a:pt x="1038" y="135"/>
                    </a:cubicBezTo>
                    <a:cubicBezTo>
                      <a:pt x="1066" y="139"/>
                      <a:pt x="1095" y="143"/>
                      <a:pt x="1123" y="147"/>
                    </a:cubicBezTo>
                    <a:cubicBezTo>
                      <a:pt x="1103" y="130"/>
                      <a:pt x="1079" y="111"/>
                      <a:pt x="1055" y="98"/>
                    </a:cubicBezTo>
                    <a:cubicBezTo>
                      <a:pt x="1025" y="81"/>
                      <a:pt x="1001" y="70"/>
                      <a:pt x="973" y="57"/>
                    </a:cubicBezTo>
                    <a:cubicBezTo>
                      <a:pt x="920" y="33"/>
                      <a:pt x="863" y="17"/>
                      <a:pt x="802" y="8"/>
                    </a:cubicBezTo>
                    <a:cubicBezTo>
                      <a:pt x="773" y="0"/>
                      <a:pt x="741" y="0"/>
                      <a:pt x="713" y="0"/>
                    </a:cubicBezTo>
                    <a:close/>
                  </a:path>
                </a:pathLst>
              </a:custGeom>
              <a:solidFill>
                <a:srgbClr val="1600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2"/>
              <p:cNvSpPr/>
              <p:nvPr/>
            </p:nvSpPr>
            <p:spPr>
              <a:xfrm>
                <a:off x="5991179" y="612128"/>
                <a:ext cx="41094" cy="121541"/>
              </a:xfrm>
              <a:custGeom>
                <a:avLst/>
                <a:gdLst/>
                <a:ahLst/>
                <a:cxnLst/>
                <a:rect l="l" t="t" r="r" b="b"/>
                <a:pathLst>
                  <a:path w="424" h="1254" extrusionOk="0">
                    <a:moveTo>
                      <a:pt x="247" y="1"/>
                    </a:moveTo>
                    <a:cubicBezTo>
                      <a:pt x="237" y="1"/>
                      <a:pt x="227" y="5"/>
                      <a:pt x="220" y="15"/>
                    </a:cubicBezTo>
                    <a:cubicBezTo>
                      <a:pt x="212" y="28"/>
                      <a:pt x="208" y="36"/>
                      <a:pt x="208" y="47"/>
                    </a:cubicBezTo>
                    <a:cubicBezTo>
                      <a:pt x="208" y="158"/>
                      <a:pt x="196" y="792"/>
                      <a:pt x="176" y="939"/>
                    </a:cubicBezTo>
                    <a:cubicBezTo>
                      <a:pt x="41" y="1029"/>
                      <a:pt x="0" y="1162"/>
                      <a:pt x="103" y="1224"/>
                    </a:cubicBezTo>
                    <a:cubicBezTo>
                      <a:pt x="138" y="1246"/>
                      <a:pt x="194" y="1253"/>
                      <a:pt x="253" y="1253"/>
                    </a:cubicBezTo>
                    <a:cubicBezTo>
                      <a:pt x="268" y="1253"/>
                      <a:pt x="283" y="1253"/>
                      <a:pt x="298" y="1252"/>
                    </a:cubicBezTo>
                    <a:cubicBezTo>
                      <a:pt x="326" y="1248"/>
                      <a:pt x="355" y="1239"/>
                      <a:pt x="379" y="1224"/>
                    </a:cubicBezTo>
                    <a:cubicBezTo>
                      <a:pt x="424" y="1191"/>
                      <a:pt x="424" y="1121"/>
                      <a:pt x="383" y="1085"/>
                    </a:cubicBezTo>
                    <a:cubicBezTo>
                      <a:pt x="371" y="1073"/>
                      <a:pt x="363" y="1053"/>
                      <a:pt x="359" y="1036"/>
                    </a:cubicBezTo>
                    <a:lnTo>
                      <a:pt x="278" y="43"/>
                    </a:lnTo>
                    <a:lnTo>
                      <a:pt x="278" y="28"/>
                    </a:lnTo>
                    <a:cubicBezTo>
                      <a:pt x="275" y="10"/>
                      <a:pt x="261" y="1"/>
                      <a:pt x="247" y="1"/>
                    </a:cubicBezTo>
                    <a:close/>
                  </a:path>
                </a:pathLst>
              </a:custGeom>
              <a:solidFill>
                <a:srgbClr val="FF9A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2"/>
              <p:cNvSpPr/>
              <p:nvPr/>
            </p:nvSpPr>
            <p:spPr>
              <a:xfrm>
                <a:off x="6018026" y="779123"/>
                <a:ext cx="59218" cy="14926"/>
              </a:xfrm>
              <a:custGeom>
                <a:avLst/>
                <a:gdLst/>
                <a:ahLst/>
                <a:cxnLst/>
                <a:rect l="l" t="t" r="r" b="b"/>
                <a:pathLst>
                  <a:path w="611" h="154" extrusionOk="0">
                    <a:moveTo>
                      <a:pt x="579" y="1"/>
                    </a:moveTo>
                    <a:cubicBezTo>
                      <a:pt x="575" y="1"/>
                      <a:pt x="570" y="2"/>
                      <a:pt x="566" y="5"/>
                    </a:cubicBezTo>
                    <a:lnTo>
                      <a:pt x="562" y="5"/>
                    </a:lnTo>
                    <a:cubicBezTo>
                      <a:pt x="525" y="29"/>
                      <a:pt x="480" y="53"/>
                      <a:pt x="436" y="74"/>
                    </a:cubicBezTo>
                    <a:cubicBezTo>
                      <a:pt x="391" y="94"/>
                      <a:pt x="342" y="106"/>
                      <a:pt x="297" y="119"/>
                    </a:cubicBezTo>
                    <a:cubicBezTo>
                      <a:pt x="249" y="131"/>
                      <a:pt x="200" y="139"/>
                      <a:pt x="151" y="139"/>
                    </a:cubicBezTo>
                    <a:cubicBezTo>
                      <a:pt x="142" y="140"/>
                      <a:pt x="133" y="140"/>
                      <a:pt x="123" y="140"/>
                    </a:cubicBezTo>
                    <a:cubicBezTo>
                      <a:pt x="81" y="140"/>
                      <a:pt x="41" y="133"/>
                      <a:pt x="1" y="123"/>
                    </a:cubicBezTo>
                    <a:lnTo>
                      <a:pt x="1" y="123"/>
                    </a:lnTo>
                    <a:cubicBezTo>
                      <a:pt x="49" y="139"/>
                      <a:pt x="98" y="151"/>
                      <a:pt x="147" y="151"/>
                    </a:cubicBezTo>
                    <a:cubicBezTo>
                      <a:pt x="169" y="153"/>
                      <a:pt x="190" y="154"/>
                      <a:pt x="211" y="154"/>
                    </a:cubicBezTo>
                    <a:cubicBezTo>
                      <a:pt x="241" y="154"/>
                      <a:pt x="270" y="152"/>
                      <a:pt x="301" y="147"/>
                    </a:cubicBezTo>
                    <a:cubicBezTo>
                      <a:pt x="350" y="139"/>
                      <a:pt x="399" y="127"/>
                      <a:pt x="448" y="111"/>
                    </a:cubicBezTo>
                    <a:cubicBezTo>
                      <a:pt x="497" y="94"/>
                      <a:pt x="545" y="78"/>
                      <a:pt x="594" y="50"/>
                    </a:cubicBezTo>
                    <a:cubicBezTo>
                      <a:pt x="607" y="42"/>
                      <a:pt x="611" y="25"/>
                      <a:pt x="602" y="13"/>
                    </a:cubicBezTo>
                    <a:cubicBezTo>
                      <a:pt x="597" y="5"/>
                      <a:pt x="588" y="1"/>
                      <a:pt x="579" y="1"/>
                    </a:cubicBezTo>
                    <a:close/>
                  </a:path>
                </a:pathLst>
              </a:custGeom>
              <a:solidFill>
                <a:srgbClr val="FF9A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2"/>
              <p:cNvSpPr/>
              <p:nvPr/>
            </p:nvSpPr>
            <p:spPr>
              <a:xfrm>
                <a:off x="6011338" y="838439"/>
                <a:ext cx="35182" cy="7463"/>
              </a:xfrm>
              <a:custGeom>
                <a:avLst/>
                <a:gdLst/>
                <a:ahLst/>
                <a:cxnLst/>
                <a:rect l="l" t="t" r="r" b="b"/>
                <a:pathLst>
                  <a:path w="363" h="77" extrusionOk="0">
                    <a:moveTo>
                      <a:pt x="141" y="1"/>
                    </a:moveTo>
                    <a:cubicBezTo>
                      <a:pt x="119" y="1"/>
                      <a:pt x="98" y="3"/>
                      <a:pt x="77" y="12"/>
                    </a:cubicBezTo>
                    <a:cubicBezTo>
                      <a:pt x="45" y="23"/>
                      <a:pt x="17" y="44"/>
                      <a:pt x="0" y="76"/>
                    </a:cubicBezTo>
                    <a:cubicBezTo>
                      <a:pt x="21" y="48"/>
                      <a:pt x="49" y="31"/>
                      <a:pt x="81" y="23"/>
                    </a:cubicBezTo>
                    <a:cubicBezTo>
                      <a:pt x="98" y="19"/>
                      <a:pt x="116" y="17"/>
                      <a:pt x="135" y="17"/>
                    </a:cubicBezTo>
                    <a:cubicBezTo>
                      <a:pt x="148" y="17"/>
                      <a:pt x="162" y="18"/>
                      <a:pt x="175" y="19"/>
                    </a:cubicBezTo>
                    <a:cubicBezTo>
                      <a:pt x="207" y="23"/>
                      <a:pt x="240" y="31"/>
                      <a:pt x="269" y="40"/>
                    </a:cubicBezTo>
                    <a:cubicBezTo>
                      <a:pt x="301" y="52"/>
                      <a:pt x="329" y="64"/>
                      <a:pt x="362" y="76"/>
                    </a:cubicBezTo>
                    <a:lnTo>
                      <a:pt x="321" y="48"/>
                    </a:lnTo>
                    <a:cubicBezTo>
                      <a:pt x="305" y="40"/>
                      <a:pt x="289" y="36"/>
                      <a:pt x="273" y="27"/>
                    </a:cubicBezTo>
                    <a:cubicBezTo>
                      <a:pt x="244" y="16"/>
                      <a:pt x="212" y="7"/>
                      <a:pt x="179" y="3"/>
                    </a:cubicBezTo>
                    <a:cubicBezTo>
                      <a:pt x="166" y="1"/>
                      <a:pt x="154" y="1"/>
                      <a:pt x="141" y="1"/>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2"/>
              <p:cNvSpPr/>
              <p:nvPr/>
            </p:nvSpPr>
            <p:spPr>
              <a:xfrm>
                <a:off x="6035762" y="651381"/>
                <a:ext cx="88003" cy="60867"/>
              </a:xfrm>
              <a:custGeom>
                <a:avLst/>
                <a:gdLst/>
                <a:ahLst/>
                <a:cxnLst/>
                <a:rect l="l" t="t" r="r" b="b"/>
                <a:pathLst>
                  <a:path w="908" h="628" extrusionOk="0">
                    <a:moveTo>
                      <a:pt x="586" y="1"/>
                    </a:moveTo>
                    <a:cubicBezTo>
                      <a:pt x="505" y="1"/>
                      <a:pt x="415" y="17"/>
                      <a:pt x="330" y="62"/>
                    </a:cubicBezTo>
                    <a:cubicBezTo>
                      <a:pt x="118" y="164"/>
                      <a:pt x="0" y="363"/>
                      <a:pt x="69" y="502"/>
                    </a:cubicBezTo>
                    <a:cubicBezTo>
                      <a:pt x="110" y="583"/>
                      <a:pt x="208" y="627"/>
                      <a:pt x="321" y="627"/>
                    </a:cubicBezTo>
                    <a:cubicBezTo>
                      <a:pt x="403" y="627"/>
                      <a:pt x="488" y="607"/>
                      <a:pt x="578" y="566"/>
                    </a:cubicBezTo>
                    <a:cubicBezTo>
                      <a:pt x="790" y="461"/>
                      <a:pt x="907" y="265"/>
                      <a:pt x="839" y="127"/>
                    </a:cubicBezTo>
                    <a:cubicBezTo>
                      <a:pt x="798" y="42"/>
                      <a:pt x="700" y="1"/>
                      <a:pt x="586" y="1"/>
                    </a:cubicBezTo>
                    <a:close/>
                  </a:path>
                </a:pathLst>
              </a:custGeom>
              <a:solidFill>
                <a:srgbClr val="F7CE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2"/>
              <p:cNvSpPr/>
              <p:nvPr/>
            </p:nvSpPr>
            <p:spPr>
              <a:xfrm>
                <a:off x="5955705" y="626957"/>
                <a:ext cx="46231" cy="22971"/>
              </a:xfrm>
              <a:custGeom>
                <a:avLst/>
                <a:gdLst/>
                <a:ahLst/>
                <a:cxnLst/>
                <a:rect l="l" t="t" r="r" b="b"/>
                <a:pathLst>
                  <a:path w="477" h="237" extrusionOk="0">
                    <a:moveTo>
                      <a:pt x="17" y="1"/>
                    </a:moveTo>
                    <a:cubicBezTo>
                      <a:pt x="17" y="1"/>
                      <a:pt x="0" y="37"/>
                      <a:pt x="0" y="46"/>
                    </a:cubicBezTo>
                    <a:lnTo>
                      <a:pt x="0" y="106"/>
                    </a:lnTo>
                    <a:cubicBezTo>
                      <a:pt x="0" y="119"/>
                      <a:pt x="58" y="236"/>
                      <a:pt x="58" y="236"/>
                    </a:cubicBezTo>
                    <a:cubicBezTo>
                      <a:pt x="58" y="236"/>
                      <a:pt x="298" y="179"/>
                      <a:pt x="477" y="82"/>
                    </a:cubicBezTo>
                    <a:cubicBezTo>
                      <a:pt x="366" y="29"/>
                      <a:pt x="94" y="29"/>
                      <a:pt x="94" y="29"/>
                    </a:cubicBezTo>
                    <a:lnTo>
                      <a:pt x="17" y="1"/>
                    </a:ln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2"/>
              <p:cNvSpPr/>
              <p:nvPr/>
            </p:nvSpPr>
            <p:spPr>
              <a:xfrm>
                <a:off x="5956190" y="591871"/>
                <a:ext cx="48460" cy="41483"/>
              </a:xfrm>
              <a:custGeom>
                <a:avLst/>
                <a:gdLst/>
                <a:ahLst/>
                <a:cxnLst/>
                <a:rect l="l" t="t" r="r" b="b"/>
                <a:pathLst>
                  <a:path w="500" h="428" extrusionOk="0">
                    <a:moveTo>
                      <a:pt x="0" y="1"/>
                    </a:moveTo>
                    <a:cubicBezTo>
                      <a:pt x="0" y="115"/>
                      <a:pt x="4" y="228"/>
                      <a:pt x="12" y="334"/>
                    </a:cubicBezTo>
                    <a:cubicBezTo>
                      <a:pt x="73" y="338"/>
                      <a:pt x="366" y="354"/>
                      <a:pt x="483" y="427"/>
                    </a:cubicBezTo>
                    <a:cubicBezTo>
                      <a:pt x="500" y="265"/>
                      <a:pt x="468" y="164"/>
                      <a:pt x="468" y="164"/>
                    </a:cubicBezTo>
                    <a:cubicBezTo>
                      <a:pt x="468" y="164"/>
                      <a:pt x="337" y="90"/>
                      <a:pt x="317" y="78"/>
                    </a:cubicBezTo>
                    <a:cubicBezTo>
                      <a:pt x="297" y="66"/>
                      <a:pt x="187" y="21"/>
                      <a:pt x="187" y="21"/>
                    </a:cubicBezTo>
                    <a:lnTo>
                      <a:pt x="0" y="1"/>
                    </a:lnTo>
                    <a:close/>
                  </a:path>
                </a:pathLst>
              </a:custGeom>
              <a:solidFill>
                <a:srgbClr val="E6A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2"/>
              <p:cNvSpPr/>
              <p:nvPr/>
            </p:nvSpPr>
            <p:spPr>
              <a:xfrm>
                <a:off x="5954542" y="591484"/>
                <a:ext cx="2811" cy="32857"/>
              </a:xfrm>
              <a:custGeom>
                <a:avLst/>
                <a:gdLst/>
                <a:ahLst/>
                <a:cxnLst/>
                <a:rect l="l" t="t" r="r" b="b"/>
                <a:pathLst>
                  <a:path w="29" h="339" extrusionOk="0">
                    <a:moveTo>
                      <a:pt x="0" y="1"/>
                    </a:moveTo>
                    <a:lnTo>
                      <a:pt x="0" y="159"/>
                    </a:lnTo>
                    <a:cubicBezTo>
                      <a:pt x="0" y="168"/>
                      <a:pt x="17" y="338"/>
                      <a:pt x="17" y="338"/>
                    </a:cubicBezTo>
                    <a:lnTo>
                      <a:pt x="29" y="338"/>
                    </a:lnTo>
                    <a:cubicBezTo>
                      <a:pt x="21" y="232"/>
                      <a:pt x="17" y="119"/>
                      <a:pt x="17" y="5"/>
                    </a:cubicBezTo>
                    <a:lnTo>
                      <a:pt x="0" y="1"/>
                    </a:ln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2"/>
              <p:cNvSpPr/>
              <p:nvPr/>
            </p:nvSpPr>
            <p:spPr>
              <a:xfrm>
                <a:off x="5954930" y="619203"/>
                <a:ext cx="49042" cy="17252"/>
              </a:xfrm>
              <a:custGeom>
                <a:avLst/>
                <a:gdLst/>
                <a:ahLst/>
                <a:cxnLst/>
                <a:rect l="l" t="t" r="r" b="b"/>
                <a:pathLst>
                  <a:path w="506" h="178" extrusionOk="0">
                    <a:moveTo>
                      <a:pt x="163" y="0"/>
                    </a:moveTo>
                    <a:cubicBezTo>
                      <a:pt x="140" y="0"/>
                      <a:pt x="116" y="2"/>
                      <a:pt x="90" y="4"/>
                    </a:cubicBezTo>
                    <a:cubicBezTo>
                      <a:pt x="66" y="8"/>
                      <a:pt x="41" y="11"/>
                      <a:pt x="13" y="15"/>
                    </a:cubicBezTo>
                    <a:cubicBezTo>
                      <a:pt x="13" y="15"/>
                      <a:pt x="0" y="36"/>
                      <a:pt x="17" y="68"/>
                    </a:cubicBezTo>
                    <a:cubicBezTo>
                      <a:pt x="21" y="72"/>
                      <a:pt x="21" y="77"/>
                      <a:pt x="25" y="81"/>
                    </a:cubicBezTo>
                    <a:cubicBezTo>
                      <a:pt x="41" y="117"/>
                      <a:pt x="74" y="141"/>
                      <a:pt x="111" y="158"/>
                    </a:cubicBezTo>
                    <a:cubicBezTo>
                      <a:pt x="122" y="162"/>
                      <a:pt x="135" y="166"/>
                      <a:pt x="151" y="166"/>
                    </a:cubicBezTo>
                    <a:cubicBezTo>
                      <a:pt x="179" y="170"/>
                      <a:pt x="203" y="175"/>
                      <a:pt x="233" y="175"/>
                    </a:cubicBezTo>
                    <a:lnTo>
                      <a:pt x="244" y="175"/>
                    </a:lnTo>
                    <a:cubicBezTo>
                      <a:pt x="273" y="176"/>
                      <a:pt x="298" y="177"/>
                      <a:pt x="322" y="177"/>
                    </a:cubicBezTo>
                    <a:cubicBezTo>
                      <a:pt x="345" y="177"/>
                      <a:pt x="366" y="176"/>
                      <a:pt x="387" y="175"/>
                    </a:cubicBezTo>
                    <a:cubicBezTo>
                      <a:pt x="460" y="170"/>
                      <a:pt x="505" y="158"/>
                      <a:pt x="505" y="158"/>
                    </a:cubicBezTo>
                    <a:cubicBezTo>
                      <a:pt x="505" y="158"/>
                      <a:pt x="501" y="154"/>
                      <a:pt x="496" y="145"/>
                    </a:cubicBezTo>
                    <a:cubicBezTo>
                      <a:pt x="485" y="126"/>
                      <a:pt x="460" y="92"/>
                      <a:pt x="411" y="64"/>
                    </a:cubicBezTo>
                    <a:cubicBezTo>
                      <a:pt x="374" y="40"/>
                      <a:pt x="330" y="19"/>
                      <a:pt x="265" y="11"/>
                    </a:cubicBezTo>
                    <a:cubicBezTo>
                      <a:pt x="261" y="8"/>
                      <a:pt x="257" y="8"/>
                      <a:pt x="248" y="8"/>
                    </a:cubicBezTo>
                    <a:cubicBezTo>
                      <a:pt x="223" y="3"/>
                      <a:pt x="194" y="0"/>
                      <a:pt x="1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2"/>
              <p:cNvSpPr/>
              <p:nvPr/>
            </p:nvSpPr>
            <p:spPr>
              <a:xfrm>
                <a:off x="5954542" y="618137"/>
                <a:ext cx="50495" cy="17543"/>
              </a:xfrm>
              <a:custGeom>
                <a:avLst/>
                <a:gdLst/>
                <a:ahLst/>
                <a:cxnLst/>
                <a:rect l="l" t="t" r="r" b="b"/>
                <a:pathLst>
                  <a:path w="521" h="181" extrusionOk="0">
                    <a:moveTo>
                      <a:pt x="167" y="0"/>
                    </a:moveTo>
                    <a:cubicBezTo>
                      <a:pt x="121" y="0"/>
                      <a:pt x="70" y="5"/>
                      <a:pt x="12" y="15"/>
                    </a:cubicBezTo>
                    <a:cubicBezTo>
                      <a:pt x="4" y="15"/>
                      <a:pt x="0" y="22"/>
                      <a:pt x="4" y="26"/>
                    </a:cubicBezTo>
                    <a:cubicBezTo>
                      <a:pt x="4" y="34"/>
                      <a:pt x="8" y="39"/>
                      <a:pt x="17" y="39"/>
                    </a:cubicBezTo>
                    <a:cubicBezTo>
                      <a:pt x="71" y="30"/>
                      <a:pt x="119" y="26"/>
                      <a:pt x="162" y="26"/>
                    </a:cubicBezTo>
                    <a:cubicBezTo>
                      <a:pt x="424" y="26"/>
                      <a:pt x="496" y="173"/>
                      <a:pt x="496" y="173"/>
                    </a:cubicBezTo>
                    <a:cubicBezTo>
                      <a:pt x="496" y="177"/>
                      <a:pt x="500" y="181"/>
                      <a:pt x="509" y="181"/>
                    </a:cubicBezTo>
                    <a:lnTo>
                      <a:pt x="513" y="181"/>
                    </a:lnTo>
                    <a:cubicBezTo>
                      <a:pt x="517" y="177"/>
                      <a:pt x="521" y="169"/>
                      <a:pt x="517" y="165"/>
                    </a:cubicBezTo>
                    <a:cubicBezTo>
                      <a:pt x="514" y="154"/>
                      <a:pt x="441" y="0"/>
                      <a:pt x="167" y="0"/>
                    </a:cubicBez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2"/>
              <p:cNvSpPr/>
              <p:nvPr/>
            </p:nvSpPr>
            <p:spPr>
              <a:xfrm>
                <a:off x="5962781" y="619203"/>
                <a:ext cx="18609" cy="16961"/>
              </a:xfrm>
              <a:custGeom>
                <a:avLst/>
                <a:gdLst/>
                <a:ahLst/>
                <a:cxnLst/>
                <a:rect l="l" t="t" r="r" b="b"/>
                <a:pathLst>
                  <a:path w="192" h="175" extrusionOk="0">
                    <a:moveTo>
                      <a:pt x="82" y="0"/>
                    </a:moveTo>
                    <a:cubicBezTo>
                      <a:pt x="59" y="0"/>
                      <a:pt x="35" y="2"/>
                      <a:pt x="9" y="4"/>
                    </a:cubicBezTo>
                    <a:cubicBezTo>
                      <a:pt x="5" y="23"/>
                      <a:pt x="0" y="40"/>
                      <a:pt x="0" y="60"/>
                    </a:cubicBezTo>
                    <a:cubicBezTo>
                      <a:pt x="0" y="96"/>
                      <a:pt x="13" y="133"/>
                      <a:pt x="30" y="158"/>
                    </a:cubicBezTo>
                    <a:cubicBezTo>
                      <a:pt x="41" y="162"/>
                      <a:pt x="54" y="166"/>
                      <a:pt x="70" y="166"/>
                    </a:cubicBezTo>
                    <a:cubicBezTo>
                      <a:pt x="98" y="170"/>
                      <a:pt x="122" y="175"/>
                      <a:pt x="152" y="175"/>
                    </a:cubicBezTo>
                    <a:cubicBezTo>
                      <a:pt x="176" y="150"/>
                      <a:pt x="192" y="109"/>
                      <a:pt x="192" y="60"/>
                    </a:cubicBezTo>
                    <a:cubicBezTo>
                      <a:pt x="192" y="44"/>
                      <a:pt x="188" y="28"/>
                      <a:pt x="184" y="11"/>
                    </a:cubicBezTo>
                    <a:cubicBezTo>
                      <a:pt x="180" y="8"/>
                      <a:pt x="176" y="8"/>
                      <a:pt x="167" y="8"/>
                    </a:cubicBezTo>
                    <a:cubicBezTo>
                      <a:pt x="142" y="3"/>
                      <a:pt x="113" y="0"/>
                      <a:pt x="82" y="0"/>
                    </a:cubicBez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2"/>
              <p:cNvSpPr/>
              <p:nvPr/>
            </p:nvSpPr>
            <p:spPr>
              <a:xfrm>
                <a:off x="5945044" y="587898"/>
                <a:ext cx="56504" cy="19869"/>
              </a:xfrm>
              <a:custGeom>
                <a:avLst/>
                <a:gdLst/>
                <a:ahLst/>
                <a:cxnLst/>
                <a:rect l="l" t="t" r="r" b="b"/>
                <a:pathLst>
                  <a:path w="583" h="205" extrusionOk="0">
                    <a:moveTo>
                      <a:pt x="201" y="1"/>
                    </a:moveTo>
                    <a:cubicBezTo>
                      <a:pt x="183" y="1"/>
                      <a:pt x="165" y="2"/>
                      <a:pt x="147" y="4"/>
                    </a:cubicBezTo>
                    <a:cubicBezTo>
                      <a:pt x="135" y="4"/>
                      <a:pt x="119" y="9"/>
                      <a:pt x="106" y="13"/>
                    </a:cubicBezTo>
                    <a:cubicBezTo>
                      <a:pt x="95" y="17"/>
                      <a:pt x="78" y="21"/>
                      <a:pt x="66" y="29"/>
                    </a:cubicBezTo>
                    <a:cubicBezTo>
                      <a:pt x="42" y="42"/>
                      <a:pt x="17" y="58"/>
                      <a:pt x="1" y="78"/>
                    </a:cubicBezTo>
                    <a:cubicBezTo>
                      <a:pt x="29" y="70"/>
                      <a:pt x="54" y="62"/>
                      <a:pt x="78" y="62"/>
                    </a:cubicBezTo>
                    <a:cubicBezTo>
                      <a:pt x="82" y="62"/>
                      <a:pt x="91" y="58"/>
                      <a:pt x="95" y="58"/>
                    </a:cubicBezTo>
                    <a:lnTo>
                      <a:pt x="151" y="58"/>
                    </a:lnTo>
                    <a:cubicBezTo>
                      <a:pt x="200" y="62"/>
                      <a:pt x="249" y="74"/>
                      <a:pt x="294" y="90"/>
                    </a:cubicBezTo>
                    <a:lnTo>
                      <a:pt x="314" y="94"/>
                    </a:lnTo>
                    <a:lnTo>
                      <a:pt x="330" y="102"/>
                    </a:lnTo>
                    <a:lnTo>
                      <a:pt x="367" y="115"/>
                    </a:lnTo>
                    <a:lnTo>
                      <a:pt x="436" y="143"/>
                    </a:lnTo>
                    <a:cubicBezTo>
                      <a:pt x="461" y="156"/>
                      <a:pt x="485" y="164"/>
                      <a:pt x="509" y="175"/>
                    </a:cubicBezTo>
                    <a:cubicBezTo>
                      <a:pt x="530" y="184"/>
                      <a:pt x="554" y="196"/>
                      <a:pt x="583" y="205"/>
                    </a:cubicBezTo>
                    <a:cubicBezTo>
                      <a:pt x="566" y="184"/>
                      <a:pt x="546" y="164"/>
                      <a:pt x="525" y="143"/>
                    </a:cubicBezTo>
                    <a:cubicBezTo>
                      <a:pt x="509" y="126"/>
                      <a:pt x="485" y="111"/>
                      <a:pt x="465" y="94"/>
                    </a:cubicBezTo>
                    <a:cubicBezTo>
                      <a:pt x="440" y="78"/>
                      <a:pt x="416" y="66"/>
                      <a:pt x="395" y="49"/>
                    </a:cubicBezTo>
                    <a:lnTo>
                      <a:pt x="354" y="34"/>
                    </a:lnTo>
                    <a:lnTo>
                      <a:pt x="335" y="25"/>
                    </a:lnTo>
                    <a:lnTo>
                      <a:pt x="318" y="21"/>
                    </a:lnTo>
                    <a:cubicBezTo>
                      <a:pt x="282" y="7"/>
                      <a:pt x="242" y="1"/>
                      <a:pt x="201" y="1"/>
                    </a:cubicBezTo>
                    <a:close/>
                  </a:path>
                </a:pathLst>
              </a:custGeom>
              <a:solidFill>
                <a:srgbClr val="1600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2"/>
              <p:cNvSpPr/>
              <p:nvPr/>
            </p:nvSpPr>
            <p:spPr>
              <a:xfrm>
                <a:off x="6021903" y="576461"/>
                <a:ext cx="54954" cy="58057"/>
              </a:xfrm>
              <a:custGeom>
                <a:avLst/>
                <a:gdLst/>
                <a:ahLst/>
                <a:cxnLst/>
                <a:rect l="l" t="t" r="r" b="b"/>
                <a:pathLst>
                  <a:path w="567" h="599" extrusionOk="0">
                    <a:moveTo>
                      <a:pt x="323" y="0"/>
                    </a:moveTo>
                    <a:cubicBezTo>
                      <a:pt x="274" y="34"/>
                      <a:pt x="225" y="66"/>
                      <a:pt x="184" y="107"/>
                    </a:cubicBezTo>
                    <a:cubicBezTo>
                      <a:pt x="115" y="167"/>
                      <a:pt x="54" y="241"/>
                      <a:pt x="1" y="323"/>
                    </a:cubicBezTo>
                    <a:cubicBezTo>
                      <a:pt x="5" y="330"/>
                      <a:pt x="46" y="509"/>
                      <a:pt x="94" y="599"/>
                    </a:cubicBezTo>
                    <a:lnTo>
                      <a:pt x="94" y="591"/>
                    </a:lnTo>
                    <a:cubicBezTo>
                      <a:pt x="98" y="586"/>
                      <a:pt x="111" y="558"/>
                      <a:pt x="147" y="518"/>
                    </a:cubicBezTo>
                    <a:cubicBezTo>
                      <a:pt x="156" y="501"/>
                      <a:pt x="171" y="477"/>
                      <a:pt x="188" y="456"/>
                    </a:cubicBezTo>
                    <a:lnTo>
                      <a:pt x="188" y="452"/>
                    </a:lnTo>
                    <a:cubicBezTo>
                      <a:pt x="250" y="375"/>
                      <a:pt x="363" y="278"/>
                      <a:pt x="567" y="237"/>
                    </a:cubicBezTo>
                    <a:cubicBezTo>
                      <a:pt x="481" y="176"/>
                      <a:pt x="396" y="98"/>
                      <a:pt x="323" y="0"/>
                    </a:cubicBezTo>
                    <a:close/>
                  </a:path>
                </a:pathLst>
              </a:custGeom>
              <a:solidFill>
                <a:srgbClr val="E6A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2"/>
              <p:cNvSpPr/>
              <p:nvPr/>
            </p:nvSpPr>
            <p:spPr>
              <a:xfrm>
                <a:off x="6040124" y="599334"/>
                <a:ext cx="36733" cy="21420"/>
              </a:xfrm>
              <a:custGeom>
                <a:avLst/>
                <a:gdLst/>
                <a:ahLst/>
                <a:cxnLst/>
                <a:rect l="l" t="t" r="r" b="b"/>
                <a:pathLst>
                  <a:path w="379" h="221" extrusionOk="0">
                    <a:moveTo>
                      <a:pt x="0" y="216"/>
                    </a:moveTo>
                    <a:lnTo>
                      <a:pt x="0" y="220"/>
                    </a:lnTo>
                    <a:lnTo>
                      <a:pt x="0" y="216"/>
                    </a:lnTo>
                    <a:close/>
                    <a:moveTo>
                      <a:pt x="379" y="1"/>
                    </a:moveTo>
                    <a:lnTo>
                      <a:pt x="379" y="1"/>
                    </a:lnTo>
                    <a:cubicBezTo>
                      <a:pt x="175" y="42"/>
                      <a:pt x="62" y="139"/>
                      <a:pt x="0" y="216"/>
                    </a:cubicBezTo>
                    <a:cubicBezTo>
                      <a:pt x="62" y="139"/>
                      <a:pt x="175" y="42"/>
                      <a:pt x="379" y="1"/>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2"/>
              <p:cNvSpPr/>
              <p:nvPr/>
            </p:nvSpPr>
            <p:spPr>
              <a:xfrm>
                <a:off x="5998254" y="713314"/>
                <a:ext cx="19481" cy="11146"/>
              </a:xfrm>
              <a:custGeom>
                <a:avLst/>
                <a:gdLst/>
                <a:ahLst/>
                <a:cxnLst/>
                <a:rect l="l" t="t" r="r" b="b"/>
                <a:pathLst>
                  <a:path w="201" h="115" extrusionOk="0">
                    <a:moveTo>
                      <a:pt x="70" y="0"/>
                    </a:moveTo>
                    <a:cubicBezTo>
                      <a:pt x="38" y="0"/>
                      <a:pt x="9" y="21"/>
                      <a:pt x="5" y="58"/>
                    </a:cubicBezTo>
                    <a:lnTo>
                      <a:pt x="5" y="62"/>
                    </a:lnTo>
                    <a:cubicBezTo>
                      <a:pt x="1" y="86"/>
                      <a:pt x="21" y="107"/>
                      <a:pt x="42" y="107"/>
                    </a:cubicBezTo>
                    <a:cubicBezTo>
                      <a:pt x="83" y="111"/>
                      <a:pt x="115" y="114"/>
                      <a:pt x="139" y="114"/>
                    </a:cubicBezTo>
                    <a:cubicBezTo>
                      <a:pt x="196" y="114"/>
                      <a:pt x="201" y="94"/>
                      <a:pt x="119" y="17"/>
                    </a:cubicBezTo>
                    <a:cubicBezTo>
                      <a:pt x="103" y="4"/>
                      <a:pt x="86" y="0"/>
                      <a:pt x="70" y="0"/>
                    </a:cubicBezTo>
                    <a:close/>
                  </a:path>
                </a:pathLst>
              </a:custGeom>
              <a:solidFill>
                <a:srgbClr val="FFCD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2"/>
              <p:cNvSpPr/>
              <p:nvPr/>
            </p:nvSpPr>
            <p:spPr>
              <a:xfrm>
                <a:off x="5997091" y="625406"/>
                <a:ext cx="14732" cy="89556"/>
              </a:xfrm>
              <a:custGeom>
                <a:avLst/>
                <a:gdLst/>
                <a:ahLst/>
                <a:cxnLst/>
                <a:rect l="l" t="t" r="r" b="b"/>
                <a:pathLst>
                  <a:path w="152" h="924" extrusionOk="0">
                    <a:moveTo>
                      <a:pt x="147" y="0"/>
                    </a:moveTo>
                    <a:cubicBezTo>
                      <a:pt x="139" y="135"/>
                      <a:pt x="135" y="269"/>
                      <a:pt x="127" y="403"/>
                    </a:cubicBezTo>
                    <a:cubicBezTo>
                      <a:pt x="123" y="533"/>
                      <a:pt x="119" y="667"/>
                      <a:pt x="110" y="801"/>
                    </a:cubicBezTo>
                    <a:lnTo>
                      <a:pt x="110" y="801"/>
                    </a:lnTo>
                    <a:cubicBezTo>
                      <a:pt x="64" y="833"/>
                      <a:pt x="28" y="877"/>
                      <a:pt x="1" y="924"/>
                    </a:cubicBezTo>
                    <a:cubicBezTo>
                      <a:pt x="33" y="875"/>
                      <a:pt x="74" y="834"/>
                      <a:pt x="119" y="806"/>
                    </a:cubicBezTo>
                    <a:lnTo>
                      <a:pt x="123" y="806"/>
                    </a:lnTo>
                    <a:lnTo>
                      <a:pt x="123" y="802"/>
                    </a:lnTo>
                    <a:cubicBezTo>
                      <a:pt x="135" y="667"/>
                      <a:pt x="139" y="533"/>
                      <a:pt x="143" y="403"/>
                    </a:cubicBezTo>
                    <a:cubicBezTo>
                      <a:pt x="147" y="269"/>
                      <a:pt x="151" y="135"/>
                      <a:pt x="1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8"/>
        <p:cNvGrpSpPr/>
        <p:nvPr/>
      </p:nvGrpSpPr>
      <p:grpSpPr>
        <a:xfrm>
          <a:off x="0" y="0"/>
          <a:ext cx="0" cy="0"/>
          <a:chOff x="0" y="0"/>
          <a:chExt cx="0" cy="0"/>
        </a:xfrm>
      </p:grpSpPr>
      <p:sp>
        <p:nvSpPr>
          <p:cNvPr id="1149" name="Google Shape;1149;p48"/>
          <p:cNvSpPr txBox="1">
            <a:spLocks noGrp="1"/>
          </p:cNvSpPr>
          <p:nvPr>
            <p:ph type="subTitle" idx="1"/>
          </p:nvPr>
        </p:nvSpPr>
        <p:spPr>
          <a:xfrm>
            <a:off x="895041" y="1673063"/>
            <a:ext cx="2727348" cy="954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dirty="0"/>
              <a:t>Relates an activity to how the brain and other organ's function, even at cellular and chemical levels. </a:t>
            </a:r>
          </a:p>
          <a:p>
            <a:pPr marL="0" lvl="0" indent="0" algn="l" rtl="0">
              <a:lnSpc>
                <a:spcPct val="150000"/>
              </a:lnSpc>
              <a:spcBef>
                <a:spcPts val="0"/>
              </a:spcBef>
              <a:spcAft>
                <a:spcPts val="0"/>
              </a:spcAft>
              <a:buNone/>
            </a:pPr>
            <a:r>
              <a:rPr lang="en-US" i="1" dirty="0">
                <a:solidFill>
                  <a:srgbClr val="FF0000"/>
                </a:solidFill>
              </a:rPr>
              <a:t>How does the </a:t>
            </a:r>
            <a:r>
              <a:rPr lang="en-US" i="1" dirty="0" err="1">
                <a:solidFill>
                  <a:srgbClr val="FF0000"/>
                </a:solidFill>
              </a:rPr>
              <a:t>behaviour</a:t>
            </a:r>
            <a:r>
              <a:rPr lang="en-US" i="1" dirty="0">
                <a:solidFill>
                  <a:srgbClr val="FF0000"/>
                </a:solidFill>
              </a:rPr>
              <a:t> work?</a:t>
            </a:r>
            <a:endParaRPr i="1" dirty="0">
              <a:solidFill>
                <a:srgbClr val="FF0000"/>
              </a:solidFill>
            </a:endParaRPr>
          </a:p>
        </p:txBody>
      </p:sp>
      <p:sp>
        <p:nvSpPr>
          <p:cNvPr id="1150" name="Google Shape;1150;p48"/>
          <p:cNvSpPr txBox="1">
            <a:spLocks noGrp="1"/>
          </p:cNvSpPr>
          <p:nvPr>
            <p:ph type="subTitle" idx="2"/>
          </p:nvPr>
        </p:nvSpPr>
        <p:spPr>
          <a:xfrm>
            <a:off x="4324505" y="1691815"/>
            <a:ext cx="4419922" cy="954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dirty="0"/>
              <a:t>The term “ontogenetic” – Greek word, meaning “origin”. This describes how a behavior develops. It traces how genes combine with the influence of the environment to produce a behavior. </a:t>
            </a:r>
          </a:p>
          <a:p>
            <a:pPr marL="0" lvl="0" indent="0" algn="l" rtl="0">
              <a:lnSpc>
                <a:spcPct val="150000"/>
              </a:lnSpc>
              <a:spcBef>
                <a:spcPts val="0"/>
              </a:spcBef>
              <a:spcAft>
                <a:spcPts val="0"/>
              </a:spcAft>
              <a:buNone/>
            </a:pPr>
            <a:r>
              <a:rPr lang="en-US" i="1" dirty="0">
                <a:solidFill>
                  <a:srgbClr val="FF0000"/>
                </a:solidFill>
              </a:rPr>
              <a:t>How did the </a:t>
            </a:r>
            <a:r>
              <a:rPr lang="en-US" i="1" dirty="0" err="1">
                <a:solidFill>
                  <a:srgbClr val="FF0000"/>
                </a:solidFill>
              </a:rPr>
              <a:t>behaviour</a:t>
            </a:r>
            <a:r>
              <a:rPr lang="en-US" i="1" dirty="0">
                <a:solidFill>
                  <a:srgbClr val="FF0000"/>
                </a:solidFill>
              </a:rPr>
              <a:t> develop in this individual?</a:t>
            </a:r>
            <a:endParaRPr i="1" dirty="0">
              <a:solidFill>
                <a:srgbClr val="FF0000"/>
              </a:solidFill>
            </a:endParaRPr>
          </a:p>
        </p:txBody>
      </p:sp>
      <p:sp>
        <p:nvSpPr>
          <p:cNvPr id="1151" name="Google Shape;1151;p48"/>
          <p:cNvSpPr txBox="1">
            <a:spLocks noGrp="1"/>
          </p:cNvSpPr>
          <p:nvPr>
            <p:ph type="subTitle" idx="3"/>
          </p:nvPr>
        </p:nvSpPr>
        <p:spPr>
          <a:xfrm>
            <a:off x="895041" y="3538489"/>
            <a:ext cx="2507100" cy="954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dirty="0"/>
              <a:t>Relates a behavior to the evolutionary history of a species. </a:t>
            </a:r>
          </a:p>
          <a:p>
            <a:pPr marL="0" lvl="0" indent="0">
              <a:lnSpc>
                <a:spcPct val="150000"/>
              </a:lnSpc>
            </a:pPr>
            <a:r>
              <a:rPr lang="en-IN" i="1" dirty="0">
                <a:solidFill>
                  <a:srgbClr val="FF0000"/>
                </a:solidFill>
              </a:rPr>
              <a:t>How did the behaviour evolve in the species?</a:t>
            </a:r>
            <a:endParaRPr i="1" dirty="0">
              <a:solidFill>
                <a:srgbClr val="FF0000"/>
              </a:solidFill>
            </a:endParaRPr>
          </a:p>
        </p:txBody>
      </p:sp>
      <p:sp>
        <p:nvSpPr>
          <p:cNvPr id="1152" name="Google Shape;1152;p48"/>
          <p:cNvSpPr txBox="1">
            <a:spLocks noGrp="1"/>
          </p:cNvSpPr>
          <p:nvPr>
            <p:ph type="subTitle" idx="4"/>
          </p:nvPr>
        </p:nvSpPr>
        <p:spPr>
          <a:xfrm>
            <a:off x="5088753" y="3538489"/>
            <a:ext cx="2507100" cy="954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dirty="0"/>
              <a:t>Describes why a </a:t>
            </a:r>
            <a:r>
              <a:rPr lang="en-US" dirty="0" err="1"/>
              <a:t>behaviour</a:t>
            </a:r>
            <a:r>
              <a:rPr lang="en-US" dirty="0"/>
              <a:t> evolve as it did. </a:t>
            </a:r>
          </a:p>
          <a:p>
            <a:pPr marL="0" lvl="0" indent="0">
              <a:lnSpc>
                <a:spcPct val="150000"/>
              </a:lnSpc>
            </a:pPr>
            <a:r>
              <a:rPr lang="en-IN" i="1" dirty="0">
                <a:solidFill>
                  <a:srgbClr val="FF0000"/>
                </a:solidFill>
              </a:rPr>
              <a:t>Why is the behaviour useful?</a:t>
            </a:r>
            <a:endParaRPr i="1" dirty="0">
              <a:solidFill>
                <a:srgbClr val="FF0000"/>
              </a:solidFill>
            </a:endParaRPr>
          </a:p>
        </p:txBody>
      </p:sp>
      <p:sp>
        <p:nvSpPr>
          <p:cNvPr id="1153" name="Google Shape;1153;p48"/>
          <p:cNvSpPr txBox="1">
            <a:spLocks noGrp="1"/>
          </p:cNvSpPr>
          <p:nvPr>
            <p:ph type="subTitle" idx="5"/>
          </p:nvPr>
        </p:nvSpPr>
        <p:spPr>
          <a:xfrm>
            <a:off x="1115289" y="1311000"/>
            <a:ext cx="25071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Physiological</a:t>
            </a:r>
            <a:endParaRPr dirty="0"/>
          </a:p>
        </p:txBody>
      </p:sp>
      <p:sp>
        <p:nvSpPr>
          <p:cNvPr id="1154" name="Google Shape;1154;p48"/>
          <p:cNvSpPr txBox="1">
            <a:spLocks noGrp="1"/>
          </p:cNvSpPr>
          <p:nvPr>
            <p:ph type="subTitle" idx="6"/>
          </p:nvPr>
        </p:nvSpPr>
        <p:spPr>
          <a:xfrm>
            <a:off x="1124648" y="3157579"/>
            <a:ext cx="25071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Evolutionary </a:t>
            </a:r>
            <a:endParaRPr dirty="0"/>
          </a:p>
        </p:txBody>
      </p:sp>
      <p:sp>
        <p:nvSpPr>
          <p:cNvPr id="1155" name="Google Shape;1155;p48"/>
          <p:cNvSpPr txBox="1">
            <a:spLocks noGrp="1"/>
          </p:cNvSpPr>
          <p:nvPr>
            <p:ph type="subTitle" idx="7"/>
          </p:nvPr>
        </p:nvSpPr>
        <p:spPr>
          <a:xfrm>
            <a:off x="5398973" y="1295963"/>
            <a:ext cx="25071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Ontogenetic</a:t>
            </a:r>
            <a:endParaRPr dirty="0"/>
          </a:p>
        </p:txBody>
      </p:sp>
      <p:sp>
        <p:nvSpPr>
          <p:cNvPr id="1156" name="Google Shape;1156;p48"/>
          <p:cNvSpPr txBox="1">
            <a:spLocks noGrp="1"/>
          </p:cNvSpPr>
          <p:nvPr>
            <p:ph type="subTitle" idx="8"/>
          </p:nvPr>
        </p:nvSpPr>
        <p:spPr>
          <a:xfrm>
            <a:off x="5521613" y="3094751"/>
            <a:ext cx="2507100" cy="377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Functional</a:t>
            </a:r>
            <a:endParaRPr dirty="0"/>
          </a:p>
        </p:txBody>
      </p:sp>
      <p:sp>
        <p:nvSpPr>
          <p:cNvPr id="1157" name="Google Shape;1157;p4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dirty="0"/>
              <a:t>Biological Explanations of Behaviour </a:t>
            </a:r>
            <a:endParaRPr u="sng" dirty="0"/>
          </a:p>
        </p:txBody>
      </p:sp>
      <p:grpSp>
        <p:nvGrpSpPr>
          <p:cNvPr id="1158" name="Google Shape;1158;p48"/>
          <p:cNvGrpSpPr/>
          <p:nvPr/>
        </p:nvGrpSpPr>
        <p:grpSpPr>
          <a:xfrm>
            <a:off x="214479" y="3464596"/>
            <a:ext cx="512707" cy="844657"/>
            <a:chOff x="1795374" y="144994"/>
            <a:chExt cx="512707" cy="844657"/>
          </a:xfrm>
        </p:grpSpPr>
        <p:grpSp>
          <p:nvGrpSpPr>
            <p:cNvPr id="1159" name="Google Shape;1159;p48"/>
            <p:cNvGrpSpPr/>
            <p:nvPr/>
          </p:nvGrpSpPr>
          <p:grpSpPr>
            <a:xfrm>
              <a:off x="1795374" y="428844"/>
              <a:ext cx="221307" cy="221307"/>
              <a:chOff x="1795450" y="152325"/>
              <a:chExt cx="435300" cy="435300"/>
            </a:xfrm>
          </p:grpSpPr>
          <p:sp>
            <p:nvSpPr>
              <p:cNvPr id="1160" name="Google Shape;1160;p48"/>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8"/>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2" name="Google Shape;1162;p48"/>
            <p:cNvGrpSpPr/>
            <p:nvPr/>
          </p:nvGrpSpPr>
          <p:grpSpPr>
            <a:xfrm>
              <a:off x="2016674" y="144994"/>
              <a:ext cx="221307" cy="221307"/>
              <a:chOff x="1795450" y="152325"/>
              <a:chExt cx="435300" cy="435300"/>
            </a:xfrm>
          </p:grpSpPr>
          <p:sp>
            <p:nvSpPr>
              <p:cNvPr id="1163" name="Google Shape;1163;p48"/>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8"/>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65;p48"/>
            <p:cNvGrpSpPr/>
            <p:nvPr/>
          </p:nvGrpSpPr>
          <p:grpSpPr>
            <a:xfrm>
              <a:off x="2086774" y="768344"/>
              <a:ext cx="221307" cy="221307"/>
              <a:chOff x="1662238" y="602463"/>
              <a:chExt cx="435300" cy="435300"/>
            </a:xfrm>
          </p:grpSpPr>
          <p:sp>
            <p:nvSpPr>
              <p:cNvPr id="1166" name="Google Shape;1166;p48"/>
              <p:cNvSpPr/>
              <p:nvPr/>
            </p:nvSpPr>
            <p:spPr>
              <a:xfrm rot="5400000">
                <a:off x="1800088" y="602463"/>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8"/>
              <p:cNvSpPr/>
              <p:nvPr/>
            </p:nvSpPr>
            <p:spPr>
              <a:xfrm rot="10800000">
                <a:off x="1800088" y="602463"/>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p45"/>
          <p:cNvSpPr txBox="1">
            <a:spLocks noGrp="1"/>
          </p:cNvSpPr>
          <p:nvPr>
            <p:ph type="title"/>
          </p:nvPr>
        </p:nvSpPr>
        <p:spPr>
          <a:xfrm>
            <a:off x="3010966" y="287719"/>
            <a:ext cx="3122068"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t>Example: Birdsong </a:t>
            </a:r>
            <a:endParaRPr sz="2400" dirty="0"/>
          </a:p>
        </p:txBody>
      </p:sp>
      <p:sp>
        <p:nvSpPr>
          <p:cNvPr id="982" name="Google Shape;982;p45"/>
          <p:cNvSpPr txBox="1">
            <a:spLocks noGrp="1"/>
          </p:cNvSpPr>
          <p:nvPr>
            <p:ph type="subTitle" idx="1"/>
          </p:nvPr>
        </p:nvSpPr>
        <p:spPr>
          <a:xfrm>
            <a:off x="396272" y="729477"/>
            <a:ext cx="6306608" cy="4053874"/>
          </a:xfrm>
          <a:prstGeom prst="rect">
            <a:avLst/>
          </a:prstGeom>
        </p:spPr>
        <p:txBody>
          <a:bodyPr spcFirstLastPara="1" wrap="square" lIns="91425" tIns="91425" rIns="91425" bIns="91425" anchor="t" anchorCtr="0">
            <a:noAutofit/>
          </a:bodyPr>
          <a:lstStyle/>
          <a:p>
            <a:pPr marL="171450" indent="-171450">
              <a:lnSpc>
                <a:spcPct val="150000"/>
              </a:lnSpc>
              <a:buClr>
                <a:schemeClr val="dk1"/>
              </a:buClr>
              <a:buSzPts val="1100"/>
            </a:pPr>
            <a:r>
              <a:rPr lang="en-US" b="1" dirty="0">
                <a:solidFill>
                  <a:srgbClr val="0070C0"/>
                </a:solidFill>
              </a:rPr>
              <a:t>Why do birds sing? </a:t>
            </a:r>
            <a:r>
              <a:rPr lang="en-US" dirty="0">
                <a:sym typeface="Wingdings" panose="05000000000000000000" pitchFamily="2" charset="2"/>
              </a:rPr>
              <a:t> Not all birds sing.  </a:t>
            </a:r>
          </a:p>
          <a:p>
            <a:pPr marL="171450" indent="-171450">
              <a:lnSpc>
                <a:spcPct val="150000"/>
              </a:lnSpc>
              <a:buClr>
                <a:schemeClr val="dk1"/>
              </a:buClr>
              <a:buSzPts val="1100"/>
            </a:pPr>
            <a:r>
              <a:rPr lang="en-US" dirty="0">
                <a:sym typeface="Wingdings" panose="05000000000000000000" pitchFamily="2" charset="2"/>
              </a:rPr>
              <a:t>Among songbirds, </a:t>
            </a:r>
            <a:r>
              <a:rPr lang="en-US" dirty="0">
                <a:highlight>
                  <a:srgbClr val="FFFF00"/>
                </a:highlight>
                <a:sym typeface="Wingdings" panose="05000000000000000000" pitchFamily="2" charset="2"/>
              </a:rPr>
              <a:t>adult males generally do most of the singing</a:t>
            </a:r>
            <a:r>
              <a:rPr lang="en-US" dirty="0">
                <a:sym typeface="Wingdings" panose="05000000000000000000" pitchFamily="2" charset="2"/>
              </a:rPr>
              <a:t>, while females and immature males may sing less or not at all</a:t>
            </a:r>
          </a:p>
          <a:p>
            <a:pPr marL="171450" indent="-171450">
              <a:lnSpc>
                <a:spcPct val="150000"/>
              </a:lnSpc>
              <a:buClr>
                <a:schemeClr val="dk1"/>
              </a:buClr>
              <a:buSzPts val="1100"/>
            </a:pPr>
            <a:r>
              <a:rPr lang="en-US" dirty="0">
                <a:highlight>
                  <a:srgbClr val="FFFF00"/>
                </a:highlight>
                <a:sym typeface="Wingdings" panose="05000000000000000000" pitchFamily="2" charset="2"/>
              </a:rPr>
              <a:t>Adult males sing vigorously in spring and early summer (mating season) </a:t>
            </a:r>
            <a:r>
              <a:rPr lang="en-US" dirty="0">
                <a:sym typeface="Wingdings" panose="05000000000000000000" pitchFamily="2" charset="2"/>
              </a:rPr>
              <a:t>while during fall and winter they become silent or sing occasionally.</a:t>
            </a:r>
          </a:p>
          <a:p>
            <a:pPr marL="0" indent="0">
              <a:lnSpc>
                <a:spcPct val="150000"/>
              </a:lnSpc>
              <a:buClr>
                <a:schemeClr val="dk1"/>
              </a:buClr>
              <a:buSzPts val="1100"/>
              <a:buNone/>
            </a:pPr>
            <a:r>
              <a:rPr lang="en-US" b="1" dirty="0">
                <a:solidFill>
                  <a:srgbClr val="FF0000"/>
                </a:solidFill>
                <a:sym typeface="Wingdings" panose="05000000000000000000" pitchFamily="2" charset="2"/>
              </a:rPr>
              <a:t>PHYSIOLOGICAL EXPLANATION OF BIRDSONG</a:t>
            </a:r>
          </a:p>
          <a:p>
            <a:pPr marL="171450" indent="-171450">
              <a:lnSpc>
                <a:spcPct val="150000"/>
              </a:lnSpc>
              <a:buClr>
                <a:schemeClr val="dk1"/>
              </a:buClr>
              <a:buSzPts val="1100"/>
            </a:pPr>
            <a:r>
              <a:rPr lang="en-US" b="1" dirty="0">
                <a:sym typeface="Wingdings" panose="05000000000000000000" pitchFamily="2" charset="2"/>
              </a:rPr>
              <a:t>2 brain areas responsible for </a:t>
            </a:r>
            <a:r>
              <a:rPr lang="en-IN" b="1" dirty="0"/>
              <a:t>learning and production of </a:t>
            </a:r>
            <a:r>
              <a:rPr lang="en-US" b="1" dirty="0">
                <a:sym typeface="Wingdings" panose="05000000000000000000" pitchFamily="2" charset="2"/>
              </a:rPr>
              <a:t>singing </a:t>
            </a:r>
            <a:r>
              <a:rPr lang="en-US" b="1" dirty="0" err="1">
                <a:sym typeface="Wingdings" panose="05000000000000000000" pitchFamily="2" charset="2"/>
              </a:rPr>
              <a:t>behaviour</a:t>
            </a:r>
            <a:r>
              <a:rPr lang="en-US" b="1" dirty="0">
                <a:sym typeface="Wingdings" panose="05000000000000000000" pitchFamily="2" charset="2"/>
              </a:rPr>
              <a:t> in songbirds </a:t>
            </a:r>
          </a:p>
          <a:p>
            <a:pPr marL="628650" lvl="1" indent="-171450" algn="l">
              <a:lnSpc>
                <a:spcPct val="150000"/>
              </a:lnSpc>
              <a:buClr>
                <a:schemeClr val="dk1"/>
              </a:buClr>
              <a:buSzPts val="1100"/>
            </a:pPr>
            <a:r>
              <a:rPr lang="en-US" dirty="0">
                <a:highlight>
                  <a:srgbClr val="00FFFF"/>
                </a:highlight>
                <a:sym typeface="Wingdings" panose="05000000000000000000" pitchFamily="2" charset="2"/>
              </a:rPr>
              <a:t>Caudal nucleus of hyperstriatum ventral</a:t>
            </a:r>
          </a:p>
          <a:p>
            <a:pPr marL="628650" lvl="1" indent="-171450" algn="l">
              <a:lnSpc>
                <a:spcPct val="150000"/>
              </a:lnSpc>
              <a:buClr>
                <a:schemeClr val="dk1"/>
              </a:buClr>
              <a:buSzPts val="1100"/>
            </a:pPr>
            <a:r>
              <a:rPr lang="en-US" dirty="0">
                <a:highlight>
                  <a:srgbClr val="00FFFF"/>
                </a:highlight>
                <a:sym typeface="Wingdings" panose="05000000000000000000" pitchFamily="2" charset="2"/>
              </a:rPr>
              <a:t>Robust nucleus of </a:t>
            </a:r>
            <a:r>
              <a:rPr lang="en-US" dirty="0" err="1">
                <a:highlight>
                  <a:srgbClr val="00FFFF"/>
                </a:highlight>
                <a:sym typeface="Wingdings" panose="05000000000000000000" pitchFamily="2" charset="2"/>
              </a:rPr>
              <a:t>archistriatum</a:t>
            </a:r>
            <a:endParaRPr lang="en-US" dirty="0">
              <a:highlight>
                <a:srgbClr val="00FFFF"/>
              </a:highlight>
              <a:sym typeface="Wingdings" panose="05000000000000000000" pitchFamily="2" charset="2"/>
            </a:endParaRPr>
          </a:p>
          <a:p>
            <a:pPr marL="171450" indent="-171450">
              <a:lnSpc>
                <a:spcPct val="150000"/>
              </a:lnSpc>
              <a:buClr>
                <a:schemeClr val="dk1"/>
              </a:buClr>
              <a:buSzPts val="1100"/>
            </a:pPr>
            <a:r>
              <a:rPr lang="en-US" dirty="0">
                <a:sym typeface="Wingdings" panose="05000000000000000000" pitchFamily="2" charset="2"/>
              </a:rPr>
              <a:t>These areas are well developed in songbirds and are larger in size in males. </a:t>
            </a:r>
          </a:p>
          <a:p>
            <a:pPr marL="171450" indent="-171450">
              <a:lnSpc>
                <a:spcPct val="150000"/>
              </a:lnSpc>
              <a:buClr>
                <a:schemeClr val="dk1"/>
              </a:buClr>
              <a:buSzPts val="1100"/>
            </a:pPr>
            <a:r>
              <a:rPr lang="en-US" dirty="0">
                <a:highlight>
                  <a:srgbClr val="FFFF00"/>
                </a:highlight>
                <a:sym typeface="Wingdings" panose="05000000000000000000" pitchFamily="2" charset="2"/>
              </a:rPr>
              <a:t>Size of these brain areas depends on testosterone which is generally higher in levels in males</a:t>
            </a:r>
            <a:r>
              <a:rPr lang="en-US" dirty="0">
                <a:sym typeface="Wingdings" panose="05000000000000000000" pitchFamily="2" charset="2"/>
              </a:rPr>
              <a:t>. </a:t>
            </a:r>
          </a:p>
          <a:p>
            <a:pPr marL="171450" indent="-171450">
              <a:lnSpc>
                <a:spcPct val="150000"/>
              </a:lnSpc>
              <a:buClr>
                <a:schemeClr val="dk1"/>
              </a:buClr>
              <a:buSzPts val="1100"/>
            </a:pPr>
            <a:r>
              <a:rPr lang="en-US" dirty="0">
                <a:sym typeface="Wingdings" panose="05000000000000000000" pitchFamily="2" charset="2"/>
              </a:rPr>
              <a:t>At the start of the breeding season, testosterone levels rise in males, causing the brain areas responsible for birdsong to increase in size. </a:t>
            </a:r>
          </a:p>
          <a:p>
            <a:pPr marL="171450" indent="-171450">
              <a:lnSpc>
                <a:spcPct val="150000"/>
              </a:lnSpc>
              <a:buClr>
                <a:schemeClr val="dk1"/>
              </a:buClr>
              <a:buSzPts val="1100"/>
            </a:pPr>
            <a:r>
              <a:rPr lang="en-US" b="1" dirty="0">
                <a:solidFill>
                  <a:srgbClr val="0070C0"/>
                </a:solidFill>
                <a:sym typeface="Wingdings" panose="05000000000000000000" pitchFamily="2" charset="2"/>
              </a:rPr>
              <a:t>What if the testes are surgically removed from a male song bird? -</a:t>
            </a:r>
            <a:r>
              <a:rPr lang="en-US" dirty="0">
                <a:sym typeface="Wingdings" panose="05000000000000000000" pitchFamily="2" charset="2"/>
              </a:rPr>
              <a:t> testosterone levels drops  size of the relevant brain area decreases  stops singing. </a:t>
            </a:r>
          </a:p>
          <a:p>
            <a:pPr marL="171450" indent="-171450">
              <a:lnSpc>
                <a:spcPct val="150000"/>
              </a:lnSpc>
              <a:buClr>
                <a:schemeClr val="dk1"/>
              </a:buClr>
              <a:buSzPts val="1100"/>
            </a:pPr>
            <a:endParaRPr lang="en-US" dirty="0">
              <a:sym typeface="Wingdings" panose="05000000000000000000" pitchFamily="2" charset="2"/>
            </a:endParaRPr>
          </a:p>
          <a:p>
            <a:pPr marL="0" indent="0">
              <a:lnSpc>
                <a:spcPct val="150000"/>
              </a:lnSpc>
              <a:buClr>
                <a:schemeClr val="dk1"/>
              </a:buClr>
              <a:buSzPts val="1100"/>
              <a:buNone/>
            </a:pPr>
            <a:endParaRPr dirty="0"/>
          </a:p>
        </p:txBody>
      </p:sp>
      <p:grpSp>
        <p:nvGrpSpPr>
          <p:cNvPr id="1027" name="Google Shape;1027;p45"/>
          <p:cNvGrpSpPr/>
          <p:nvPr/>
        </p:nvGrpSpPr>
        <p:grpSpPr>
          <a:xfrm flipH="1">
            <a:off x="8211286" y="264894"/>
            <a:ext cx="580432" cy="615807"/>
            <a:chOff x="1795374" y="144994"/>
            <a:chExt cx="580432" cy="615807"/>
          </a:xfrm>
        </p:grpSpPr>
        <p:grpSp>
          <p:nvGrpSpPr>
            <p:cNvPr id="1028" name="Google Shape;1028;p45"/>
            <p:cNvGrpSpPr/>
            <p:nvPr/>
          </p:nvGrpSpPr>
          <p:grpSpPr>
            <a:xfrm>
              <a:off x="1795374" y="428844"/>
              <a:ext cx="221307" cy="221307"/>
              <a:chOff x="1795450" y="152325"/>
              <a:chExt cx="435300" cy="435300"/>
            </a:xfrm>
          </p:grpSpPr>
          <p:sp>
            <p:nvSpPr>
              <p:cNvPr id="1029" name="Google Shape;1029;p45"/>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5"/>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1" name="Google Shape;1031;p45"/>
            <p:cNvGrpSpPr/>
            <p:nvPr/>
          </p:nvGrpSpPr>
          <p:grpSpPr>
            <a:xfrm>
              <a:off x="2016674" y="144994"/>
              <a:ext cx="221307" cy="221307"/>
              <a:chOff x="1795450" y="152325"/>
              <a:chExt cx="435300" cy="435300"/>
            </a:xfrm>
          </p:grpSpPr>
          <p:sp>
            <p:nvSpPr>
              <p:cNvPr id="1032" name="Google Shape;1032;p45"/>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5"/>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45"/>
            <p:cNvGrpSpPr/>
            <p:nvPr/>
          </p:nvGrpSpPr>
          <p:grpSpPr>
            <a:xfrm>
              <a:off x="2154499" y="539494"/>
              <a:ext cx="221307" cy="221307"/>
              <a:chOff x="1795450" y="152325"/>
              <a:chExt cx="435300" cy="435300"/>
            </a:xfrm>
          </p:grpSpPr>
          <p:sp>
            <p:nvSpPr>
              <p:cNvPr id="1035" name="Google Shape;1035;p45"/>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5"/>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37" name="Google Shape;1037;p45"/>
          <p:cNvGrpSpPr/>
          <p:nvPr/>
        </p:nvGrpSpPr>
        <p:grpSpPr>
          <a:xfrm>
            <a:off x="106055" y="3682201"/>
            <a:ext cx="580432" cy="615807"/>
            <a:chOff x="1795374" y="144994"/>
            <a:chExt cx="580432" cy="615807"/>
          </a:xfrm>
        </p:grpSpPr>
        <p:grpSp>
          <p:nvGrpSpPr>
            <p:cNvPr id="1038" name="Google Shape;1038;p45"/>
            <p:cNvGrpSpPr/>
            <p:nvPr/>
          </p:nvGrpSpPr>
          <p:grpSpPr>
            <a:xfrm>
              <a:off x="1795374" y="428844"/>
              <a:ext cx="221307" cy="221307"/>
              <a:chOff x="1795450" y="152325"/>
              <a:chExt cx="435300" cy="435300"/>
            </a:xfrm>
          </p:grpSpPr>
          <p:sp>
            <p:nvSpPr>
              <p:cNvPr id="1039" name="Google Shape;1039;p45"/>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5"/>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1" name="Google Shape;1041;p45"/>
            <p:cNvGrpSpPr/>
            <p:nvPr/>
          </p:nvGrpSpPr>
          <p:grpSpPr>
            <a:xfrm>
              <a:off x="2016674" y="144994"/>
              <a:ext cx="221307" cy="221307"/>
              <a:chOff x="1795450" y="152325"/>
              <a:chExt cx="435300" cy="435300"/>
            </a:xfrm>
          </p:grpSpPr>
          <p:sp>
            <p:nvSpPr>
              <p:cNvPr id="1042" name="Google Shape;1042;p45"/>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5"/>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4" name="Google Shape;1044;p45"/>
            <p:cNvGrpSpPr/>
            <p:nvPr/>
          </p:nvGrpSpPr>
          <p:grpSpPr>
            <a:xfrm>
              <a:off x="2154499" y="539494"/>
              <a:ext cx="221307" cy="221307"/>
              <a:chOff x="1795450" y="152325"/>
              <a:chExt cx="435300" cy="435300"/>
            </a:xfrm>
          </p:grpSpPr>
          <p:sp>
            <p:nvSpPr>
              <p:cNvPr id="1045" name="Google Shape;1045;p45"/>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5"/>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 name="Online Media 1" title="Bird Song: Compilation of ORIENTAL MAGPIE-ROBIN Singing, Singapore">
            <a:hlinkClick r:id="" action="ppaction://media"/>
            <a:extLst>
              <a:ext uri="{FF2B5EF4-FFF2-40B4-BE49-F238E27FC236}">
                <a16:creationId xmlns:a16="http://schemas.microsoft.com/office/drawing/2014/main" id="{1DC885EE-546F-8FA2-5AB2-48569DCD49EA}"/>
              </a:ext>
            </a:extLst>
          </p:cNvPr>
          <p:cNvPicPr>
            <a:picLocks noRot="1" noChangeAspect="1"/>
          </p:cNvPicPr>
          <p:nvPr>
            <a:videoFile r:link="rId1"/>
          </p:nvPr>
        </p:nvPicPr>
        <p:blipFill>
          <a:blip r:embed="rId4"/>
          <a:stretch>
            <a:fillRect/>
          </a:stretch>
        </p:blipFill>
        <p:spPr>
          <a:xfrm>
            <a:off x="6472441" y="1211810"/>
            <a:ext cx="2485622" cy="1404257"/>
          </a:xfrm>
          <a:prstGeom prst="rect">
            <a:avLst/>
          </a:prstGeom>
        </p:spPr>
      </p:pic>
      <p:pic>
        <p:nvPicPr>
          <p:cNvPr id="6" name="Picture 5">
            <a:extLst>
              <a:ext uri="{FF2B5EF4-FFF2-40B4-BE49-F238E27FC236}">
                <a16:creationId xmlns:a16="http://schemas.microsoft.com/office/drawing/2014/main" id="{89F11D11-07A8-9E3A-FD10-8F79C08F7718}"/>
              </a:ext>
            </a:extLst>
          </p:cNvPr>
          <p:cNvPicPr>
            <a:picLocks noChangeAspect="1"/>
          </p:cNvPicPr>
          <p:nvPr/>
        </p:nvPicPr>
        <p:blipFill>
          <a:blip r:embed="rId5"/>
          <a:srcRect r="48699" b="33175"/>
          <a:stretch>
            <a:fillRect/>
          </a:stretch>
        </p:blipFill>
        <p:spPr>
          <a:xfrm>
            <a:off x="6472441" y="2751227"/>
            <a:ext cx="2495421" cy="20491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0">
          <a:extLst>
            <a:ext uri="{FF2B5EF4-FFF2-40B4-BE49-F238E27FC236}">
              <a16:creationId xmlns:a16="http://schemas.microsoft.com/office/drawing/2014/main" id="{AAF852AA-EA05-7D6F-00E7-AEB0B15D2D2F}"/>
            </a:ext>
          </a:extLst>
        </p:cNvPr>
        <p:cNvGrpSpPr/>
        <p:nvPr/>
      </p:nvGrpSpPr>
      <p:grpSpPr>
        <a:xfrm>
          <a:off x="0" y="0"/>
          <a:ext cx="0" cy="0"/>
          <a:chOff x="0" y="0"/>
          <a:chExt cx="0" cy="0"/>
        </a:xfrm>
      </p:grpSpPr>
      <p:sp>
        <p:nvSpPr>
          <p:cNvPr id="981" name="Google Shape;981;p45">
            <a:extLst>
              <a:ext uri="{FF2B5EF4-FFF2-40B4-BE49-F238E27FC236}">
                <a16:creationId xmlns:a16="http://schemas.microsoft.com/office/drawing/2014/main" id="{0E4B7E90-18AC-16A0-CD2A-4D61375C9E46}"/>
              </a:ext>
            </a:extLst>
          </p:cNvPr>
          <p:cNvSpPr txBox="1">
            <a:spLocks noGrp="1"/>
          </p:cNvSpPr>
          <p:nvPr>
            <p:ph type="title"/>
          </p:nvPr>
        </p:nvSpPr>
        <p:spPr>
          <a:xfrm>
            <a:off x="2385526" y="127756"/>
            <a:ext cx="4443027"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t>Example: Birdsong </a:t>
            </a:r>
            <a:r>
              <a:rPr lang="en-US" sz="1600" dirty="0"/>
              <a:t>(Cont.) </a:t>
            </a:r>
            <a:endParaRPr sz="2400" dirty="0"/>
          </a:p>
        </p:txBody>
      </p:sp>
      <p:sp>
        <p:nvSpPr>
          <p:cNvPr id="982" name="Google Shape;982;p45">
            <a:extLst>
              <a:ext uri="{FF2B5EF4-FFF2-40B4-BE49-F238E27FC236}">
                <a16:creationId xmlns:a16="http://schemas.microsoft.com/office/drawing/2014/main" id="{3BBF2CE2-348B-6F6B-A350-B7E1B8268147}"/>
              </a:ext>
            </a:extLst>
          </p:cNvPr>
          <p:cNvSpPr txBox="1">
            <a:spLocks noGrp="1"/>
          </p:cNvSpPr>
          <p:nvPr>
            <p:ph type="subTitle" idx="1"/>
          </p:nvPr>
        </p:nvSpPr>
        <p:spPr>
          <a:xfrm>
            <a:off x="396271" y="729477"/>
            <a:ext cx="8421539" cy="4053874"/>
          </a:xfrm>
          <a:prstGeom prst="rect">
            <a:avLst/>
          </a:prstGeom>
        </p:spPr>
        <p:txBody>
          <a:bodyPr spcFirstLastPara="1" wrap="square" lIns="91425" tIns="91425" rIns="91425" bIns="91425" anchor="t" anchorCtr="0">
            <a:noAutofit/>
          </a:bodyPr>
          <a:lstStyle/>
          <a:p>
            <a:pPr marL="171450" indent="-171450">
              <a:lnSpc>
                <a:spcPct val="150000"/>
              </a:lnSpc>
              <a:buClr>
                <a:schemeClr val="dk1"/>
              </a:buClr>
              <a:buSzPts val="1100"/>
            </a:pPr>
            <a:endParaRPr lang="en-US" dirty="0">
              <a:sym typeface="Wingdings" panose="05000000000000000000" pitchFamily="2" charset="2"/>
            </a:endParaRPr>
          </a:p>
          <a:p>
            <a:pPr marL="0" indent="0">
              <a:lnSpc>
                <a:spcPct val="150000"/>
              </a:lnSpc>
              <a:buClr>
                <a:schemeClr val="dk1"/>
              </a:buClr>
              <a:buSzPts val="1100"/>
              <a:buNone/>
            </a:pPr>
            <a:endParaRPr dirty="0"/>
          </a:p>
        </p:txBody>
      </p:sp>
      <p:grpSp>
        <p:nvGrpSpPr>
          <p:cNvPr id="1027" name="Google Shape;1027;p45">
            <a:extLst>
              <a:ext uri="{FF2B5EF4-FFF2-40B4-BE49-F238E27FC236}">
                <a16:creationId xmlns:a16="http://schemas.microsoft.com/office/drawing/2014/main" id="{0FE57245-A1C9-AF70-A09E-65A0D223790F}"/>
              </a:ext>
            </a:extLst>
          </p:cNvPr>
          <p:cNvGrpSpPr/>
          <p:nvPr/>
        </p:nvGrpSpPr>
        <p:grpSpPr>
          <a:xfrm flipH="1">
            <a:off x="8211286" y="264894"/>
            <a:ext cx="580432" cy="615807"/>
            <a:chOff x="1795374" y="144994"/>
            <a:chExt cx="580432" cy="615807"/>
          </a:xfrm>
        </p:grpSpPr>
        <p:grpSp>
          <p:nvGrpSpPr>
            <p:cNvPr id="1028" name="Google Shape;1028;p45">
              <a:extLst>
                <a:ext uri="{FF2B5EF4-FFF2-40B4-BE49-F238E27FC236}">
                  <a16:creationId xmlns:a16="http://schemas.microsoft.com/office/drawing/2014/main" id="{67568C6D-9828-307C-AC45-351ED387E6ED}"/>
                </a:ext>
              </a:extLst>
            </p:cNvPr>
            <p:cNvGrpSpPr/>
            <p:nvPr/>
          </p:nvGrpSpPr>
          <p:grpSpPr>
            <a:xfrm>
              <a:off x="1795374" y="428844"/>
              <a:ext cx="221307" cy="221307"/>
              <a:chOff x="1795450" y="152325"/>
              <a:chExt cx="435300" cy="435300"/>
            </a:xfrm>
          </p:grpSpPr>
          <p:sp>
            <p:nvSpPr>
              <p:cNvPr id="1029" name="Google Shape;1029;p45">
                <a:extLst>
                  <a:ext uri="{FF2B5EF4-FFF2-40B4-BE49-F238E27FC236}">
                    <a16:creationId xmlns:a16="http://schemas.microsoft.com/office/drawing/2014/main" id="{2E73E998-D3B9-A6D1-2DD7-F680CC852D9A}"/>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5">
                <a:extLst>
                  <a:ext uri="{FF2B5EF4-FFF2-40B4-BE49-F238E27FC236}">
                    <a16:creationId xmlns:a16="http://schemas.microsoft.com/office/drawing/2014/main" id="{9CB7C8FF-58F4-F91C-C922-D7D1FC536E59}"/>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1" name="Google Shape;1031;p45">
              <a:extLst>
                <a:ext uri="{FF2B5EF4-FFF2-40B4-BE49-F238E27FC236}">
                  <a16:creationId xmlns:a16="http://schemas.microsoft.com/office/drawing/2014/main" id="{18E62359-5E1E-2AC6-6055-BBB4525F7EBA}"/>
                </a:ext>
              </a:extLst>
            </p:cNvPr>
            <p:cNvGrpSpPr/>
            <p:nvPr/>
          </p:nvGrpSpPr>
          <p:grpSpPr>
            <a:xfrm>
              <a:off x="2016674" y="144994"/>
              <a:ext cx="221307" cy="221307"/>
              <a:chOff x="1795450" y="152325"/>
              <a:chExt cx="435300" cy="435300"/>
            </a:xfrm>
          </p:grpSpPr>
          <p:sp>
            <p:nvSpPr>
              <p:cNvPr id="1032" name="Google Shape;1032;p45">
                <a:extLst>
                  <a:ext uri="{FF2B5EF4-FFF2-40B4-BE49-F238E27FC236}">
                    <a16:creationId xmlns:a16="http://schemas.microsoft.com/office/drawing/2014/main" id="{86970007-A4CD-BB33-0E83-AAC25F29C54A}"/>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5">
                <a:extLst>
                  <a:ext uri="{FF2B5EF4-FFF2-40B4-BE49-F238E27FC236}">
                    <a16:creationId xmlns:a16="http://schemas.microsoft.com/office/drawing/2014/main" id="{2C2F5681-41C0-C288-B564-22151001C797}"/>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45">
              <a:extLst>
                <a:ext uri="{FF2B5EF4-FFF2-40B4-BE49-F238E27FC236}">
                  <a16:creationId xmlns:a16="http://schemas.microsoft.com/office/drawing/2014/main" id="{8E7A8659-CC23-FDE5-08B4-B82FC2123793}"/>
                </a:ext>
              </a:extLst>
            </p:cNvPr>
            <p:cNvGrpSpPr/>
            <p:nvPr/>
          </p:nvGrpSpPr>
          <p:grpSpPr>
            <a:xfrm>
              <a:off x="2154499" y="539494"/>
              <a:ext cx="221307" cy="221307"/>
              <a:chOff x="1795450" y="152325"/>
              <a:chExt cx="435300" cy="435300"/>
            </a:xfrm>
          </p:grpSpPr>
          <p:sp>
            <p:nvSpPr>
              <p:cNvPr id="1035" name="Google Shape;1035;p45">
                <a:extLst>
                  <a:ext uri="{FF2B5EF4-FFF2-40B4-BE49-F238E27FC236}">
                    <a16:creationId xmlns:a16="http://schemas.microsoft.com/office/drawing/2014/main" id="{C620EED1-C577-7DA1-20EC-90C696B1092B}"/>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5">
                <a:extLst>
                  <a:ext uri="{FF2B5EF4-FFF2-40B4-BE49-F238E27FC236}">
                    <a16:creationId xmlns:a16="http://schemas.microsoft.com/office/drawing/2014/main" id="{6A637F33-59C3-D54B-6527-EC793DD039D0}"/>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37" name="Google Shape;1037;p45">
            <a:extLst>
              <a:ext uri="{FF2B5EF4-FFF2-40B4-BE49-F238E27FC236}">
                <a16:creationId xmlns:a16="http://schemas.microsoft.com/office/drawing/2014/main" id="{FE869C7C-348A-F954-C01E-DD1AB6F948B4}"/>
              </a:ext>
            </a:extLst>
          </p:cNvPr>
          <p:cNvGrpSpPr/>
          <p:nvPr/>
        </p:nvGrpSpPr>
        <p:grpSpPr>
          <a:xfrm>
            <a:off x="106055" y="3682201"/>
            <a:ext cx="580432" cy="615807"/>
            <a:chOff x="1795374" y="144994"/>
            <a:chExt cx="580432" cy="615807"/>
          </a:xfrm>
        </p:grpSpPr>
        <p:grpSp>
          <p:nvGrpSpPr>
            <p:cNvPr id="1038" name="Google Shape;1038;p45">
              <a:extLst>
                <a:ext uri="{FF2B5EF4-FFF2-40B4-BE49-F238E27FC236}">
                  <a16:creationId xmlns:a16="http://schemas.microsoft.com/office/drawing/2014/main" id="{83BCAF5F-597D-7100-2538-8B164A9B6075}"/>
                </a:ext>
              </a:extLst>
            </p:cNvPr>
            <p:cNvGrpSpPr/>
            <p:nvPr/>
          </p:nvGrpSpPr>
          <p:grpSpPr>
            <a:xfrm>
              <a:off x="1795374" y="428844"/>
              <a:ext cx="221307" cy="221307"/>
              <a:chOff x="1795450" y="152325"/>
              <a:chExt cx="435300" cy="435300"/>
            </a:xfrm>
          </p:grpSpPr>
          <p:sp>
            <p:nvSpPr>
              <p:cNvPr id="1039" name="Google Shape;1039;p45">
                <a:extLst>
                  <a:ext uri="{FF2B5EF4-FFF2-40B4-BE49-F238E27FC236}">
                    <a16:creationId xmlns:a16="http://schemas.microsoft.com/office/drawing/2014/main" id="{DD0F8F28-EA05-0840-2DF3-F0E9A7FE06D2}"/>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5">
                <a:extLst>
                  <a:ext uri="{FF2B5EF4-FFF2-40B4-BE49-F238E27FC236}">
                    <a16:creationId xmlns:a16="http://schemas.microsoft.com/office/drawing/2014/main" id="{EE8F56FA-764D-00D6-0D8A-CD664FC3F1A4}"/>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1" name="Google Shape;1041;p45">
              <a:extLst>
                <a:ext uri="{FF2B5EF4-FFF2-40B4-BE49-F238E27FC236}">
                  <a16:creationId xmlns:a16="http://schemas.microsoft.com/office/drawing/2014/main" id="{29CA2595-DE03-B27B-5681-8DCF314305BD}"/>
                </a:ext>
              </a:extLst>
            </p:cNvPr>
            <p:cNvGrpSpPr/>
            <p:nvPr/>
          </p:nvGrpSpPr>
          <p:grpSpPr>
            <a:xfrm>
              <a:off x="2016674" y="144994"/>
              <a:ext cx="221307" cy="221307"/>
              <a:chOff x="1795450" y="152325"/>
              <a:chExt cx="435300" cy="435300"/>
            </a:xfrm>
          </p:grpSpPr>
          <p:sp>
            <p:nvSpPr>
              <p:cNvPr id="1042" name="Google Shape;1042;p45">
                <a:extLst>
                  <a:ext uri="{FF2B5EF4-FFF2-40B4-BE49-F238E27FC236}">
                    <a16:creationId xmlns:a16="http://schemas.microsoft.com/office/drawing/2014/main" id="{F71A3F05-B00C-B0C5-80AC-82B1AFADC08A}"/>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5">
                <a:extLst>
                  <a:ext uri="{FF2B5EF4-FFF2-40B4-BE49-F238E27FC236}">
                    <a16:creationId xmlns:a16="http://schemas.microsoft.com/office/drawing/2014/main" id="{E1ACD361-E6D5-620A-0CD6-4C00418E42E9}"/>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4" name="Google Shape;1044;p45">
              <a:extLst>
                <a:ext uri="{FF2B5EF4-FFF2-40B4-BE49-F238E27FC236}">
                  <a16:creationId xmlns:a16="http://schemas.microsoft.com/office/drawing/2014/main" id="{8E3D7D25-F323-0F5B-D46A-D0243D507458}"/>
                </a:ext>
              </a:extLst>
            </p:cNvPr>
            <p:cNvGrpSpPr/>
            <p:nvPr/>
          </p:nvGrpSpPr>
          <p:grpSpPr>
            <a:xfrm>
              <a:off x="2154499" y="539494"/>
              <a:ext cx="221307" cy="221307"/>
              <a:chOff x="1795450" y="152325"/>
              <a:chExt cx="435300" cy="435300"/>
            </a:xfrm>
          </p:grpSpPr>
          <p:sp>
            <p:nvSpPr>
              <p:cNvPr id="1045" name="Google Shape;1045;p45">
                <a:extLst>
                  <a:ext uri="{FF2B5EF4-FFF2-40B4-BE49-F238E27FC236}">
                    <a16:creationId xmlns:a16="http://schemas.microsoft.com/office/drawing/2014/main" id="{FD8760C4-3FD1-9D75-6B81-763645F2664D}"/>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5">
                <a:extLst>
                  <a:ext uri="{FF2B5EF4-FFF2-40B4-BE49-F238E27FC236}">
                    <a16:creationId xmlns:a16="http://schemas.microsoft.com/office/drawing/2014/main" id="{8E7D445E-B287-723A-27DC-B41D4E00DA4C}"/>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Google Shape;982;p45">
            <a:extLst>
              <a:ext uri="{FF2B5EF4-FFF2-40B4-BE49-F238E27FC236}">
                <a16:creationId xmlns:a16="http://schemas.microsoft.com/office/drawing/2014/main" id="{D34B3C2B-0FB9-D3B3-8427-59E80A7F5045}"/>
              </a:ext>
            </a:extLst>
          </p:cNvPr>
          <p:cNvSpPr txBox="1">
            <a:spLocks/>
          </p:cNvSpPr>
          <p:nvPr/>
        </p:nvSpPr>
        <p:spPr>
          <a:xfrm>
            <a:off x="325023" y="486201"/>
            <a:ext cx="8642840" cy="42963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5"/>
              </a:buClr>
              <a:buSzPts val="1600"/>
              <a:buFont typeface="Catamaran Light"/>
              <a:buChar char="●"/>
              <a:defRPr sz="1200" b="0" i="0" u="none" strike="noStrike" cap="none">
                <a:solidFill>
                  <a:schemeClr val="dk1"/>
                </a:solidFill>
                <a:latin typeface="Catamaran"/>
                <a:ea typeface="Catamaran"/>
                <a:cs typeface="Catamaran"/>
                <a:sym typeface="Catamaran"/>
              </a:defRPr>
            </a:lvl1pPr>
            <a:lvl2pPr marL="914400" marR="0" lvl="1" indent="-304800" algn="ctr" rtl="0">
              <a:lnSpc>
                <a:spcPct val="100000"/>
              </a:lnSpc>
              <a:spcBef>
                <a:spcPts val="0"/>
              </a:spcBef>
              <a:spcAft>
                <a:spcPts val="0"/>
              </a:spcAft>
              <a:buClr>
                <a:srgbClr val="E76A28"/>
              </a:buClr>
              <a:buSzPts val="1600"/>
              <a:buFont typeface="Nunito Light"/>
              <a:buChar char="○"/>
              <a:defRPr sz="1200" b="0" i="0" u="none" strike="noStrike" cap="none">
                <a:solidFill>
                  <a:schemeClr val="dk1"/>
                </a:solidFill>
                <a:latin typeface="Catamaran"/>
                <a:ea typeface="Catamaran"/>
                <a:cs typeface="Catamaran"/>
                <a:sym typeface="Catamaran"/>
              </a:defRPr>
            </a:lvl2pPr>
            <a:lvl3pPr marL="1371600" marR="0" lvl="2" indent="-304800" algn="ctr" rtl="0">
              <a:lnSpc>
                <a:spcPct val="100000"/>
              </a:lnSpc>
              <a:spcBef>
                <a:spcPts val="0"/>
              </a:spcBef>
              <a:spcAft>
                <a:spcPts val="0"/>
              </a:spcAft>
              <a:buClr>
                <a:srgbClr val="E76A28"/>
              </a:buClr>
              <a:buSzPts val="1500"/>
              <a:buFont typeface="Nunito Light"/>
              <a:buChar char="■"/>
              <a:defRPr sz="1200" b="0" i="0" u="none" strike="noStrike" cap="none">
                <a:solidFill>
                  <a:schemeClr val="dk1"/>
                </a:solidFill>
                <a:latin typeface="Catamaran"/>
                <a:ea typeface="Catamaran"/>
                <a:cs typeface="Catamaran"/>
                <a:sym typeface="Catamaran"/>
              </a:defRPr>
            </a:lvl3pPr>
            <a:lvl4pPr marL="1828800" marR="0" lvl="3" indent="-304800" algn="ctr" rtl="0">
              <a:lnSpc>
                <a:spcPct val="100000"/>
              </a:lnSpc>
              <a:spcBef>
                <a:spcPts val="0"/>
              </a:spcBef>
              <a:spcAft>
                <a:spcPts val="0"/>
              </a:spcAft>
              <a:buClr>
                <a:srgbClr val="E76A28"/>
              </a:buClr>
              <a:buSzPts val="1500"/>
              <a:buFont typeface="Nunito Light"/>
              <a:buChar char="●"/>
              <a:defRPr sz="1200" b="0" i="0" u="none" strike="noStrike" cap="none">
                <a:solidFill>
                  <a:schemeClr val="dk1"/>
                </a:solidFill>
                <a:latin typeface="Catamaran"/>
                <a:ea typeface="Catamaran"/>
                <a:cs typeface="Catamaran"/>
                <a:sym typeface="Catamaran"/>
              </a:defRPr>
            </a:lvl4pPr>
            <a:lvl5pPr marL="2286000" marR="0" lvl="4"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Catamaran"/>
                <a:ea typeface="Catamaran"/>
                <a:cs typeface="Catamaran"/>
                <a:sym typeface="Catamaran"/>
              </a:defRPr>
            </a:lvl5pPr>
            <a:lvl6pPr marL="2743200" marR="0" lvl="5"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Catamaran"/>
                <a:ea typeface="Catamaran"/>
                <a:cs typeface="Catamaran"/>
                <a:sym typeface="Catamaran"/>
              </a:defRPr>
            </a:lvl6pPr>
            <a:lvl7pPr marL="3200400" marR="0" lvl="6" indent="-304800" algn="ctr" rtl="0">
              <a:lnSpc>
                <a:spcPct val="100000"/>
              </a:lnSpc>
              <a:spcBef>
                <a:spcPts val="0"/>
              </a:spcBef>
              <a:spcAft>
                <a:spcPts val="0"/>
              </a:spcAft>
              <a:buClr>
                <a:srgbClr val="999999"/>
              </a:buClr>
              <a:buSzPts val="1300"/>
              <a:buFont typeface="Nunito Light"/>
              <a:buChar char="●"/>
              <a:defRPr sz="1200" b="0" i="0" u="none" strike="noStrike" cap="none">
                <a:solidFill>
                  <a:schemeClr val="dk1"/>
                </a:solidFill>
                <a:latin typeface="Catamaran"/>
                <a:ea typeface="Catamaran"/>
                <a:cs typeface="Catamaran"/>
                <a:sym typeface="Catamaran"/>
              </a:defRPr>
            </a:lvl7pPr>
            <a:lvl8pPr marL="3657600" marR="0" lvl="7" indent="-304800" algn="ctr" rtl="0">
              <a:lnSpc>
                <a:spcPct val="100000"/>
              </a:lnSpc>
              <a:spcBef>
                <a:spcPts val="0"/>
              </a:spcBef>
              <a:spcAft>
                <a:spcPts val="0"/>
              </a:spcAft>
              <a:buClr>
                <a:srgbClr val="999999"/>
              </a:buClr>
              <a:buSzPts val="1300"/>
              <a:buFont typeface="Nunito Light"/>
              <a:buChar char="○"/>
              <a:defRPr sz="1200" b="0" i="0" u="none" strike="noStrike" cap="none">
                <a:solidFill>
                  <a:schemeClr val="dk1"/>
                </a:solidFill>
                <a:latin typeface="Catamaran"/>
                <a:ea typeface="Catamaran"/>
                <a:cs typeface="Catamaran"/>
                <a:sym typeface="Catamaran"/>
              </a:defRPr>
            </a:lvl8pPr>
            <a:lvl9pPr marL="4114800" marR="0" lvl="8"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Catamaran"/>
                <a:ea typeface="Catamaran"/>
                <a:cs typeface="Catamaran"/>
                <a:sym typeface="Catamaran"/>
              </a:defRPr>
            </a:lvl9pPr>
          </a:lstStyle>
          <a:p>
            <a:pPr marL="171450" indent="-171450">
              <a:lnSpc>
                <a:spcPct val="150000"/>
              </a:lnSpc>
              <a:buClr>
                <a:schemeClr val="dk1"/>
              </a:buClr>
              <a:buSzPts val="1100"/>
            </a:pPr>
            <a:r>
              <a:rPr lang="en-US" b="1" dirty="0">
                <a:solidFill>
                  <a:srgbClr val="0070C0"/>
                </a:solidFill>
              </a:rPr>
              <a:t>What happens if large amounts of testosterone is injected into a female? – </a:t>
            </a:r>
            <a:r>
              <a:rPr lang="en-US" dirty="0">
                <a:solidFill>
                  <a:schemeClr val="tx1"/>
                </a:solidFill>
                <a:highlight>
                  <a:srgbClr val="FFFF00"/>
                </a:highlight>
              </a:rPr>
              <a:t>relevant brain areas grow in size </a:t>
            </a:r>
            <a:r>
              <a:rPr lang="en-US" dirty="0">
                <a:solidFill>
                  <a:schemeClr val="tx1"/>
                </a:solidFill>
                <a:highlight>
                  <a:srgbClr val="FFFF00"/>
                </a:highlight>
                <a:sym typeface="Wingdings" panose="05000000000000000000" pitchFamily="2" charset="2"/>
              </a:rPr>
              <a:t> female songbirds start singing</a:t>
            </a:r>
            <a:r>
              <a:rPr lang="en-US" dirty="0">
                <a:solidFill>
                  <a:schemeClr val="tx1"/>
                </a:solidFill>
                <a:sym typeface="Wingdings" panose="05000000000000000000" pitchFamily="2" charset="2"/>
              </a:rPr>
              <a:t>. This indicates that both size of the brain areas and the ability to sing depends on testosterone and not being a genetic male. </a:t>
            </a:r>
          </a:p>
          <a:p>
            <a:pPr marL="171450" indent="-171450">
              <a:lnSpc>
                <a:spcPct val="150000"/>
              </a:lnSpc>
              <a:buClr>
                <a:schemeClr val="dk1"/>
              </a:buClr>
              <a:buSzPts val="1100"/>
            </a:pPr>
            <a:r>
              <a:rPr lang="en-US" b="1" dirty="0">
                <a:solidFill>
                  <a:srgbClr val="0070C0"/>
                </a:solidFill>
                <a:sym typeface="Wingdings" panose="05000000000000000000" pitchFamily="2" charset="2"/>
              </a:rPr>
              <a:t>What happens if song control brain areas are damaged in male and female songbirds? – </a:t>
            </a:r>
            <a:r>
              <a:rPr lang="en-US" dirty="0">
                <a:solidFill>
                  <a:schemeClr val="tx1"/>
                </a:solidFill>
                <a:sym typeface="Wingdings" panose="05000000000000000000" pitchFamily="2" charset="2"/>
              </a:rPr>
              <a:t>the ability to sing gets </a:t>
            </a:r>
            <a:r>
              <a:rPr lang="en-US" dirty="0">
                <a:solidFill>
                  <a:schemeClr val="tx1"/>
                </a:solidFill>
                <a:highlight>
                  <a:srgbClr val="FFFF00"/>
                </a:highlight>
                <a:sym typeface="Wingdings" panose="05000000000000000000" pitchFamily="2" charset="2"/>
              </a:rPr>
              <a:t>disrupted in males</a:t>
            </a:r>
            <a:r>
              <a:rPr lang="en-US" dirty="0">
                <a:solidFill>
                  <a:schemeClr val="tx1"/>
                </a:solidFill>
                <a:sym typeface="Wingdings" panose="05000000000000000000" pitchFamily="2" charset="2"/>
              </a:rPr>
              <a:t>, whereas in </a:t>
            </a:r>
            <a:r>
              <a:rPr lang="en-US" dirty="0">
                <a:solidFill>
                  <a:schemeClr val="tx1"/>
                </a:solidFill>
                <a:highlight>
                  <a:srgbClr val="FFFF00"/>
                </a:highlight>
                <a:sym typeface="Wingdings" panose="05000000000000000000" pitchFamily="2" charset="2"/>
              </a:rPr>
              <a:t>females</a:t>
            </a:r>
            <a:r>
              <a:rPr lang="en-US" dirty="0">
                <a:solidFill>
                  <a:schemeClr val="tx1"/>
                </a:solidFill>
                <a:sym typeface="Wingdings" panose="05000000000000000000" pitchFamily="2" charset="2"/>
              </a:rPr>
              <a:t>, damage cannot decrease her singing because she did not sing even with an intact brain. Effect of her </a:t>
            </a:r>
            <a:r>
              <a:rPr lang="en-US" dirty="0" err="1">
                <a:solidFill>
                  <a:schemeClr val="tx1"/>
                </a:solidFill>
                <a:sym typeface="Wingdings" panose="05000000000000000000" pitchFamily="2" charset="2"/>
              </a:rPr>
              <a:t>behaviour</a:t>
            </a:r>
            <a:r>
              <a:rPr lang="en-US" dirty="0">
                <a:solidFill>
                  <a:schemeClr val="tx1"/>
                </a:solidFill>
                <a:sym typeface="Wingdings" panose="05000000000000000000" pitchFamily="2" charset="2"/>
              </a:rPr>
              <a:t> is that she </a:t>
            </a:r>
            <a:r>
              <a:rPr lang="en-US" dirty="0">
                <a:solidFill>
                  <a:schemeClr val="tx1"/>
                </a:solidFill>
                <a:highlight>
                  <a:srgbClr val="FFFF00"/>
                </a:highlight>
                <a:sym typeface="Wingdings" panose="05000000000000000000" pitchFamily="2" charset="2"/>
              </a:rPr>
              <a:t>no longer recognizes the song of her species</a:t>
            </a:r>
            <a:r>
              <a:rPr lang="en-US" dirty="0">
                <a:solidFill>
                  <a:schemeClr val="tx1"/>
                </a:solidFill>
                <a:sym typeface="Wingdings" panose="05000000000000000000" pitchFamily="2" charset="2"/>
              </a:rPr>
              <a:t>. </a:t>
            </a:r>
          </a:p>
          <a:p>
            <a:pPr marL="0" indent="0">
              <a:lnSpc>
                <a:spcPct val="150000"/>
              </a:lnSpc>
              <a:buClr>
                <a:schemeClr val="dk1"/>
              </a:buClr>
              <a:buSzPts val="1100"/>
              <a:buNone/>
            </a:pPr>
            <a:r>
              <a:rPr lang="en-US" b="1" dirty="0">
                <a:solidFill>
                  <a:srgbClr val="FF0000"/>
                </a:solidFill>
                <a:sym typeface="Wingdings" panose="05000000000000000000" pitchFamily="2" charset="2"/>
              </a:rPr>
              <a:t>ONTOGENETIC EXPLANATION OF BIRDSONG</a:t>
            </a:r>
          </a:p>
          <a:p>
            <a:pPr marL="171450" indent="-171450">
              <a:lnSpc>
                <a:spcPct val="150000"/>
              </a:lnSpc>
              <a:buClr>
                <a:schemeClr val="dk1"/>
              </a:buClr>
              <a:buSzPts val="1100"/>
            </a:pPr>
            <a:r>
              <a:rPr lang="en-US" b="1" dirty="0">
                <a:solidFill>
                  <a:srgbClr val="0070C0"/>
                </a:solidFill>
                <a:sym typeface="Wingdings" panose="05000000000000000000" pitchFamily="2" charset="2"/>
              </a:rPr>
              <a:t>How does songbirds know what to sing? – </a:t>
            </a:r>
            <a:r>
              <a:rPr lang="en-US" dirty="0">
                <a:solidFill>
                  <a:schemeClr val="tx1"/>
                </a:solidFill>
                <a:sym typeface="Wingdings" panose="05000000000000000000" pitchFamily="2" charset="2"/>
              </a:rPr>
              <a:t>They </a:t>
            </a:r>
            <a:r>
              <a:rPr lang="en-US" dirty="0">
                <a:solidFill>
                  <a:schemeClr val="tx1"/>
                </a:solidFill>
                <a:highlight>
                  <a:srgbClr val="FFFF00"/>
                </a:highlight>
                <a:sym typeface="Wingdings" panose="05000000000000000000" pitchFamily="2" charset="2"/>
              </a:rPr>
              <a:t>learn songs by listening to others of its species </a:t>
            </a:r>
            <a:r>
              <a:rPr lang="en-US" dirty="0">
                <a:solidFill>
                  <a:schemeClr val="tx1"/>
                </a:solidFill>
                <a:sym typeface="Wingdings" panose="05000000000000000000" pitchFamily="2" charset="2"/>
              </a:rPr>
              <a:t>during a </a:t>
            </a:r>
            <a:r>
              <a:rPr lang="en-US" b="1" dirty="0">
                <a:solidFill>
                  <a:schemeClr val="tx1"/>
                </a:solidFill>
                <a:sym typeface="Wingdings" panose="05000000000000000000" pitchFamily="2" charset="2"/>
              </a:rPr>
              <a:t>sensitive period </a:t>
            </a:r>
            <a:r>
              <a:rPr lang="en-US" dirty="0">
                <a:solidFill>
                  <a:schemeClr val="tx1"/>
                </a:solidFill>
                <a:sym typeface="Wingdings" panose="05000000000000000000" pitchFamily="2" charset="2"/>
              </a:rPr>
              <a:t>early in life. </a:t>
            </a:r>
          </a:p>
          <a:p>
            <a:pPr marL="171450" indent="-171450">
              <a:lnSpc>
                <a:spcPct val="150000"/>
              </a:lnSpc>
              <a:buClr>
                <a:schemeClr val="dk1"/>
              </a:buClr>
              <a:buSzPts val="1100"/>
            </a:pPr>
            <a:r>
              <a:rPr lang="en-US" dirty="0">
                <a:solidFill>
                  <a:schemeClr val="tx1"/>
                </a:solidFill>
                <a:sym typeface="Wingdings" panose="05000000000000000000" pitchFamily="2" charset="2"/>
              </a:rPr>
              <a:t>Sensitive period varies from species to species. </a:t>
            </a:r>
            <a:r>
              <a:rPr lang="en-US" sz="1100" dirty="0">
                <a:solidFill>
                  <a:srgbClr val="FF0000"/>
                </a:solidFill>
                <a:sym typeface="Wingdings" panose="05000000000000000000" pitchFamily="2" charset="2"/>
              </a:rPr>
              <a:t>Eg: In song sparrows, sensitive period lasts from about the age 20 days to about 60 days. Exposure to songs or recordings before age of 20 days or after 60 days has little effect. </a:t>
            </a:r>
            <a:endParaRPr lang="en-US" dirty="0">
              <a:solidFill>
                <a:srgbClr val="FF0000"/>
              </a:solidFill>
              <a:sym typeface="Wingdings" panose="05000000000000000000" pitchFamily="2" charset="2"/>
            </a:endParaRPr>
          </a:p>
          <a:p>
            <a:pPr marL="171450" indent="-171450">
              <a:lnSpc>
                <a:spcPct val="150000"/>
              </a:lnSpc>
              <a:buClr>
                <a:schemeClr val="dk1"/>
              </a:buClr>
              <a:buSzPts val="1100"/>
            </a:pPr>
            <a:r>
              <a:rPr lang="en-US" b="1" dirty="0">
                <a:solidFill>
                  <a:srgbClr val="0070C0"/>
                </a:solidFill>
                <a:sym typeface="Wingdings" panose="05000000000000000000" pitchFamily="2" charset="2"/>
              </a:rPr>
              <a:t>How does male sparrow learn a song? – </a:t>
            </a:r>
            <a:r>
              <a:rPr lang="en-US" dirty="0">
                <a:solidFill>
                  <a:schemeClr val="tx1"/>
                </a:solidFill>
                <a:sym typeface="Wingdings" panose="05000000000000000000" pitchFamily="2" charset="2"/>
              </a:rPr>
              <a:t>Through listening to the song of its species for a certain period of time, male sparrows set a template of what their song should sound like. Later, when testosterone levels are high enough to enable them to sing, they engage in apparent trial-and-error process to match their own song to the template. </a:t>
            </a:r>
          </a:p>
          <a:p>
            <a:pPr marL="171450" indent="-171450">
              <a:lnSpc>
                <a:spcPct val="150000"/>
              </a:lnSpc>
              <a:buClr>
                <a:schemeClr val="dk1"/>
              </a:buClr>
              <a:buSzPts val="1100"/>
            </a:pPr>
            <a:r>
              <a:rPr lang="en-US" b="1" dirty="0">
                <a:solidFill>
                  <a:srgbClr val="0070C0"/>
                </a:solidFill>
                <a:sym typeface="Wingdings" panose="05000000000000000000" pitchFamily="2" charset="2"/>
              </a:rPr>
              <a:t>What about female song sparrows? – </a:t>
            </a:r>
            <a:r>
              <a:rPr lang="en-US" dirty="0">
                <a:solidFill>
                  <a:schemeClr val="tx1"/>
                </a:solidFill>
                <a:sym typeface="Wingdings" panose="05000000000000000000" pitchFamily="2" charset="2"/>
              </a:rPr>
              <a:t>In nature, females do not sing, but they do learn their song so that they would be able to </a:t>
            </a:r>
            <a:r>
              <a:rPr lang="en-IN" dirty="0"/>
              <a:t>recognize whether a singing male belongs to their own species.</a:t>
            </a:r>
            <a:endParaRPr lang="en-US" dirty="0">
              <a:solidFill>
                <a:schemeClr val="tx1"/>
              </a:solidFill>
              <a:sym typeface="Wingdings" panose="05000000000000000000" pitchFamily="2" charset="2"/>
            </a:endParaRPr>
          </a:p>
          <a:p>
            <a:pPr marL="171450" indent="-171450">
              <a:lnSpc>
                <a:spcPct val="150000"/>
              </a:lnSpc>
              <a:buClr>
                <a:schemeClr val="dk1"/>
              </a:buClr>
              <a:buSzPts val="1100"/>
            </a:pPr>
            <a:endParaRPr lang="en-US" dirty="0">
              <a:solidFill>
                <a:schemeClr val="tx1"/>
              </a:solidFill>
              <a:sym typeface="Wingdings" panose="05000000000000000000" pitchFamily="2" charset="2"/>
            </a:endParaRPr>
          </a:p>
          <a:p>
            <a:pPr marL="171450" indent="-171450">
              <a:lnSpc>
                <a:spcPct val="150000"/>
              </a:lnSpc>
              <a:buClr>
                <a:schemeClr val="dk1"/>
              </a:buClr>
              <a:buSzPts val="1100"/>
            </a:pPr>
            <a:endParaRPr lang="en-US" dirty="0">
              <a:solidFill>
                <a:schemeClr val="tx1"/>
              </a:solidFill>
              <a:sym typeface="Wingdings" panose="05000000000000000000" pitchFamily="2" charset="2"/>
            </a:endParaRPr>
          </a:p>
          <a:p>
            <a:pPr marL="171450" indent="-171450">
              <a:lnSpc>
                <a:spcPct val="150000"/>
              </a:lnSpc>
              <a:buClr>
                <a:schemeClr val="dk1"/>
              </a:buClr>
              <a:buSzPts val="1100"/>
            </a:pPr>
            <a:endParaRPr lang="en-US" dirty="0">
              <a:solidFill>
                <a:srgbClr val="0070C0"/>
              </a:solidFill>
              <a:sym typeface="Wingdings" panose="05000000000000000000" pitchFamily="2" charset="2"/>
            </a:endParaRPr>
          </a:p>
          <a:p>
            <a:pPr marL="171450" indent="-171450">
              <a:lnSpc>
                <a:spcPct val="150000"/>
              </a:lnSpc>
              <a:buClr>
                <a:schemeClr val="dk1"/>
              </a:buClr>
              <a:buSzPts val="1100"/>
            </a:pPr>
            <a:endParaRPr lang="en-US" dirty="0">
              <a:solidFill>
                <a:schemeClr val="tx1"/>
              </a:solidFill>
              <a:sym typeface="Wingdings" panose="05000000000000000000" pitchFamily="2" charset="2"/>
            </a:endParaRPr>
          </a:p>
          <a:p>
            <a:pPr marL="171450" indent="-171450">
              <a:lnSpc>
                <a:spcPct val="150000"/>
              </a:lnSpc>
              <a:buClr>
                <a:schemeClr val="dk1"/>
              </a:buClr>
              <a:buSzPts val="1100"/>
            </a:pPr>
            <a:endParaRPr lang="en-US" dirty="0">
              <a:solidFill>
                <a:schemeClr val="tx1"/>
              </a:solidFill>
              <a:sym typeface="Wingdings" panose="05000000000000000000" pitchFamily="2" charset="2"/>
            </a:endParaRPr>
          </a:p>
          <a:p>
            <a:pPr marL="171450" indent="-171450">
              <a:lnSpc>
                <a:spcPct val="150000"/>
              </a:lnSpc>
              <a:buClr>
                <a:schemeClr val="dk1"/>
              </a:buClr>
              <a:buSzPts val="1100"/>
            </a:pPr>
            <a:endParaRPr lang="en-US" dirty="0">
              <a:sym typeface="Wingdings" panose="05000000000000000000" pitchFamily="2" charset="2"/>
            </a:endParaRPr>
          </a:p>
        </p:txBody>
      </p:sp>
    </p:spTree>
    <p:extLst>
      <p:ext uri="{BB962C8B-B14F-4D97-AF65-F5344CB8AC3E}">
        <p14:creationId xmlns:p14="http://schemas.microsoft.com/office/powerpoint/2010/main" val="3368204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0">
          <a:extLst>
            <a:ext uri="{FF2B5EF4-FFF2-40B4-BE49-F238E27FC236}">
              <a16:creationId xmlns:a16="http://schemas.microsoft.com/office/drawing/2014/main" id="{4617130D-8019-46C9-A165-46F260046CC8}"/>
            </a:ext>
          </a:extLst>
        </p:cNvPr>
        <p:cNvGrpSpPr/>
        <p:nvPr/>
      </p:nvGrpSpPr>
      <p:grpSpPr>
        <a:xfrm>
          <a:off x="0" y="0"/>
          <a:ext cx="0" cy="0"/>
          <a:chOff x="0" y="0"/>
          <a:chExt cx="0" cy="0"/>
        </a:xfrm>
      </p:grpSpPr>
      <p:sp>
        <p:nvSpPr>
          <p:cNvPr id="981" name="Google Shape;981;p45">
            <a:extLst>
              <a:ext uri="{FF2B5EF4-FFF2-40B4-BE49-F238E27FC236}">
                <a16:creationId xmlns:a16="http://schemas.microsoft.com/office/drawing/2014/main" id="{DDE16A95-1E85-E4F2-715B-06FE36BB6069}"/>
              </a:ext>
            </a:extLst>
          </p:cNvPr>
          <p:cNvSpPr txBox="1">
            <a:spLocks noGrp="1"/>
          </p:cNvSpPr>
          <p:nvPr>
            <p:ph type="title"/>
          </p:nvPr>
        </p:nvSpPr>
        <p:spPr>
          <a:xfrm>
            <a:off x="2385526" y="308002"/>
            <a:ext cx="4443027"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t>Example: Birdsong </a:t>
            </a:r>
            <a:r>
              <a:rPr lang="en-US" sz="1600" dirty="0"/>
              <a:t>(Cont.) </a:t>
            </a:r>
            <a:endParaRPr sz="2400" dirty="0"/>
          </a:p>
        </p:txBody>
      </p:sp>
      <p:sp>
        <p:nvSpPr>
          <p:cNvPr id="982" name="Google Shape;982;p45">
            <a:extLst>
              <a:ext uri="{FF2B5EF4-FFF2-40B4-BE49-F238E27FC236}">
                <a16:creationId xmlns:a16="http://schemas.microsoft.com/office/drawing/2014/main" id="{3071A276-B767-F6FB-1173-CBC9E1D4976F}"/>
              </a:ext>
            </a:extLst>
          </p:cNvPr>
          <p:cNvSpPr txBox="1">
            <a:spLocks noGrp="1"/>
          </p:cNvSpPr>
          <p:nvPr>
            <p:ph type="subTitle" idx="1"/>
          </p:nvPr>
        </p:nvSpPr>
        <p:spPr>
          <a:xfrm>
            <a:off x="396271" y="729477"/>
            <a:ext cx="8421539" cy="4053874"/>
          </a:xfrm>
          <a:prstGeom prst="rect">
            <a:avLst/>
          </a:prstGeom>
        </p:spPr>
        <p:txBody>
          <a:bodyPr spcFirstLastPara="1" wrap="square" lIns="91425" tIns="91425" rIns="91425" bIns="91425" anchor="t" anchorCtr="0">
            <a:noAutofit/>
          </a:bodyPr>
          <a:lstStyle/>
          <a:p>
            <a:pPr marL="171450" indent="-171450">
              <a:lnSpc>
                <a:spcPct val="150000"/>
              </a:lnSpc>
              <a:buClr>
                <a:schemeClr val="dk1"/>
              </a:buClr>
              <a:buSzPts val="1100"/>
            </a:pPr>
            <a:endParaRPr lang="en-US" dirty="0">
              <a:sym typeface="Wingdings" panose="05000000000000000000" pitchFamily="2" charset="2"/>
            </a:endParaRPr>
          </a:p>
          <a:p>
            <a:pPr marL="0" indent="0">
              <a:lnSpc>
                <a:spcPct val="150000"/>
              </a:lnSpc>
              <a:buClr>
                <a:schemeClr val="dk1"/>
              </a:buClr>
              <a:buSzPts val="1100"/>
              <a:buNone/>
            </a:pPr>
            <a:endParaRPr dirty="0"/>
          </a:p>
        </p:txBody>
      </p:sp>
      <p:grpSp>
        <p:nvGrpSpPr>
          <p:cNvPr id="1027" name="Google Shape;1027;p45">
            <a:extLst>
              <a:ext uri="{FF2B5EF4-FFF2-40B4-BE49-F238E27FC236}">
                <a16:creationId xmlns:a16="http://schemas.microsoft.com/office/drawing/2014/main" id="{7BBD45A0-3B06-3E15-C7C6-079D11F404E8}"/>
              </a:ext>
            </a:extLst>
          </p:cNvPr>
          <p:cNvGrpSpPr/>
          <p:nvPr/>
        </p:nvGrpSpPr>
        <p:grpSpPr>
          <a:xfrm flipH="1">
            <a:off x="8211286" y="264894"/>
            <a:ext cx="580432" cy="615807"/>
            <a:chOff x="1795374" y="144994"/>
            <a:chExt cx="580432" cy="615807"/>
          </a:xfrm>
        </p:grpSpPr>
        <p:grpSp>
          <p:nvGrpSpPr>
            <p:cNvPr id="1028" name="Google Shape;1028;p45">
              <a:extLst>
                <a:ext uri="{FF2B5EF4-FFF2-40B4-BE49-F238E27FC236}">
                  <a16:creationId xmlns:a16="http://schemas.microsoft.com/office/drawing/2014/main" id="{C52C7257-CCF0-B701-8EF9-E631008EEF75}"/>
                </a:ext>
              </a:extLst>
            </p:cNvPr>
            <p:cNvGrpSpPr/>
            <p:nvPr/>
          </p:nvGrpSpPr>
          <p:grpSpPr>
            <a:xfrm>
              <a:off x="1795374" y="428844"/>
              <a:ext cx="221307" cy="221307"/>
              <a:chOff x="1795450" y="152325"/>
              <a:chExt cx="435300" cy="435300"/>
            </a:xfrm>
          </p:grpSpPr>
          <p:sp>
            <p:nvSpPr>
              <p:cNvPr id="1029" name="Google Shape;1029;p45">
                <a:extLst>
                  <a:ext uri="{FF2B5EF4-FFF2-40B4-BE49-F238E27FC236}">
                    <a16:creationId xmlns:a16="http://schemas.microsoft.com/office/drawing/2014/main" id="{4446E55C-F1F1-98CD-B6AA-E18458D5152E}"/>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5">
                <a:extLst>
                  <a:ext uri="{FF2B5EF4-FFF2-40B4-BE49-F238E27FC236}">
                    <a16:creationId xmlns:a16="http://schemas.microsoft.com/office/drawing/2014/main" id="{955E2F19-E096-5C5B-DF5A-3ED13C0E60F5}"/>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1" name="Google Shape;1031;p45">
              <a:extLst>
                <a:ext uri="{FF2B5EF4-FFF2-40B4-BE49-F238E27FC236}">
                  <a16:creationId xmlns:a16="http://schemas.microsoft.com/office/drawing/2014/main" id="{A1C164E0-CB98-52B9-32DD-685CCAA17C68}"/>
                </a:ext>
              </a:extLst>
            </p:cNvPr>
            <p:cNvGrpSpPr/>
            <p:nvPr/>
          </p:nvGrpSpPr>
          <p:grpSpPr>
            <a:xfrm>
              <a:off x="2016674" y="144994"/>
              <a:ext cx="221307" cy="221307"/>
              <a:chOff x="1795450" y="152325"/>
              <a:chExt cx="435300" cy="435300"/>
            </a:xfrm>
          </p:grpSpPr>
          <p:sp>
            <p:nvSpPr>
              <p:cNvPr id="1032" name="Google Shape;1032;p45">
                <a:extLst>
                  <a:ext uri="{FF2B5EF4-FFF2-40B4-BE49-F238E27FC236}">
                    <a16:creationId xmlns:a16="http://schemas.microsoft.com/office/drawing/2014/main" id="{E9622BA4-949C-AFD9-2426-AE375ABDD38F}"/>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5">
                <a:extLst>
                  <a:ext uri="{FF2B5EF4-FFF2-40B4-BE49-F238E27FC236}">
                    <a16:creationId xmlns:a16="http://schemas.microsoft.com/office/drawing/2014/main" id="{855497C2-FF35-96B5-D498-564E7E766F08}"/>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45">
              <a:extLst>
                <a:ext uri="{FF2B5EF4-FFF2-40B4-BE49-F238E27FC236}">
                  <a16:creationId xmlns:a16="http://schemas.microsoft.com/office/drawing/2014/main" id="{AB72669E-E19D-9A55-097F-86419BBF5C4D}"/>
                </a:ext>
              </a:extLst>
            </p:cNvPr>
            <p:cNvGrpSpPr/>
            <p:nvPr/>
          </p:nvGrpSpPr>
          <p:grpSpPr>
            <a:xfrm>
              <a:off x="2154499" y="539494"/>
              <a:ext cx="221307" cy="221307"/>
              <a:chOff x="1795450" y="152325"/>
              <a:chExt cx="435300" cy="435300"/>
            </a:xfrm>
          </p:grpSpPr>
          <p:sp>
            <p:nvSpPr>
              <p:cNvPr id="1035" name="Google Shape;1035;p45">
                <a:extLst>
                  <a:ext uri="{FF2B5EF4-FFF2-40B4-BE49-F238E27FC236}">
                    <a16:creationId xmlns:a16="http://schemas.microsoft.com/office/drawing/2014/main" id="{A56CA122-C9F9-C161-EA76-4D403EDFF26F}"/>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5">
                <a:extLst>
                  <a:ext uri="{FF2B5EF4-FFF2-40B4-BE49-F238E27FC236}">
                    <a16:creationId xmlns:a16="http://schemas.microsoft.com/office/drawing/2014/main" id="{33D1554F-6DA4-B7A9-741D-B95986B6BFB0}"/>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37" name="Google Shape;1037;p45">
            <a:extLst>
              <a:ext uri="{FF2B5EF4-FFF2-40B4-BE49-F238E27FC236}">
                <a16:creationId xmlns:a16="http://schemas.microsoft.com/office/drawing/2014/main" id="{67BA8433-9DD5-B73F-E8BE-717CAC537268}"/>
              </a:ext>
            </a:extLst>
          </p:cNvPr>
          <p:cNvGrpSpPr/>
          <p:nvPr/>
        </p:nvGrpSpPr>
        <p:grpSpPr>
          <a:xfrm>
            <a:off x="106055" y="3682201"/>
            <a:ext cx="580432" cy="615807"/>
            <a:chOff x="1795374" y="144994"/>
            <a:chExt cx="580432" cy="615807"/>
          </a:xfrm>
        </p:grpSpPr>
        <p:grpSp>
          <p:nvGrpSpPr>
            <p:cNvPr id="1038" name="Google Shape;1038;p45">
              <a:extLst>
                <a:ext uri="{FF2B5EF4-FFF2-40B4-BE49-F238E27FC236}">
                  <a16:creationId xmlns:a16="http://schemas.microsoft.com/office/drawing/2014/main" id="{9FA53463-E1FA-A8B6-2DDC-00BF8B1DD2CF}"/>
                </a:ext>
              </a:extLst>
            </p:cNvPr>
            <p:cNvGrpSpPr/>
            <p:nvPr/>
          </p:nvGrpSpPr>
          <p:grpSpPr>
            <a:xfrm>
              <a:off x="1795374" y="428844"/>
              <a:ext cx="221307" cy="221307"/>
              <a:chOff x="1795450" y="152325"/>
              <a:chExt cx="435300" cy="435300"/>
            </a:xfrm>
          </p:grpSpPr>
          <p:sp>
            <p:nvSpPr>
              <p:cNvPr id="1039" name="Google Shape;1039;p45">
                <a:extLst>
                  <a:ext uri="{FF2B5EF4-FFF2-40B4-BE49-F238E27FC236}">
                    <a16:creationId xmlns:a16="http://schemas.microsoft.com/office/drawing/2014/main" id="{656F8893-9BB2-9181-B196-3051FE82C424}"/>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5">
                <a:extLst>
                  <a:ext uri="{FF2B5EF4-FFF2-40B4-BE49-F238E27FC236}">
                    <a16:creationId xmlns:a16="http://schemas.microsoft.com/office/drawing/2014/main" id="{85472130-B15E-4A4A-E0F0-CC053B05DD5E}"/>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1" name="Google Shape;1041;p45">
              <a:extLst>
                <a:ext uri="{FF2B5EF4-FFF2-40B4-BE49-F238E27FC236}">
                  <a16:creationId xmlns:a16="http://schemas.microsoft.com/office/drawing/2014/main" id="{572B494D-253D-2100-B595-EED15DDEBF06}"/>
                </a:ext>
              </a:extLst>
            </p:cNvPr>
            <p:cNvGrpSpPr/>
            <p:nvPr/>
          </p:nvGrpSpPr>
          <p:grpSpPr>
            <a:xfrm>
              <a:off x="2016674" y="144994"/>
              <a:ext cx="221307" cy="221307"/>
              <a:chOff x="1795450" y="152325"/>
              <a:chExt cx="435300" cy="435300"/>
            </a:xfrm>
          </p:grpSpPr>
          <p:sp>
            <p:nvSpPr>
              <p:cNvPr id="1042" name="Google Shape;1042;p45">
                <a:extLst>
                  <a:ext uri="{FF2B5EF4-FFF2-40B4-BE49-F238E27FC236}">
                    <a16:creationId xmlns:a16="http://schemas.microsoft.com/office/drawing/2014/main" id="{4540B31A-5FF9-1B8D-170A-72E1DF4CAF07}"/>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5">
                <a:extLst>
                  <a:ext uri="{FF2B5EF4-FFF2-40B4-BE49-F238E27FC236}">
                    <a16:creationId xmlns:a16="http://schemas.microsoft.com/office/drawing/2014/main" id="{95F6AD74-8A5A-F4FB-46EA-FCE1F072473A}"/>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4" name="Google Shape;1044;p45">
              <a:extLst>
                <a:ext uri="{FF2B5EF4-FFF2-40B4-BE49-F238E27FC236}">
                  <a16:creationId xmlns:a16="http://schemas.microsoft.com/office/drawing/2014/main" id="{971BCCBC-990A-73F2-6387-47493D5CC234}"/>
                </a:ext>
              </a:extLst>
            </p:cNvPr>
            <p:cNvGrpSpPr/>
            <p:nvPr/>
          </p:nvGrpSpPr>
          <p:grpSpPr>
            <a:xfrm>
              <a:off x="2154499" y="539494"/>
              <a:ext cx="221307" cy="221307"/>
              <a:chOff x="1795450" y="152325"/>
              <a:chExt cx="435300" cy="435300"/>
            </a:xfrm>
          </p:grpSpPr>
          <p:sp>
            <p:nvSpPr>
              <p:cNvPr id="1045" name="Google Shape;1045;p45">
                <a:extLst>
                  <a:ext uri="{FF2B5EF4-FFF2-40B4-BE49-F238E27FC236}">
                    <a16:creationId xmlns:a16="http://schemas.microsoft.com/office/drawing/2014/main" id="{E6CDD578-62E4-500B-A50D-D0FBDF594441}"/>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5">
                <a:extLst>
                  <a:ext uri="{FF2B5EF4-FFF2-40B4-BE49-F238E27FC236}">
                    <a16:creationId xmlns:a16="http://schemas.microsoft.com/office/drawing/2014/main" id="{065B732D-B8CC-D5FD-AB02-DF91C88864D8}"/>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Google Shape;982;p45">
            <a:extLst>
              <a:ext uri="{FF2B5EF4-FFF2-40B4-BE49-F238E27FC236}">
                <a16:creationId xmlns:a16="http://schemas.microsoft.com/office/drawing/2014/main" id="{73C31A7B-81C8-B420-8309-DF3DF60A340F}"/>
              </a:ext>
            </a:extLst>
          </p:cNvPr>
          <p:cNvSpPr txBox="1">
            <a:spLocks/>
          </p:cNvSpPr>
          <p:nvPr/>
        </p:nvSpPr>
        <p:spPr>
          <a:xfrm>
            <a:off x="437425" y="699968"/>
            <a:ext cx="8421539" cy="405387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5"/>
              </a:buClr>
              <a:buSzPts val="1600"/>
              <a:buFont typeface="Catamaran Light"/>
              <a:buChar char="●"/>
              <a:defRPr sz="1200" b="0" i="0" u="none" strike="noStrike" cap="none">
                <a:solidFill>
                  <a:schemeClr val="dk1"/>
                </a:solidFill>
                <a:latin typeface="Catamaran"/>
                <a:ea typeface="Catamaran"/>
                <a:cs typeface="Catamaran"/>
                <a:sym typeface="Catamaran"/>
              </a:defRPr>
            </a:lvl1pPr>
            <a:lvl2pPr marL="914400" marR="0" lvl="1" indent="-304800" algn="ctr" rtl="0">
              <a:lnSpc>
                <a:spcPct val="100000"/>
              </a:lnSpc>
              <a:spcBef>
                <a:spcPts val="0"/>
              </a:spcBef>
              <a:spcAft>
                <a:spcPts val="0"/>
              </a:spcAft>
              <a:buClr>
                <a:srgbClr val="E76A28"/>
              </a:buClr>
              <a:buSzPts val="1600"/>
              <a:buFont typeface="Nunito Light"/>
              <a:buChar char="○"/>
              <a:defRPr sz="1200" b="0" i="0" u="none" strike="noStrike" cap="none">
                <a:solidFill>
                  <a:schemeClr val="dk1"/>
                </a:solidFill>
                <a:latin typeface="Catamaran"/>
                <a:ea typeface="Catamaran"/>
                <a:cs typeface="Catamaran"/>
                <a:sym typeface="Catamaran"/>
              </a:defRPr>
            </a:lvl2pPr>
            <a:lvl3pPr marL="1371600" marR="0" lvl="2" indent="-304800" algn="ctr" rtl="0">
              <a:lnSpc>
                <a:spcPct val="100000"/>
              </a:lnSpc>
              <a:spcBef>
                <a:spcPts val="0"/>
              </a:spcBef>
              <a:spcAft>
                <a:spcPts val="0"/>
              </a:spcAft>
              <a:buClr>
                <a:srgbClr val="E76A28"/>
              </a:buClr>
              <a:buSzPts val="1500"/>
              <a:buFont typeface="Nunito Light"/>
              <a:buChar char="■"/>
              <a:defRPr sz="1200" b="0" i="0" u="none" strike="noStrike" cap="none">
                <a:solidFill>
                  <a:schemeClr val="dk1"/>
                </a:solidFill>
                <a:latin typeface="Catamaran"/>
                <a:ea typeface="Catamaran"/>
                <a:cs typeface="Catamaran"/>
                <a:sym typeface="Catamaran"/>
              </a:defRPr>
            </a:lvl3pPr>
            <a:lvl4pPr marL="1828800" marR="0" lvl="3" indent="-304800" algn="ctr" rtl="0">
              <a:lnSpc>
                <a:spcPct val="100000"/>
              </a:lnSpc>
              <a:spcBef>
                <a:spcPts val="0"/>
              </a:spcBef>
              <a:spcAft>
                <a:spcPts val="0"/>
              </a:spcAft>
              <a:buClr>
                <a:srgbClr val="E76A28"/>
              </a:buClr>
              <a:buSzPts val="1500"/>
              <a:buFont typeface="Nunito Light"/>
              <a:buChar char="●"/>
              <a:defRPr sz="1200" b="0" i="0" u="none" strike="noStrike" cap="none">
                <a:solidFill>
                  <a:schemeClr val="dk1"/>
                </a:solidFill>
                <a:latin typeface="Catamaran"/>
                <a:ea typeface="Catamaran"/>
                <a:cs typeface="Catamaran"/>
                <a:sym typeface="Catamaran"/>
              </a:defRPr>
            </a:lvl4pPr>
            <a:lvl5pPr marL="2286000" marR="0" lvl="4"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Catamaran"/>
                <a:ea typeface="Catamaran"/>
                <a:cs typeface="Catamaran"/>
                <a:sym typeface="Catamaran"/>
              </a:defRPr>
            </a:lvl5pPr>
            <a:lvl6pPr marL="2743200" marR="0" lvl="5"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Catamaran"/>
                <a:ea typeface="Catamaran"/>
                <a:cs typeface="Catamaran"/>
                <a:sym typeface="Catamaran"/>
              </a:defRPr>
            </a:lvl6pPr>
            <a:lvl7pPr marL="3200400" marR="0" lvl="6" indent="-304800" algn="ctr" rtl="0">
              <a:lnSpc>
                <a:spcPct val="100000"/>
              </a:lnSpc>
              <a:spcBef>
                <a:spcPts val="0"/>
              </a:spcBef>
              <a:spcAft>
                <a:spcPts val="0"/>
              </a:spcAft>
              <a:buClr>
                <a:srgbClr val="999999"/>
              </a:buClr>
              <a:buSzPts val="1300"/>
              <a:buFont typeface="Nunito Light"/>
              <a:buChar char="●"/>
              <a:defRPr sz="1200" b="0" i="0" u="none" strike="noStrike" cap="none">
                <a:solidFill>
                  <a:schemeClr val="dk1"/>
                </a:solidFill>
                <a:latin typeface="Catamaran"/>
                <a:ea typeface="Catamaran"/>
                <a:cs typeface="Catamaran"/>
                <a:sym typeface="Catamaran"/>
              </a:defRPr>
            </a:lvl7pPr>
            <a:lvl8pPr marL="3657600" marR="0" lvl="7" indent="-304800" algn="ctr" rtl="0">
              <a:lnSpc>
                <a:spcPct val="100000"/>
              </a:lnSpc>
              <a:spcBef>
                <a:spcPts val="0"/>
              </a:spcBef>
              <a:spcAft>
                <a:spcPts val="0"/>
              </a:spcAft>
              <a:buClr>
                <a:srgbClr val="999999"/>
              </a:buClr>
              <a:buSzPts val="1300"/>
              <a:buFont typeface="Nunito Light"/>
              <a:buChar char="○"/>
              <a:defRPr sz="1200" b="0" i="0" u="none" strike="noStrike" cap="none">
                <a:solidFill>
                  <a:schemeClr val="dk1"/>
                </a:solidFill>
                <a:latin typeface="Catamaran"/>
                <a:ea typeface="Catamaran"/>
                <a:cs typeface="Catamaran"/>
                <a:sym typeface="Catamaran"/>
              </a:defRPr>
            </a:lvl8pPr>
            <a:lvl9pPr marL="4114800" marR="0" lvl="8"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Catamaran"/>
                <a:ea typeface="Catamaran"/>
                <a:cs typeface="Catamaran"/>
                <a:sym typeface="Catamaran"/>
              </a:defRPr>
            </a:lvl9pPr>
          </a:lstStyle>
          <a:p>
            <a:pPr marL="0" indent="0">
              <a:lnSpc>
                <a:spcPct val="150000"/>
              </a:lnSpc>
              <a:buClr>
                <a:schemeClr val="dk1"/>
              </a:buClr>
              <a:buSzPts val="1100"/>
              <a:buNone/>
            </a:pPr>
            <a:r>
              <a:rPr lang="en-US" b="1" dirty="0">
                <a:solidFill>
                  <a:srgbClr val="FF0000"/>
                </a:solidFill>
                <a:sym typeface="Wingdings" panose="05000000000000000000" pitchFamily="2" charset="2"/>
              </a:rPr>
              <a:t>EVOLUTIONARY EXPLANATION OF BIRDSONG</a:t>
            </a:r>
          </a:p>
          <a:p>
            <a:pPr marL="171450" indent="-171450">
              <a:lnSpc>
                <a:spcPct val="150000"/>
              </a:lnSpc>
              <a:buClr>
                <a:schemeClr val="dk1"/>
              </a:buClr>
              <a:buSzPts val="1100"/>
            </a:pPr>
            <a:r>
              <a:rPr lang="en-US" sz="1400" dirty="0">
                <a:solidFill>
                  <a:schemeClr val="tx1"/>
                </a:solidFill>
                <a:sym typeface="Wingdings" panose="05000000000000000000" pitchFamily="2" charset="2"/>
              </a:rPr>
              <a:t>Through natural selection, each species evolves adaptations that distinguishes it from other species. </a:t>
            </a:r>
          </a:p>
          <a:p>
            <a:pPr marL="171450" indent="-171450">
              <a:lnSpc>
                <a:spcPct val="150000"/>
              </a:lnSpc>
              <a:buClr>
                <a:schemeClr val="dk1"/>
              </a:buClr>
              <a:buSzPts val="1100"/>
            </a:pPr>
            <a:r>
              <a:rPr lang="en-US" sz="1400" dirty="0">
                <a:solidFill>
                  <a:schemeClr val="tx1"/>
                </a:solidFill>
                <a:sym typeface="Wingdings" panose="05000000000000000000" pitchFamily="2" charset="2"/>
              </a:rPr>
              <a:t>Because such changes are slow and gradual, we can see in each species certain remnant characteristics of its ancestors.</a:t>
            </a:r>
          </a:p>
          <a:p>
            <a:pPr marL="171450" indent="-171450">
              <a:lnSpc>
                <a:spcPct val="150000"/>
              </a:lnSpc>
              <a:buClr>
                <a:schemeClr val="dk1"/>
              </a:buClr>
              <a:buSzPts val="1100"/>
            </a:pPr>
            <a:r>
              <a:rPr lang="en-IN" dirty="0">
                <a:solidFill>
                  <a:srgbClr val="FF0000"/>
                </a:solidFill>
              </a:rPr>
              <a:t>Eg: Certain pairs of species have similar songs. For example, dunlins and Baird’s sandpipers, two shorebird species, give their calls in distinct pulses, unlike other shorebirds. The similarity suggests that the two evolved from a single ancestor</a:t>
            </a:r>
            <a:r>
              <a:rPr lang="en-IN" sz="1100" dirty="0">
                <a:solidFill>
                  <a:srgbClr val="FF0000"/>
                </a:solidFill>
              </a:rPr>
              <a:t>.</a:t>
            </a:r>
          </a:p>
          <a:p>
            <a:pPr marL="0" indent="0">
              <a:lnSpc>
                <a:spcPct val="150000"/>
              </a:lnSpc>
              <a:buClr>
                <a:schemeClr val="dk1"/>
              </a:buClr>
              <a:buSzPts val="1100"/>
              <a:buNone/>
            </a:pPr>
            <a:endParaRPr lang="en-IN" sz="1100" dirty="0">
              <a:solidFill>
                <a:srgbClr val="FF0000"/>
              </a:solidFill>
              <a:sym typeface="Wingdings" panose="05000000000000000000" pitchFamily="2" charset="2"/>
            </a:endParaRPr>
          </a:p>
          <a:p>
            <a:pPr marL="0" indent="0">
              <a:lnSpc>
                <a:spcPct val="150000"/>
              </a:lnSpc>
              <a:buClr>
                <a:schemeClr val="dk1"/>
              </a:buClr>
              <a:buSzPts val="1100"/>
              <a:buNone/>
            </a:pPr>
            <a:r>
              <a:rPr lang="en-IN" b="1" dirty="0">
                <a:solidFill>
                  <a:srgbClr val="FF0000"/>
                </a:solidFill>
                <a:sym typeface="Wingdings" panose="05000000000000000000" pitchFamily="2" charset="2"/>
              </a:rPr>
              <a:t>FUNCTIONAL EXPLANATION OF BIRDSONG</a:t>
            </a:r>
          </a:p>
          <a:p>
            <a:pPr marL="171450" indent="-171450">
              <a:lnSpc>
                <a:spcPct val="150000"/>
              </a:lnSpc>
              <a:buClr>
                <a:schemeClr val="dk1"/>
              </a:buClr>
              <a:buSzPts val="1100"/>
            </a:pPr>
            <a:r>
              <a:rPr lang="en-US" sz="1400" dirty="0">
                <a:solidFill>
                  <a:schemeClr val="tx1"/>
                </a:solidFill>
                <a:sym typeface="Wingdings" panose="05000000000000000000" pitchFamily="2" charset="2"/>
              </a:rPr>
              <a:t>Two reasons why songbirds favor genes for learning and singing unique songs through natural selection</a:t>
            </a:r>
          </a:p>
          <a:p>
            <a:pPr marL="628650" lvl="1" indent="-171450" algn="l">
              <a:lnSpc>
                <a:spcPct val="150000"/>
              </a:lnSpc>
              <a:buClr>
                <a:schemeClr val="dk1"/>
              </a:buClr>
              <a:buSzPts val="1100"/>
            </a:pPr>
            <a:r>
              <a:rPr lang="en-US" sz="1400" dirty="0">
                <a:solidFill>
                  <a:schemeClr val="tx1"/>
                </a:solidFill>
                <a:highlight>
                  <a:srgbClr val="FFFF00"/>
                </a:highlight>
                <a:sym typeface="Wingdings" panose="05000000000000000000" pitchFamily="2" charset="2"/>
              </a:rPr>
              <a:t>Attract female species </a:t>
            </a:r>
            <a:r>
              <a:rPr lang="en-US" sz="1400" dirty="0">
                <a:solidFill>
                  <a:schemeClr val="tx1"/>
                </a:solidFill>
                <a:sym typeface="Wingdings" panose="05000000000000000000" pitchFamily="2" charset="2"/>
              </a:rPr>
              <a:t>and prime them to </a:t>
            </a:r>
            <a:r>
              <a:rPr lang="en-US" sz="1400" dirty="0">
                <a:solidFill>
                  <a:schemeClr val="tx1"/>
                </a:solidFill>
                <a:highlight>
                  <a:srgbClr val="FFFF00"/>
                </a:highlight>
                <a:sym typeface="Wingdings" panose="05000000000000000000" pitchFamily="2" charset="2"/>
              </a:rPr>
              <a:t>engage in reproductive </a:t>
            </a:r>
            <a:r>
              <a:rPr lang="en-US" sz="1400" dirty="0" err="1">
                <a:solidFill>
                  <a:schemeClr val="tx1"/>
                </a:solidFill>
                <a:highlight>
                  <a:srgbClr val="FFFF00"/>
                </a:highlight>
                <a:sym typeface="Wingdings" panose="05000000000000000000" pitchFamily="2" charset="2"/>
              </a:rPr>
              <a:t>behaviours</a:t>
            </a:r>
            <a:endParaRPr lang="en-US" sz="1400" dirty="0">
              <a:solidFill>
                <a:schemeClr val="tx1"/>
              </a:solidFill>
              <a:highlight>
                <a:srgbClr val="FFFF00"/>
              </a:highlight>
              <a:sym typeface="Wingdings" panose="05000000000000000000" pitchFamily="2" charset="2"/>
            </a:endParaRPr>
          </a:p>
          <a:p>
            <a:pPr marL="628650" lvl="1" indent="-171450" algn="l">
              <a:lnSpc>
                <a:spcPct val="150000"/>
              </a:lnSpc>
              <a:buClr>
                <a:schemeClr val="dk1"/>
              </a:buClr>
              <a:buSzPts val="1100"/>
            </a:pPr>
            <a:r>
              <a:rPr lang="en-US" sz="1400" dirty="0">
                <a:solidFill>
                  <a:schemeClr val="tx1"/>
                </a:solidFill>
                <a:sym typeface="Wingdings" panose="05000000000000000000" pitchFamily="2" charset="2"/>
              </a:rPr>
              <a:t>Alerts other males to his presence and announces that he is </a:t>
            </a:r>
            <a:r>
              <a:rPr lang="en-US" sz="1400" dirty="0">
                <a:solidFill>
                  <a:schemeClr val="tx1"/>
                </a:solidFill>
                <a:highlight>
                  <a:srgbClr val="FFFF00"/>
                </a:highlight>
                <a:sym typeface="Wingdings" panose="05000000000000000000" pitchFamily="2" charset="2"/>
              </a:rPr>
              <a:t>defending that territory</a:t>
            </a:r>
          </a:p>
          <a:p>
            <a:pPr marL="628650" lvl="1" indent="-171450" algn="l">
              <a:lnSpc>
                <a:spcPct val="150000"/>
              </a:lnSpc>
              <a:buClr>
                <a:schemeClr val="dk1"/>
              </a:buClr>
              <a:buSzPts val="1100"/>
            </a:pPr>
            <a:r>
              <a:rPr lang="en-US" sz="1400" dirty="0">
                <a:solidFill>
                  <a:schemeClr val="tx1"/>
                </a:solidFill>
                <a:sym typeface="Wingdings" panose="05000000000000000000" pitchFamily="2" charset="2"/>
              </a:rPr>
              <a:t>Choosing to sing unique songs because this will help females easily </a:t>
            </a:r>
            <a:r>
              <a:rPr lang="en-US" sz="1400" dirty="0">
                <a:solidFill>
                  <a:schemeClr val="tx1"/>
                </a:solidFill>
                <a:highlight>
                  <a:srgbClr val="FFFF00"/>
                </a:highlight>
                <a:sym typeface="Wingdings" panose="05000000000000000000" pitchFamily="2" charset="2"/>
              </a:rPr>
              <a:t>distinguish between other species</a:t>
            </a:r>
          </a:p>
          <a:p>
            <a:pPr marL="628650" lvl="1" indent="-171450" algn="l">
              <a:lnSpc>
                <a:spcPct val="150000"/>
              </a:lnSpc>
              <a:buClr>
                <a:schemeClr val="dk1"/>
              </a:buClr>
              <a:buSzPts val="1100"/>
            </a:pPr>
            <a:r>
              <a:rPr lang="en-US" sz="1400" dirty="0">
                <a:solidFill>
                  <a:schemeClr val="tx1"/>
                </a:solidFill>
                <a:sym typeface="Wingdings" panose="05000000000000000000" pitchFamily="2" charset="2"/>
              </a:rPr>
              <a:t>Male songbirds choose to sing only at the note ranging from </a:t>
            </a:r>
            <a:r>
              <a:rPr lang="en-US" sz="1400" dirty="0">
                <a:solidFill>
                  <a:schemeClr val="tx1"/>
                </a:solidFill>
                <a:highlight>
                  <a:srgbClr val="FFFF00"/>
                </a:highlight>
                <a:sym typeface="Wingdings" panose="05000000000000000000" pitchFamily="2" charset="2"/>
              </a:rPr>
              <a:t>1kHz – so that frequences don’t get carried over long distances and attract predators.</a:t>
            </a:r>
          </a:p>
          <a:p>
            <a:pPr marL="171450" indent="-171450">
              <a:lnSpc>
                <a:spcPct val="150000"/>
              </a:lnSpc>
              <a:buClr>
                <a:schemeClr val="dk1"/>
              </a:buClr>
              <a:buSzPts val="1100"/>
            </a:pPr>
            <a:endParaRPr lang="en-US" sz="1100" dirty="0">
              <a:solidFill>
                <a:srgbClr val="FF0000"/>
              </a:solidFill>
              <a:sym typeface="Wingdings" panose="05000000000000000000" pitchFamily="2" charset="2"/>
            </a:endParaRPr>
          </a:p>
          <a:p>
            <a:pPr marL="171450" indent="-171450">
              <a:lnSpc>
                <a:spcPct val="150000"/>
              </a:lnSpc>
              <a:buClr>
                <a:schemeClr val="dk1"/>
              </a:buClr>
              <a:buSzPts val="1100"/>
            </a:pPr>
            <a:endParaRPr lang="en-US" dirty="0">
              <a:solidFill>
                <a:schemeClr val="tx1"/>
              </a:solidFill>
              <a:sym typeface="Wingdings" panose="05000000000000000000" pitchFamily="2" charset="2"/>
            </a:endParaRPr>
          </a:p>
          <a:p>
            <a:pPr marL="171450" indent="-171450">
              <a:lnSpc>
                <a:spcPct val="150000"/>
              </a:lnSpc>
              <a:buClr>
                <a:schemeClr val="dk1"/>
              </a:buClr>
              <a:buSzPts val="1100"/>
            </a:pPr>
            <a:endParaRPr lang="en-US" dirty="0">
              <a:solidFill>
                <a:srgbClr val="0070C0"/>
              </a:solidFill>
              <a:sym typeface="Wingdings" panose="05000000000000000000" pitchFamily="2" charset="2"/>
            </a:endParaRPr>
          </a:p>
          <a:p>
            <a:pPr marL="171450" indent="-171450">
              <a:lnSpc>
                <a:spcPct val="150000"/>
              </a:lnSpc>
              <a:buClr>
                <a:schemeClr val="dk1"/>
              </a:buClr>
              <a:buSzPts val="1100"/>
            </a:pPr>
            <a:endParaRPr lang="en-US" dirty="0">
              <a:solidFill>
                <a:schemeClr val="tx1"/>
              </a:solidFill>
              <a:sym typeface="Wingdings" panose="05000000000000000000" pitchFamily="2" charset="2"/>
            </a:endParaRPr>
          </a:p>
          <a:p>
            <a:pPr marL="171450" indent="-171450">
              <a:lnSpc>
                <a:spcPct val="150000"/>
              </a:lnSpc>
              <a:buClr>
                <a:schemeClr val="dk1"/>
              </a:buClr>
              <a:buSzPts val="1100"/>
            </a:pPr>
            <a:endParaRPr lang="en-US" dirty="0">
              <a:solidFill>
                <a:schemeClr val="tx1"/>
              </a:solidFill>
              <a:sym typeface="Wingdings" panose="05000000000000000000" pitchFamily="2" charset="2"/>
            </a:endParaRPr>
          </a:p>
          <a:p>
            <a:pPr marL="171450" indent="-171450">
              <a:lnSpc>
                <a:spcPct val="150000"/>
              </a:lnSpc>
              <a:buClr>
                <a:schemeClr val="dk1"/>
              </a:buClr>
              <a:buSzPts val="1100"/>
            </a:pPr>
            <a:endParaRPr lang="en-US" dirty="0">
              <a:sym typeface="Wingdings" panose="05000000000000000000" pitchFamily="2" charset="2"/>
            </a:endParaRPr>
          </a:p>
        </p:txBody>
      </p:sp>
    </p:spTree>
    <p:extLst>
      <p:ext uri="{BB962C8B-B14F-4D97-AF65-F5344CB8AC3E}">
        <p14:creationId xmlns:p14="http://schemas.microsoft.com/office/powerpoint/2010/main" val="2566364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40"/>
          <p:cNvSpPr txBox="1">
            <a:spLocks noGrp="1"/>
          </p:cNvSpPr>
          <p:nvPr>
            <p:ph type="title"/>
          </p:nvPr>
        </p:nvSpPr>
        <p:spPr>
          <a:xfrm>
            <a:off x="1737964" y="141324"/>
            <a:ext cx="5969122" cy="1009839"/>
          </a:xfrm>
          <a:prstGeom prst="rect">
            <a:avLst/>
          </a:prstGeom>
        </p:spPr>
        <p:txBody>
          <a:bodyPr spcFirstLastPara="1" wrap="square" lIns="91425" tIns="91425" rIns="91425" bIns="91425" anchor="t" anchorCtr="0">
            <a:noAutofit/>
          </a:bodyPr>
          <a:lstStyle/>
          <a:p>
            <a:pPr lvl="0" algn="ctr"/>
            <a:r>
              <a:rPr lang="en-IN" sz="2400" dirty="0"/>
              <a:t>Research Methods of Biopsychology</a:t>
            </a:r>
            <a:br>
              <a:rPr lang="en-IN" sz="2400" dirty="0"/>
            </a:br>
            <a:r>
              <a:rPr lang="en-IN" sz="1600" dirty="0"/>
              <a:t>Methods of Studying the Nervous System</a:t>
            </a:r>
            <a:br>
              <a:rPr lang="en-IN" sz="1600" dirty="0"/>
            </a:br>
            <a:r>
              <a:rPr lang="en-IN" sz="1800" u="sng" dirty="0">
                <a:solidFill>
                  <a:srgbClr val="7030A0"/>
                </a:solidFill>
              </a:rPr>
              <a:t>Methods of Visualizing and Stimulating the Living Human Brain</a:t>
            </a:r>
            <a:endParaRPr sz="2400" u="sng" dirty="0">
              <a:solidFill>
                <a:srgbClr val="7030A0"/>
              </a:solidFill>
            </a:endParaRPr>
          </a:p>
        </p:txBody>
      </p:sp>
      <p:graphicFrame>
        <p:nvGraphicFramePr>
          <p:cNvPr id="680" name="Google Shape;680;p40"/>
          <p:cNvGraphicFramePr/>
          <p:nvPr>
            <p:extLst>
              <p:ext uri="{D42A27DB-BD31-4B8C-83A1-F6EECF244321}">
                <p14:modId xmlns:p14="http://schemas.microsoft.com/office/powerpoint/2010/main" val="2154396244"/>
              </p:ext>
            </p:extLst>
          </p:nvPr>
        </p:nvGraphicFramePr>
        <p:xfrm>
          <a:off x="755031" y="2248282"/>
          <a:ext cx="7633938" cy="2157558"/>
        </p:xfrm>
        <a:graphic>
          <a:graphicData uri="http://schemas.openxmlformats.org/drawingml/2006/table">
            <a:tbl>
              <a:tblPr>
                <a:noFill/>
                <a:tableStyleId>{F22DEABC-F492-44D9-B299-139734E1CD1A}</a:tableStyleId>
              </a:tblPr>
              <a:tblGrid>
                <a:gridCol w="2549813">
                  <a:extLst>
                    <a:ext uri="{9D8B030D-6E8A-4147-A177-3AD203B41FA5}">
                      <a16:colId xmlns:a16="http://schemas.microsoft.com/office/drawing/2014/main" val="20000"/>
                    </a:ext>
                  </a:extLst>
                </a:gridCol>
                <a:gridCol w="5084125">
                  <a:extLst>
                    <a:ext uri="{9D8B030D-6E8A-4147-A177-3AD203B41FA5}">
                      <a16:colId xmlns:a16="http://schemas.microsoft.com/office/drawing/2014/main" val="20001"/>
                    </a:ext>
                  </a:extLst>
                </a:gridCol>
              </a:tblGrid>
              <a:tr h="469642">
                <a:tc>
                  <a:txBody>
                    <a:bodyPr/>
                    <a:lstStyle/>
                    <a:p>
                      <a:pPr marL="0" lvl="0" indent="0" algn="l" rtl="0">
                        <a:spcBef>
                          <a:spcPts val="0"/>
                        </a:spcBef>
                        <a:spcAft>
                          <a:spcPts val="0"/>
                        </a:spcAft>
                        <a:buNone/>
                      </a:pPr>
                      <a:r>
                        <a:rPr lang="en-IN" sz="1200" b="1" dirty="0"/>
                        <a:t>X-Ray-Based Techniques</a:t>
                      </a:r>
                      <a:endParaRPr sz="1200" b="1" dirty="0">
                        <a:solidFill>
                          <a:schemeClr val="dk1"/>
                        </a:solidFill>
                        <a:latin typeface="Lexend"/>
                        <a:ea typeface="Lexend"/>
                        <a:cs typeface="Lexend"/>
                        <a:sym typeface="Lexend"/>
                      </a:endParaRPr>
                    </a:p>
                  </a:txBody>
                  <a:tcPr marL="91425" marR="91425" marT="0" marB="0" anchor="ctr">
                    <a:lnL w="28575" cap="flat" cmpd="sng">
                      <a:solidFill>
                        <a:schemeClr val="accent4"/>
                      </a:solidFill>
                      <a:prstDash val="solid"/>
                      <a:round/>
                      <a:headEnd type="none" w="sm" len="sm"/>
                      <a:tailEnd type="none" w="sm" len="sm"/>
                    </a:lnL>
                    <a:lnR w="28575" cap="flat" cmpd="sng">
                      <a:solidFill>
                        <a:schemeClr val="accent4"/>
                      </a:solidFill>
                      <a:prstDash val="solid"/>
                      <a:round/>
                      <a:headEnd type="none" w="sm" len="sm"/>
                      <a:tailEnd type="none" w="sm" len="sm"/>
                    </a:lnR>
                    <a:lnT w="28575" cap="flat" cmpd="sng">
                      <a:solidFill>
                        <a:schemeClr val="accent4"/>
                      </a:solidFill>
                      <a:prstDash val="solid"/>
                      <a:round/>
                      <a:headEnd type="none" w="sm" len="sm"/>
                      <a:tailEnd type="none" w="sm" len="sm"/>
                    </a:lnT>
                    <a:lnB w="28575" cap="flat" cmpd="sng">
                      <a:solidFill>
                        <a:schemeClr val="accent4"/>
                      </a:solidFill>
                      <a:prstDash val="solid"/>
                      <a:round/>
                      <a:headEnd type="none" w="sm" len="sm"/>
                      <a:tailEnd type="none" w="sm" len="sm"/>
                    </a:lnB>
                    <a:solidFill>
                      <a:schemeClr val="accent5"/>
                    </a:solidFill>
                  </a:tcPr>
                </a:tc>
                <a:tc>
                  <a:txBody>
                    <a:bodyPr/>
                    <a:lstStyle/>
                    <a:p>
                      <a:pPr marL="0" lvl="0" indent="0" algn="l" rtl="0">
                        <a:spcBef>
                          <a:spcPts val="0"/>
                        </a:spcBef>
                        <a:spcAft>
                          <a:spcPts val="1600"/>
                        </a:spcAft>
                        <a:buNone/>
                      </a:pPr>
                      <a:r>
                        <a:rPr lang="en-IN" sz="1200" dirty="0"/>
                        <a:t>Contrast x-ray (Cerebral Angiography), Computed tomography (CT) </a:t>
                      </a:r>
                      <a:endParaRPr sz="1200" dirty="0">
                        <a:solidFill>
                          <a:schemeClr val="dk1"/>
                        </a:solidFill>
                        <a:latin typeface="Catamaran"/>
                        <a:ea typeface="Catamaran"/>
                        <a:cs typeface="Catamaran"/>
                        <a:sym typeface="Catamaran"/>
                      </a:endParaRPr>
                    </a:p>
                  </a:txBody>
                  <a:tcPr marL="91425" marR="91425" marT="0" marB="0" anchor="ctr">
                    <a:lnL w="28575" cap="flat" cmpd="sng">
                      <a:solidFill>
                        <a:schemeClr val="accent4"/>
                      </a:solidFill>
                      <a:prstDash val="solid"/>
                      <a:round/>
                      <a:headEnd type="none" w="sm" len="sm"/>
                      <a:tailEnd type="none" w="sm" len="sm"/>
                    </a:lnL>
                    <a:lnR w="28575" cap="flat" cmpd="sng">
                      <a:solidFill>
                        <a:schemeClr val="accent4"/>
                      </a:solidFill>
                      <a:prstDash val="solid"/>
                      <a:round/>
                      <a:headEnd type="none" w="sm" len="sm"/>
                      <a:tailEnd type="none" w="sm" len="sm"/>
                    </a:lnR>
                    <a:lnT w="28575" cap="flat" cmpd="sng">
                      <a:solidFill>
                        <a:schemeClr val="accent4"/>
                      </a:solidFill>
                      <a:prstDash val="solid"/>
                      <a:round/>
                      <a:headEnd type="none" w="sm" len="sm"/>
                      <a:tailEnd type="none" w="sm" len="sm"/>
                    </a:lnT>
                    <a:lnB w="28575" cap="flat" cmpd="sng">
                      <a:solidFill>
                        <a:schemeClr val="accent4"/>
                      </a:solidFill>
                      <a:prstDash val="solid"/>
                      <a:round/>
                      <a:headEnd type="none" w="sm" len="sm"/>
                      <a:tailEnd type="none" w="sm" len="sm"/>
                    </a:lnB>
                  </a:tcPr>
                </a:tc>
                <a:extLst>
                  <a:ext uri="{0D108BD9-81ED-4DB2-BD59-A6C34878D82A}">
                    <a16:rowId xmlns:a16="http://schemas.microsoft.com/office/drawing/2014/main" val="10000"/>
                  </a:ext>
                </a:extLst>
              </a:tr>
              <a:tr h="469642">
                <a:tc>
                  <a:txBody>
                    <a:bodyPr/>
                    <a:lstStyle/>
                    <a:p>
                      <a:pPr marL="0" lvl="0" indent="0" algn="l" rtl="0">
                        <a:spcBef>
                          <a:spcPts val="0"/>
                        </a:spcBef>
                        <a:spcAft>
                          <a:spcPts val="0"/>
                        </a:spcAft>
                        <a:buNone/>
                      </a:pPr>
                      <a:r>
                        <a:rPr lang="en-IN" sz="1200" b="1" dirty="0"/>
                        <a:t>Radioactivity-Based Techniques</a:t>
                      </a:r>
                      <a:endParaRPr sz="1200" b="1" dirty="0">
                        <a:solidFill>
                          <a:schemeClr val="dk1"/>
                        </a:solidFill>
                        <a:latin typeface="Lexend"/>
                        <a:ea typeface="Lexend"/>
                        <a:cs typeface="Lexend"/>
                        <a:sym typeface="Lexend"/>
                      </a:endParaRPr>
                    </a:p>
                  </a:txBody>
                  <a:tcPr marL="91425" marR="91425" marT="0" marB="0" anchor="ctr">
                    <a:lnL w="28575" cap="flat" cmpd="sng">
                      <a:solidFill>
                        <a:schemeClr val="accent4"/>
                      </a:solidFill>
                      <a:prstDash val="solid"/>
                      <a:round/>
                      <a:headEnd type="none" w="sm" len="sm"/>
                      <a:tailEnd type="none" w="sm" len="sm"/>
                    </a:lnL>
                    <a:lnR w="28575" cap="flat" cmpd="sng">
                      <a:solidFill>
                        <a:schemeClr val="accent4"/>
                      </a:solidFill>
                      <a:prstDash val="solid"/>
                      <a:round/>
                      <a:headEnd type="none" w="sm" len="sm"/>
                      <a:tailEnd type="none" w="sm" len="sm"/>
                    </a:lnR>
                    <a:lnT w="28575" cap="flat" cmpd="sng">
                      <a:solidFill>
                        <a:schemeClr val="accent4"/>
                      </a:solidFill>
                      <a:prstDash val="solid"/>
                      <a:round/>
                      <a:headEnd type="none" w="sm" len="sm"/>
                      <a:tailEnd type="none" w="sm" len="sm"/>
                    </a:lnT>
                    <a:lnB w="28575" cap="flat" cmpd="sng">
                      <a:solidFill>
                        <a:schemeClr val="accent4"/>
                      </a:solidFill>
                      <a:prstDash val="solid"/>
                      <a:round/>
                      <a:headEnd type="none" w="sm" len="sm"/>
                      <a:tailEnd type="none" w="sm" len="sm"/>
                    </a:lnB>
                    <a:solidFill>
                      <a:schemeClr val="accent5"/>
                    </a:solidFill>
                  </a:tcPr>
                </a:tc>
                <a:tc>
                  <a:txBody>
                    <a:bodyPr/>
                    <a:lstStyle/>
                    <a:p>
                      <a:pPr marL="0" marR="0" lvl="0" indent="0" algn="l" rtl="0">
                        <a:lnSpc>
                          <a:spcPct val="100000"/>
                        </a:lnSpc>
                        <a:spcBef>
                          <a:spcPts val="0"/>
                        </a:spcBef>
                        <a:spcAft>
                          <a:spcPts val="1600"/>
                        </a:spcAft>
                        <a:buNone/>
                      </a:pPr>
                      <a:r>
                        <a:rPr lang="en-IN" sz="1200" dirty="0"/>
                        <a:t>Positron emission tomography (PET) </a:t>
                      </a:r>
                      <a:endParaRPr sz="1200" dirty="0">
                        <a:solidFill>
                          <a:schemeClr val="dk1"/>
                        </a:solidFill>
                        <a:latin typeface="Catamaran"/>
                        <a:ea typeface="Catamaran"/>
                        <a:cs typeface="Catamaran"/>
                        <a:sym typeface="Catamaran"/>
                      </a:endParaRPr>
                    </a:p>
                  </a:txBody>
                  <a:tcPr marL="91425" marR="91425" marT="0" marB="0" anchor="ctr">
                    <a:lnL w="28575" cap="flat" cmpd="sng">
                      <a:solidFill>
                        <a:schemeClr val="accent4"/>
                      </a:solidFill>
                      <a:prstDash val="solid"/>
                      <a:round/>
                      <a:headEnd type="none" w="sm" len="sm"/>
                      <a:tailEnd type="none" w="sm" len="sm"/>
                    </a:lnL>
                    <a:lnR w="28575" cap="flat" cmpd="sng">
                      <a:solidFill>
                        <a:schemeClr val="accent4"/>
                      </a:solidFill>
                      <a:prstDash val="solid"/>
                      <a:round/>
                      <a:headEnd type="none" w="sm" len="sm"/>
                      <a:tailEnd type="none" w="sm" len="sm"/>
                    </a:lnR>
                    <a:lnT w="28575" cap="flat" cmpd="sng">
                      <a:solidFill>
                        <a:schemeClr val="accent4"/>
                      </a:solidFill>
                      <a:prstDash val="solid"/>
                      <a:round/>
                      <a:headEnd type="none" w="sm" len="sm"/>
                      <a:tailEnd type="none" w="sm" len="sm"/>
                    </a:lnT>
                    <a:lnB w="28575" cap="flat" cmpd="sng">
                      <a:solidFill>
                        <a:schemeClr val="accent4"/>
                      </a:solidFill>
                      <a:prstDash val="solid"/>
                      <a:round/>
                      <a:headEnd type="none" w="sm" len="sm"/>
                      <a:tailEnd type="none" w="sm" len="sm"/>
                    </a:lnB>
                  </a:tcPr>
                </a:tc>
                <a:extLst>
                  <a:ext uri="{0D108BD9-81ED-4DB2-BD59-A6C34878D82A}">
                    <a16:rowId xmlns:a16="http://schemas.microsoft.com/office/drawing/2014/main" val="10001"/>
                  </a:ext>
                </a:extLst>
              </a:tr>
              <a:tr h="585346">
                <a:tc>
                  <a:txBody>
                    <a:bodyPr/>
                    <a:lstStyle/>
                    <a:p>
                      <a:pPr marL="0" lvl="0" indent="0" algn="l" rtl="0">
                        <a:lnSpc>
                          <a:spcPct val="150000"/>
                        </a:lnSpc>
                        <a:spcBef>
                          <a:spcPts val="0"/>
                        </a:spcBef>
                        <a:spcAft>
                          <a:spcPts val="0"/>
                        </a:spcAft>
                        <a:buNone/>
                      </a:pPr>
                      <a:r>
                        <a:rPr lang="en-IN" sz="1200" b="1" dirty="0"/>
                        <a:t>Magnetic-Field-Based Techniques</a:t>
                      </a:r>
                      <a:endParaRPr sz="1200" b="1" dirty="0">
                        <a:solidFill>
                          <a:schemeClr val="dk1"/>
                        </a:solidFill>
                        <a:latin typeface="Lexend"/>
                        <a:ea typeface="Lexend"/>
                        <a:cs typeface="Lexend"/>
                        <a:sym typeface="Lexend"/>
                      </a:endParaRPr>
                    </a:p>
                  </a:txBody>
                  <a:tcPr marL="91425" marR="91425" marT="0" marB="0" anchor="ctr">
                    <a:lnL w="28575" cap="flat" cmpd="sng">
                      <a:solidFill>
                        <a:schemeClr val="accent4"/>
                      </a:solidFill>
                      <a:prstDash val="solid"/>
                      <a:round/>
                      <a:headEnd type="none" w="sm" len="sm"/>
                      <a:tailEnd type="none" w="sm" len="sm"/>
                    </a:lnL>
                    <a:lnR w="28575" cap="flat" cmpd="sng">
                      <a:solidFill>
                        <a:schemeClr val="accent4"/>
                      </a:solidFill>
                      <a:prstDash val="solid"/>
                      <a:round/>
                      <a:headEnd type="none" w="sm" len="sm"/>
                      <a:tailEnd type="none" w="sm" len="sm"/>
                    </a:lnR>
                    <a:lnT w="28575" cap="flat" cmpd="sng">
                      <a:solidFill>
                        <a:schemeClr val="accent4"/>
                      </a:solidFill>
                      <a:prstDash val="solid"/>
                      <a:round/>
                      <a:headEnd type="none" w="sm" len="sm"/>
                      <a:tailEnd type="none" w="sm" len="sm"/>
                    </a:lnT>
                    <a:lnB w="28575" cap="flat" cmpd="sng">
                      <a:solidFill>
                        <a:schemeClr val="accent4"/>
                      </a:solidFill>
                      <a:prstDash val="solid"/>
                      <a:round/>
                      <a:headEnd type="none" w="sm" len="sm"/>
                      <a:tailEnd type="none" w="sm" len="sm"/>
                    </a:lnB>
                    <a:solidFill>
                      <a:schemeClr val="accent5"/>
                    </a:solidFill>
                  </a:tcPr>
                </a:tc>
                <a:tc>
                  <a:txBody>
                    <a:bodyPr/>
                    <a:lstStyle/>
                    <a:p>
                      <a:pPr marL="0" lvl="0" indent="0" algn="l" rtl="0">
                        <a:lnSpc>
                          <a:spcPct val="150000"/>
                        </a:lnSpc>
                        <a:spcBef>
                          <a:spcPts val="0"/>
                        </a:spcBef>
                        <a:spcAft>
                          <a:spcPts val="1600"/>
                        </a:spcAft>
                        <a:buNone/>
                      </a:pPr>
                      <a:r>
                        <a:rPr lang="en-IN" sz="1200" dirty="0"/>
                        <a:t>Magnetic resonance imaging (MRI), </a:t>
                      </a:r>
                      <a:r>
                        <a:rPr lang="en-IN" sz="1200" b="0" dirty="0">
                          <a:solidFill>
                            <a:schemeClr val="bg1">
                              <a:lumMod val="10000"/>
                            </a:schemeClr>
                          </a:solidFill>
                        </a:rPr>
                        <a:t>Magnetoencephalography,  </a:t>
                      </a:r>
                      <a:r>
                        <a:rPr lang="en-IN" sz="1200" dirty="0"/>
                        <a:t>Functional MRI (fMRI)</a:t>
                      </a:r>
                      <a:endParaRPr sz="1200" dirty="0">
                        <a:solidFill>
                          <a:schemeClr val="dk1"/>
                        </a:solidFill>
                        <a:latin typeface="Catamaran"/>
                        <a:ea typeface="Catamaran"/>
                        <a:cs typeface="Catamaran"/>
                        <a:sym typeface="Catamaran"/>
                      </a:endParaRPr>
                    </a:p>
                  </a:txBody>
                  <a:tcPr marL="91425" marR="91425" marT="0" marB="0" anchor="ctr">
                    <a:lnL w="28575" cap="flat" cmpd="sng">
                      <a:solidFill>
                        <a:schemeClr val="accent4"/>
                      </a:solidFill>
                      <a:prstDash val="solid"/>
                      <a:round/>
                      <a:headEnd type="none" w="sm" len="sm"/>
                      <a:tailEnd type="none" w="sm" len="sm"/>
                    </a:lnL>
                    <a:lnR w="28575" cap="flat" cmpd="sng">
                      <a:solidFill>
                        <a:schemeClr val="accent4"/>
                      </a:solidFill>
                      <a:prstDash val="solid"/>
                      <a:round/>
                      <a:headEnd type="none" w="sm" len="sm"/>
                      <a:tailEnd type="none" w="sm" len="sm"/>
                    </a:lnR>
                    <a:lnT w="28575" cap="flat" cmpd="sng">
                      <a:solidFill>
                        <a:schemeClr val="accent4"/>
                      </a:solidFill>
                      <a:prstDash val="solid"/>
                      <a:round/>
                      <a:headEnd type="none" w="sm" len="sm"/>
                      <a:tailEnd type="none" w="sm" len="sm"/>
                    </a:lnT>
                    <a:lnB w="28575" cap="flat" cmpd="sng">
                      <a:solidFill>
                        <a:schemeClr val="accent4"/>
                      </a:solidFill>
                      <a:prstDash val="solid"/>
                      <a:round/>
                      <a:headEnd type="none" w="sm" len="sm"/>
                      <a:tailEnd type="none" w="sm" len="sm"/>
                    </a:lnB>
                  </a:tcPr>
                </a:tc>
                <a:extLst>
                  <a:ext uri="{0D108BD9-81ED-4DB2-BD59-A6C34878D82A}">
                    <a16:rowId xmlns:a16="http://schemas.microsoft.com/office/drawing/2014/main" val="10002"/>
                  </a:ext>
                </a:extLst>
              </a:tr>
              <a:tr h="632928">
                <a:tc>
                  <a:txBody>
                    <a:bodyPr/>
                    <a:lstStyle/>
                    <a:p>
                      <a:pPr marL="0" lvl="0" indent="0" algn="l" rtl="0">
                        <a:spcBef>
                          <a:spcPts val="0"/>
                        </a:spcBef>
                        <a:spcAft>
                          <a:spcPts val="0"/>
                        </a:spcAft>
                        <a:buNone/>
                      </a:pPr>
                      <a:r>
                        <a:rPr lang="en-IN" sz="1200" b="1" dirty="0"/>
                        <a:t>Transcranial Stimulation</a:t>
                      </a:r>
                      <a:endParaRPr sz="1200" b="1" dirty="0">
                        <a:solidFill>
                          <a:schemeClr val="dk1"/>
                        </a:solidFill>
                        <a:latin typeface="Lexend"/>
                        <a:ea typeface="Lexend"/>
                        <a:cs typeface="Lexend"/>
                        <a:sym typeface="Lexend"/>
                      </a:endParaRPr>
                    </a:p>
                  </a:txBody>
                  <a:tcPr marL="91425" marR="91425" marT="0" marB="0" anchor="ctr">
                    <a:lnL w="28575" cap="flat" cmpd="sng">
                      <a:solidFill>
                        <a:schemeClr val="accent4"/>
                      </a:solidFill>
                      <a:prstDash val="solid"/>
                      <a:round/>
                      <a:headEnd type="none" w="sm" len="sm"/>
                      <a:tailEnd type="none" w="sm" len="sm"/>
                    </a:lnL>
                    <a:lnR w="28575" cap="flat" cmpd="sng" algn="ctr">
                      <a:solidFill>
                        <a:schemeClr val="accent4"/>
                      </a:solidFill>
                      <a:prstDash val="solid"/>
                      <a:round/>
                      <a:headEnd type="none" w="sm" len="sm"/>
                      <a:tailEnd type="none" w="sm" len="sm"/>
                    </a:lnR>
                    <a:lnT w="28575" cap="flat" cmpd="sng" algn="ctr">
                      <a:solidFill>
                        <a:schemeClr val="accent4"/>
                      </a:solidFill>
                      <a:prstDash val="solid"/>
                      <a:round/>
                      <a:headEnd type="none" w="sm" len="sm"/>
                      <a:tailEnd type="none" w="sm" len="sm"/>
                    </a:lnT>
                    <a:lnB w="28575" cap="flat" cmpd="sng">
                      <a:solidFill>
                        <a:schemeClr val="accent4"/>
                      </a:solidFill>
                      <a:prstDash val="solid"/>
                      <a:round/>
                      <a:headEnd type="none" w="sm" len="sm"/>
                      <a:tailEnd type="none" w="sm" len="sm"/>
                    </a:lnB>
                    <a:solidFill>
                      <a:schemeClr val="accent5"/>
                    </a:solidFill>
                  </a:tcPr>
                </a:tc>
                <a:tc>
                  <a:txBody>
                    <a:bodyPr/>
                    <a:lstStyle/>
                    <a:p>
                      <a:pPr marL="0" lvl="0" indent="0" algn="l" rtl="0">
                        <a:lnSpc>
                          <a:spcPct val="150000"/>
                        </a:lnSpc>
                        <a:spcBef>
                          <a:spcPts val="0"/>
                        </a:spcBef>
                        <a:spcAft>
                          <a:spcPts val="0"/>
                        </a:spcAft>
                        <a:buNone/>
                      </a:pPr>
                      <a:r>
                        <a:rPr lang="en-IN" sz="1200" dirty="0"/>
                        <a:t>Transcranial magnetic stimulation (TMS).</a:t>
                      </a:r>
                      <a:endParaRPr sz="1200" dirty="0">
                        <a:solidFill>
                          <a:schemeClr val="dk1"/>
                        </a:solidFill>
                        <a:latin typeface="Catamaran"/>
                        <a:ea typeface="Catamaran"/>
                        <a:cs typeface="Catamaran"/>
                        <a:sym typeface="Catamaran"/>
                      </a:endParaRPr>
                    </a:p>
                  </a:txBody>
                  <a:tcPr marL="91425" marR="91425" marT="0" marB="0" anchor="ctr">
                    <a:lnL w="28575" cap="flat" cmpd="sng" algn="ctr">
                      <a:solidFill>
                        <a:schemeClr val="accent4"/>
                      </a:solidFill>
                      <a:prstDash val="solid"/>
                      <a:round/>
                      <a:headEnd type="none" w="sm" len="sm"/>
                      <a:tailEnd type="none" w="sm" len="sm"/>
                    </a:lnL>
                    <a:lnR w="28575" cap="flat" cmpd="sng">
                      <a:solidFill>
                        <a:schemeClr val="accent4"/>
                      </a:solidFill>
                      <a:prstDash val="solid"/>
                      <a:round/>
                      <a:headEnd type="none" w="sm" len="sm"/>
                      <a:tailEnd type="none" w="sm" len="sm"/>
                    </a:lnR>
                    <a:lnT w="28575" cap="flat" cmpd="sng" algn="ctr">
                      <a:solidFill>
                        <a:schemeClr val="accent4"/>
                      </a:solidFill>
                      <a:prstDash val="solid"/>
                      <a:round/>
                      <a:headEnd type="none" w="sm" len="sm"/>
                      <a:tailEnd type="none" w="sm" len="sm"/>
                    </a:lnT>
                    <a:lnB w="28575" cap="flat" cmpd="sng">
                      <a:solidFill>
                        <a:schemeClr val="accent4"/>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681" name="Google Shape;681;p40"/>
          <p:cNvSpPr txBox="1"/>
          <p:nvPr/>
        </p:nvSpPr>
        <p:spPr>
          <a:xfrm>
            <a:off x="720000" y="1329822"/>
            <a:ext cx="7704000" cy="369900"/>
          </a:xfrm>
          <a:prstGeom prst="rect">
            <a:avLst/>
          </a:prstGeom>
          <a:noFill/>
          <a:ln>
            <a:noFill/>
          </a:ln>
        </p:spPr>
        <p:txBody>
          <a:bodyPr spcFirstLastPara="1" wrap="square" lIns="91425" tIns="91425" rIns="91425" bIns="91425" anchor="t" anchorCtr="0">
            <a:noAutofit/>
          </a:bodyPr>
          <a:lstStyle/>
          <a:p>
            <a:pPr lvl="0">
              <a:lnSpc>
                <a:spcPct val="150000"/>
              </a:lnSpc>
            </a:pPr>
            <a:r>
              <a:rPr lang="en-IN" sz="1200" b="1" dirty="0"/>
              <a:t>Biopsychologists</a:t>
            </a:r>
            <a:r>
              <a:rPr lang="en-IN" sz="1200" dirty="0"/>
              <a:t> use various methods to understand how the brain, nervous system, hormones, and </a:t>
            </a:r>
            <a:r>
              <a:rPr lang="en-IN" sz="1200" dirty="0" err="1"/>
              <a:t>behavior</a:t>
            </a:r>
            <a:r>
              <a:rPr lang="en-IN" sz="1200" dirty="0"/>
              <a:t> are related. These methods help researchers observe brain structure, measure brain activity, and sometimes stimulate specific brain areas to study their functions.</a:t>
            </a:r>
            <a:endParaRPr sz="1200" b="1" dirty="0">
              <a:solidFill>
                <a:schemeClr val="dk1"/>
              </a:solidFill>
              <a:latin typeface="Catamaran"/>
              <a:ea typeface="Catamaran"/>
              <a:cs typeface="Catamaran"/>
              <a:sym typeface="Catamar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4"/>
        <p:cNvGrpSpPr/>
        <p:nvPr/>
      </p:nvGrpSpPr>
      <p:grpSpPr>
        <a:xfrm>
          <a:off x="0" y="0"/>
          <a:ext cx="0" cy="0"/>
          <a:chOff x="0" y="0"/>
          <a:chExt cx="0" cy="0"/>
        </a:xfrm>
      </p:grpSpPr>
      <p:sp>
        <p:nvSpPr>
          <p:cNvPr id="1525" name="Google Shape;1525;p56"/>
          <p:cNvSpPr txBox="1">
            <a:spLocks noGrp="1"/>
          </p:cNvSpPr>
          <p:nvPr>
            <p:ph type="title"/>
          </p:nvPr>
        </p:nvSpPr>
        <p:spPr>
          <a:xfrm>
            <a:off x="2199450" y="222011"/>
            <a:ext cx="4745100" cy="457667"/>
          </a:xfrm>
          <a:prstGeom prst="rect">
            <a:avLst/>
          </a:prstGeom>
        </p:spPr>
        <p:txBody>
          <a:bodyPr spcFirstLastPara="1" wrap="square" lIns="91425" tIns="91425" rIns="91425" bIns="91425" anchor="b" anchorCtr="0">
            <a:noAutofit/>
          </a:bodyPr>
          <a:lstStyle/>
          <a:p>
            <a:pPr lvl="0" algn="ctr"/>
            <a:r>
              <a:rPr lang="en-IN" sz="2400" dirty="0">
                <a:solidFill>
                  <a:srgbClr val="FF0000"/>
                </a:solidFill>
              </a:rPr>
              <a:t>X-Ray-Based Techniques</a:t>
            </a:r>
            <a:endParaRPr sz="2400" dirty="0">
              <a:solidFill>
                <a:srgbClr val="FF0000"/>
              </a:solidFill>
            </a:endParaRPr>
          </a:p>
        </p:txBody>
      </p:sp>
      <p:sp>
        <p:nvSpPr>
          <p:cNvPr id="1526" name="Google Shape;1526;p56"/>
          <p:cNvSpPr txBox="1">
            <a:spLocks noGrp="1"/>
          </p:cNvSpPr>
          <p:nvPr>
            <p:ph type="subTitle" idx="1"/>
          </p:nvPr>
        </p:nvSpPr>
        <p:spPr>
          <a:xfrm>
            <a:off x="293585" y="827499"/>
            <a:ext cx="5217068" cy="3834963"/>
          </a:xfrm>
          <a:prstGeom prst="rect">
            <a:avLst/>
          </a:prstGeom>
        </p:spPr>
        <p:txBody>
          <a:bodyPr spcFirstLastPara="1" wrap="square" lIns="91425" tIns="91425" rIns="91425" bIns="91425" anchor="t" anchorCtr="0">
            <a:noAutofit/>
          </a:bodyPr>
          <a:lstStyle/>
          <a:p>
            <a:pPr marL="288000" lvl="0" indent="-285750" algn="l">
              <a:spcBef>
                <a:spcPts val="600"/>
              </a:spcBef>
              <a:spcAft>
                <a:spcPts val="600"/>
              </a:spcAft>
              <a:buFont typeface="Arial" panose="020B0604020202020204" pitchFamily="34" charset="0"/>
              <a:buChar char="•"/>
            </a:pPr>
            <a:r>
              <a:rPr lang="en-IN" sz="1400" b="1" dirty="0"/>
              <a:t>Conventional x-ray photography </a:t>
            </a:r>
            <a:r>
              <a:rPr lang="en-IN" sz="1400" dirty="0"/>
              <a:t>is </a:t>
            </a:r>
            <a:r>
              <a:rPr lang="en-IN" sz="1400" dirty="0">
                <a:highlight>
                  <a:srgbClr val="FFFF00"/>
                </a:highlight>
              </a:rPr>
              <a:t>ineffective</a:t>
            </a:r>
            <a:r>
              <a:rPr lang="en-IN" sz="1400" dirty="0"/>
              <a:t> in obtaining images of human brain </a:t>
            </a:r>
            <a:r>
              <a:rPr lang="en-IN" sz="1400" dirty="0">
                <a:highlight>
                  <a:srgbClr val="FFFF00"/>
                </a:highlight>
              </a:rPr>
              <a:t>because</a:t>
            </a:r>
            <a:r>
              <a:rPr lang="en-IN" sz="1400" dirty="0"/>
              <a:t>, when an x-ray photograph is taken, an x-ray beam is passed through an object and then onto a photographic plate. </a:t>
            </a:r>
          </a:p>
          <a:p>
            <a:pPr marL="288000" lvl="0" indent="-285750" algn="l">
              <a:spcBef>
                <a:spcPts val="600"/>
              </a:spcBef>
              <a:spcAft>
                <a:spcPts val="600"/>
              </a:spcAft>
              <a:buFont typeface="Arial" panose="020B0604020202020204" pitchFamily="34" charset="0"/>
              <a:buChar char="•"/>
            </a:pPr>
            <a:r>
              <a:rPr lang="en-IN" sz="1400" dirty="0"/>
              <a:t>Each molecule the beam has passed through absorbs some of the radiation; thus, </a:t>
            </a:r>
            <a:r>
              <a:rPr lang="en-IN" sz="1400" b="1" dirty="0"/>
              <a:t>only the unabsorbed portions of the beam reach the photographic plate</a:t>
            </a:r>
            <a:r>
              <a:rPr lang="en-IN" sz="1400" dirty="0"/>
              <a:t>. </a:t>
            </a:r>
            <a:r>
              <a:rPr lang="en-IN" sz="1200" dirty="0">
                <a:solidFill>
                  <a:srgbClr val="FF0000"/>
                </a:solidFill>
              </a:rPr>
              <a:t>(Eg: Bones absorb more photons thus image on photographic plate is white in colour. Whereas, tissues absorb less photons thus image on photographic plate is black in colour)</a:t>
            </a:r>
            <a:endParaRPr lang="en-IN" sz="1400" dirty="0">
              <a:solidFill>
                <a:srgbClr val="FF0000"/>
              </a:solidFill>
            </a:endParaRPr>
          </a:p>
          <a:p>
            <a:pPr marL="288000" lvl="0" indent="-285750" algn="l">
              <a:spcBef>
                <a:spcPts val="600"/>
              </a:spcBef>
              <a:spcAft>
                <a:spcPts val="600"/>
              </a:spcAft>
              <a:buFont typeface="Arial" panose="020B0604020202020204" pitchFamily="34" charset="0"/>
              <a:buChar char="•"/>
            </a:pPr>
            <a:r>
              <a:rPr lang="en-IN" sz="1400" dirty="0"/>
              <a:t>This makes x-ray photography effective in characterizing internal structures that absorb x-rays differently than their surroundings</a:t>
            </a:r>
          </a:p>
          <a:p>
            <a:pPr marL="288000" lvl="0" indent="-285750" algn="l">
              <a:spcBef>
                <a:spcPts val="600"/>
              </a:spcBef>
              <a:spcAft>
                <a:spcPts val="600"/>
              </a:spcAft>
              <a:buFont typeface="Arial" panose="020B0604020202020204" pitchFamily="34" charset="0"/>
              <a:buChar char="•"/>
            </a:pPr>
            <a:r>
              <a:rPr lang="en-IN" sz="1400" dirty="0"/>
              <a:t>However, by the time an </a:t>
            </a:r>
            <a:r>
              <a:rPr lang="en-IN" sz="1400" dirty="0">
                <a:highlight>
                  <a:srgbClr val="FFFF00"/>
                </a:highlight>
              </a:rPr>
              <a:t>x-ray beam has passed through the numerous overlapping structures of the brain, </a:t>
            </a:r>
            <a:r>
              <a:rPr lang="en-IN" sz="1400" b="1" dirty="0">
                <a:highlight>
                  <a:srgbClr val="FFFF00"/>
                </a:highlight>
              </a:rPr>
              <a:t>which differ only slightly in their ability to absorb x-rays</a:t>
            </a:r>
            <a:r>
              <a:rPr lang="en-IN" sz="1400" dirty="0">
                <a:highlight>
                  <a:srgbClr val="FFFF00"/>
                </a:highlight>
              </a:rPr>
              <a:t>, it carries little information about the structures through which it has passed.</a:t>
            </a:r>
            <a:endParaRPr sz="1400" dirty="0">
              <a:highlight>
                <a:srgbClr val="FFFF00"/>
              </a:highlight>
            </a:endParaRPr>
          </a:p>
        </p:txBody>
      </p:sp>
      <p:grpSp>
        <p:nvGrpSpPr>
          <p:cNvPr id="1527" name="Google Shape;1527;p56"/>
          <p:cNvGrpSpPr/>
          <p:nvPr/>
        </p:nvGrpSpPr>
        <p:grpSpPr>
          <a:xfrm rot="10800000" flipH="1">
            <a:off x="278056" y="276920"/>
            <a:ext cx="580432" cy="615807"/>
            <a:chOff x="1795374" y="144994"/>
            <a:chExt cx="580432" cy="615807"/>
          </a:xfrm>
        </p:grpSpPr>
        <p:grpSp>
          <p:nvGrpSpPr>
            <p:cNvPr id="1528" name="Google Shape;1528;p56"/>
            <p:cNvGrpSpPr/>
            <p:nvPr/>
          </p:nvGrpSpPr>
          <p:grpSpPr>
            <a:xfrm>
              <a:off x="1795374" y="428844"/>
              <a:ext cx="221307" cy="221307"/>
              <a:chOff x="1795450" y="152325"/>
              <a:chExt cx="435300" cy="435300"/>
            </a:xfrm>
          </p:grpSpPr>
          <p:sp>
            <p:nvSpPr>
              <p:cNvPr id="1529" name="Google Shape;1529;p56"/>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1" name="Google Shape;1531;p56"/>
            <p:cNvGrpSpPr/>
            <p:nvPr/>
          </p:nvGrpSpPr>
          <p:grpSpPr>
            <a:xfrm>
              <a:off x="2016674" y="144994"/>
              <a:ext cx="221307" cy="221307"/>
              <a:chOff x="1795450" y="152325"/>
              <a:chExt cx="435300" cy="435300"/>
            </a:xfrm>
          </p:grpSpPr>
          <p:sp>
            <p:nvSpPr>
              <p:cNvPr id="1532" name="Google Shape;1532;p56"/>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p:cNvGrpSpPr/>
            <p:nvPr/>
          </p:nvGrpSpPr>
          <p:grpSpPr>
            <a:xfrm>
              <a:off x="2154499" y="539494"/>
              <a:ext cx="221307" cy="221307"/>
              <a:chOff x="1795450" y="152325"/>
              <a:chExt cx="435300" cy="435300"/>
            </a:xfrm>
          </p:grpSpPr>
          <p:sp>
            <p:nvSpPr>
              <p:cNvPr id="1535" name="Google Shape;1535;p56"/>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p:cNvGrpSpPr/>
          <p:nvPr/>
        </p:nvGrpSpPr>
        <p:grpSpPr>
          <a:xfrm rot="10800000" flipH="1">
            <a:off x="7688486" y="3525094"/>
            <a:ext cx="624407" cy="837107"/>
            <a:chOff x="1714774" y="144994"/>
            <a:chExt cx="624407" cy="837107"/>
          </a:xfrm>
        </p:grpSpPr>
        <p:grpSp>
          <p:nvGrpSpPr>
            <p:cNvPr id="1538" name="Google Shape;1538;p56"/>
            <p:cNvGrpSpPr/>
            <p:nvPr/>
          </p:nvGrpSpPr>
          <p:grpSpPr>
            <a:xfrm>
              <a:off x="1714774" y="428844"/>
              <a:ext cx="221307" cy="221307"/>
              <a:chOff x="1636913" y="152325"/>
              <a:chExt cx="435300" cy="435300"/>
            </a:xfrm>
          </p:grpSpPr>
          <p:sp>
            <p:nvSpPr>
              <p:cNvPr id="1539" name="Google Shape;1539;p56"/>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p:cNvGrpSpPr/>
            <p:nvPr/>
          </p:nvGrpSpPr>
          <p:grpSpPr>
            <a:xfrm>
              <a:off x="2016674" y="144994"/>
              <a:ext cx="221307" cy="221307"/>
              <a:chOff x="1795450" y="152325"/>
              <a:chExt cx="435300" cy="435300"/>
            </a:xfrm>
          </p:grpSpPr>
          <p:sp>
            <p:nvSpPr>
              <p:cNvPr id="1542" name="Google Shape;1542;p56"/>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p:cNvGrpSpPr/>
            <p:nvPr/>
          </p:nvGrpSpPr>
          <p:grpSpPr>
            <a:xfrm>
              <a:off x="2117874" y="760794"/>
              <a:ext cx="221307" cy="221307"/>
              <a:chOff x="1723410" y="587612"/>
              <a:chExt cx="435300" cy="435300"/>
            </a:xfrm>
          </p:grpSpPr>
          <p:sp>
            <p:nvSpPr>
              <p:cNvPr id="1545" name="Google Shape;1545;p56"/>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p:cNvGrpSpPr/>
          <p:nvPr/>
        </p:nvGrpSpPr>
        <p:grpSpPr>
          <a:xfrm>
            <a:off x="7998962" y="3487011"/>
            <a:ext cx="1129890" cy="1307765"/>
            <a:chOff x="903017" y="1084368"/>
            <a:chExt cx="2842858" cy="3519632"/>
          </a:xfrm>
        </p:grpSpPr>
        <p:grpSp>
          <p:nvGrpSpPr>
            <p:cNvPr id="1548" name="Google Shape;1548;p56"/>
            <p:cNvGrpSpPr/>
            <p:nvPr/>
          </p:nvGrpSpPr>
          <p:grpSpPr>
            <a:xfrm>
              <a:off x="1293675" y="1084368"/>
              <a:ext cx="2452200" cy="3519632"/>
              <a:chOff x="1293675" y="1084368"/>
              <a:chExt cx="2452200" cy="3519632"/>
            </a:xfrm>
          </p:grpSpPr>
          <p:sp>
            <p:nvSpPr>
              <p:cNvPr id="1549" name="Google Shape;1549;p56"/>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p:cNvGrpSpPr/>
              <p:nvPr/>
            </p:nvGrpSpPr>
            <p:grpSpPr>
              <a:xfrm>
                <a:off x="1889368" y="1084368"/>
                <a:ext cx="1022302" cy="3422376"/>
                <a:chOff x="4234075" y="610525"/>
                <a:chExt cx="1209824" cy="4050150"/>
              </a:xfrm>
            </p:grpSpPr>
            <p:sp>
              <p:nvSpPr>
                <p:cNvPr id="1551" name="Google Shape;1551;p56"/>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p:cNvGrpSpPr/>
            <p:nvPr/>
          </p:nvGrpSpPr>
          <p:grpSpPr>
            <a:xfrm>
              <a:off x="903017" y="1941617"/>
              <a:ext cx="720974" cy="814938"/>
              <a:chOff x="6262730" y="1524357"/>
              <a:chExt cx="1960766" cy="2216313"/>
            </a:xfrm>
          </p:grpSpPr>
          <p:sp>
            <p:nvSpPr>
              <p:cNvPr id="1649" name="Google Shape;1649;p56"/>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p:cNvGrpSpPr/>
              <p:nvPr/>
            </p:nvGrpSpPr>
            <p:grpSpPr>
              <a:xfrm>
                <a:off x="6510063" y="2116342"/>
                <a:ext cx="1394647" cy="1073540"/>
                <a:chOff x="8930438" y="2116354"/>
                <a:chExt cx="1394647" cy="1073540"/>
              </a:xfrm>
            </p:grpSpPr>
            <p:sp>
              <p:nvSpPr>
                <p:cNvPr id="1652" name="Google Shape;1652;p56"/>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cxnSp>
        <p:nvCxnSpPr>
          <p:cNvPr id="1655" name="Google Shape;1655;p56"/>
          <p:cNvCxnSpPr>
            <a:cxnSpLocks/>
          </p:cNvCxnSpPr>
          <p:nvPr/>
        </p:nvCxnSpPr>
        <p:spPr>
          <a:xfrm>
            <a:off x="2587039" y="584824"/>
            <a:ext cx="3969921" cy="0"/>
          </a:xfrm>
          <a:prstGeom prst="straightConnector1">
            <a:avLst/>
          </a:prstGeom>
          <a:noFill/>
          <a:ln w="38100" cap="flat" cmpd="sng">
            <a:solidFill>
              <a:schemeClr val="accent6"/>
            </a:solidFill>
            <a:prstDash val="solid"/>
            <a:round/>
            <a:headEnd type="none" w="med" len="med"/>
            <a:tailEnd type="none" w="med" len="med"/>
          </a:ln>
        </p:spPr>
      </p:cxnSp>
      <p:pic>
        <p:nvPicPr>
          <p:cNvPr id="3" name="Online Media 2" title="How do X-rays work? - Human Body Skeleton X-ray | Science for Kids | Educational Videos by Mocomi">
            <a:hlinkClick r:id="" action="ppaction://media"/>
            <a:extLst>
              <a:ext uri="{FF2B5EF4-FFF2-40B4-BE49-F238E27FC236}">
                <a16:creationId xmlns:a16="http://schemas.microsoft.com/office/drawing/2014/main" id="{DEEDB54C-E8FE-F3E8-4696-58879BE75F17}"/>
              </a:ext>
            </a:extLst>
          </p:cNvPr>
          <p:cNvPicPr>
            <a:picLocks noRot="1" noChangeAspect="1"/>
          </p:cNvPicPr>
          <p:nvPr>
            <a:videoFile r:link="rId1"/>
          </p:nvPr>
        </p:nvPicPr>
        <p:blipFill>
          <a:blip r:embed="rId4"/>
          <a:stretch>
            <a:fillRect/>
          </a:stretch>
        </p:blipFill>
        <p:spPr>
          <a:xfrm>
            <a:off x="5463974" y="1278155"/>
            <a:ext cx="3549397" cy="20052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4"/>
        <p:cNvGrpSpPr/>
        <p:nvPr/>
      </p:nvGrpSpPr>
      <p:grpSpPr>
        <a:xfrm>
          <a:off x="0" y="0"/>
          <a:ext cx="0" cy="0"/>
          <a:chOff x="0" y="0"/>
          <a:chExt cx="0" cy="0"/>
        </a:xfrm>
      </p:grpSpPr>
      <p:sp>
        <p:nvSpPr>
          <p:cNvPr id="1525" name="Google Shape;1525;p56"/>
          <p:cNvSpPr txBox="1">
            <a:spLocks noGrp="1"/>
          </p:cNvSpPr>
          <p:nvPr>
            <p:ph type="title"/>
          </p:nvPr>
        </p:nvSpPr>
        <p:spPr>
          <a:xfrm>
            <a:off x="2199450" y="222011"/>
            <a:ext cx="5489036" cy="457667"/>
          </a:xfrm>
          <a:prstGeom prst="rect">
            <a:avLst/>
          </a:prstGeom>
        </p:spPr>
        <p:txBody>
          <a:bodyPr spcFirstLastPara="1" wrap="square" lIns="91425" tIns="91425" rIns="91425" bIns="91425" anchor="b" anchorCtr="0">
            <a:noAutofit/>
          </a:bodyPr>
          <a:lstStyle/>
          <a:p>
            <a:pPr lvl="0" algn="ctr"/>
            <a:r>
              <a:rPr lang="en-IN" sz="2400" dirty="0">
                <a:solidFill>
                  <a:srgbClr val="FF0000"/>
                </a:solidFill>
              </a:rPr>
              <a:t>X-Ray-Based Techniques </a:t>
            </a:r>
            <a:r>
              <a:rPr lang="en-IN" sz="1400" dirty="0">
                <a:solidFill>
                  <a:srgbClr val="FF0000"/>
                </a:solidFill>
              </a:rPr>
              <a:t>(Cont.)</a:t>
            </a:r>
            <a:endParaRPr sz="2400" dirty="0">
              <a:solidFill>
                <a:srgbClr val="FF0000"/>
              </a:solidFill>
            </a:endParaRPr>
          </a:p>
        </p:txBody>
      </p:sp>
      <p:sp>
        <p:nvSpPr>
          <p:cNvPr id="1526" name="Google Shape;1526;p56"/>
          <p:cNvSpPr txBox="1">
            <a:spLocks noGrp="1"/>
          </p:cNvSpPr>
          <p:nvPr>
            <p:ph type="subTitle" idx="1"/>
          </p:nvPr>
        </p:nvSpPr>
        <p:spPr>
          <a:xfrm>
            <a:off x="165147" y="568309"/>
            <a:ext cx="4464004" cy="4094153"/>
          </a:xfrm>
          <a:prstGeom prst="rect">
            <a:avLst/>
          </a:prstGeom>
        </p:spPr>
        <p:txBody>
          <a:bodyPr spcFirstLastPara="1" wrap="square" lIns="91425" tIns="91425" rIns="91425" bIns="91425" anchor="t" anchorCtr="0">
            <a:noAutofit/>
          </a:bodyPr>
          <a:lstStyle/>
          <a:p>
            <a:pPr marL="2250" lvl="0" indent="0" algn="l">
              <a:spcBef>
                <a:spcPts val="600"/>
              </a:spcBef>
              <a:spcAft>
                <a:spcPts val="600"/>
              </a:spcAft>
            </a:pPr>
            <a:r>
              <a:rPr lang="en-IN" sz="1400" b="1" dirty="0">
                <a:solidFill>
                  <a:srgbClr val="0070C0"/>
                </a:solidFill>
              </a:rPr>
              <a:t>CONTRAST X-RAYS</a:t>
            </a:r>
          </a:p>
          <a:p>
            <a:pPr marL="288000" lvl="0" indent="-285750" algn="l">
              <a:spcBef>
                <a:spcPts val="300"/>
              </a:spcBef>
              <a:spcAft>
                <a:spcPts val="300"/>
              </a:spcAft>
              <a:buFont typeface="Arial" panose="020B0604020202020204" pitchFamily="34" charset="0"/>
              <a:buChar char="•"/>
            </a:pPr>
            <a:r>
              <a:rPr lang="en-IN" sz="1400" b="1" dirty="0"/>
              <a:t>Contrast x-ray techniques </a:t>
            </a:r>
            <a:r>
              <a:rPr lang="en-IN" sz="1400" dirty="0"/>
              <a:t>involve </a:t>
            </a:r>
            <a:r>
              <a:rPr lang="en-IN" sz="1400" b="1" dirty="0">
                <a:highlight>
                  <a:srgbClr val="FFFF00"/>
                </a:highlight>
              </a:rPr>
              <a:t>injecting into one compartment of the body a substance that absorbs x-rays either less than or more than the surrounding tissue.</a:t>
            </a:r>
            <a:r>
              <a:rPr lang="en-IN" sz="1400" dirty="0">
                <a:highlight>
                  <a:srgbClr val="FFFF00"/>
                </a:highlight>
              </a:rPr>
              <a:t> </a:t>
            </a:r>
          </a:p>
          <a:p>
            <a:pPr marL="288000" lvl="0" indent="-285750" algn="l">
              <a:spcBef>
                <a:spcPts val="300"/>
              </a:spcBef>
              <a:spcAft>
                <a:spcPts val="300"/>
              </a:spcAft>
              <a:buFont typeface="Arial" panose="020B0604020202020204" pitchFamily="34" charset="0"/>
              <a:buChar char="•"/>
            </a:pPr>
            <a:r>
              <a:rPr lang="en-IN" sz="1400" dirty="0"/>
              <a:t>The injected substance then heightens the contrast between the compartment and the surrounding tissue during x-ray photography. </a:t>
            </a:r>
          </a:p>
          <a:p>
            <a:pPr marL="288000" lvl="0" indent="-285750" algn="l">
              <a:spcBef>
                <a:spcPts val="300"/>
              </a:spcBef>
              <a:spcAft>
                <a:spcPts val="300"/>
              </a:spcAft>
              <a:buFont typeface="Arial" panose="020B0604020202020204" pitchFamily="34" charset="0"/>
              <a:buChar char="•"/>
            </a:pPr>
            <a:r>
              <a:rPr lang="en-IN" sz="1400" dirty="0"/>
              <a:t>One contrast x-ray technique, </a:t>
            </a:r>
            <a:r>
              <a:rPr lang="en-IN" sz="1400" b="1" dirty="0">
                <a:highlight>
                  <a:srgbClr val="FFFF00"/>
                </a:highlight>
              </a:rPr>
              <a:t>cerebral angiography</a:t>
            </a:r>
            <a:r>
              <a:rPr lang="en-IN" sz="1400" dirty="0"/>
              <a:t>, </a:t>
            </a:r>
            <a:r>
              <a:rPr lang="en-IN" sz="1400" dirty="0">
                <a:highlight>
                  <a:srgbClr val="00FF00"/>
                </a:highlight>
              </a:rPr>
              <a:t>uses the infusion of a radio-opaque dye (a dye that strongly absorbs X-rays) into a cerebral artery to visualize the cerebral circulatory system during x-ray photography </a:t>
            </a:r>
          </a:p>
          <a:p>
            <a:pPr marL="288000" lvl="0" indent="-285750" algn="l">
              <a:spcBef>
                <a:spcPts val="300"/>
              </a:spcBef>
              <a:spcAft>
                <a:spcPts val="300"/>
              </a:spcAft>
              <a:buFont typeface="Arial" panose="020B0604020202020204" pitchFamily="34" charset="0"/>
              <a:buChar char="•"/>
            </a:pPr>
            <a:r>
              <a:rPr lang="en-IN" sz="1400" b="1" dirty="0"/>
              <a:t>Cerebral angiograms </a:t>
            </a:r>
            <a:r>
              <a:rPr lang="en-IN" sz="1400" dirty="0"/>
              <a:t>are most </a:t>
            </a:r>
            <a:r>
              <a:rPr lang="en-IN" sz="1400" u="sng" dirty="0"/>
              <a:t>useful for localizing vascular damage</a:t>
            </a:r>
            <a:r>
              <a:rPr lang="en-IN" sz="1400" dirty="0"/>
              <a:t>, but the </a:t>
            </a:r>
            <a:r>
              <a:rPr lang="en-IN" sz="1400" u="sng" dirty="0"/>
              <a:t>displacement of blood vessels from their normal position also can indicate the location of a </a:t>
            </a:r>
            <a:r>
              <a:rPr lang="en-IN" sz="1400" u="sng" dirty="0" err="1"/>
              <a:t>tumor</a:t>
            </a:r>
            <a:r>
              <a:rPr lang="en-IN" sz="1400" dirty="0"/>
              <a:t>.</a:t>
            </a:r>
          </a:p>
        </p:txBody>
      </p:sp>
      <p:grpSp>
        <p:nvGrpSpPr>
          <p:cNvPr id="1527" name="Google Shape;1527;p56"/>
          <p:cNvGrpSpPr/>
          <p:nvPr/>
        </p:nvGrpSpPr>
        <p:grpSpPr>
          <a:xfrm rot="10800000" flipH="1">
            <a:off x="278056" y="276920"/>
            <a:ext cx="580432" cy="615807"/>
            <a:chOff x="1795374" y="144994"/>
            <a:chExt cx="580432" cy="615807"/>
          </a:xfrm>
        </p:grpSpPr>
        <p:grpSp>
          <p:nvGrpSpPr>
            <p:cNvPr id="1528" name="Google Shape;1528;p56"/>
            <p:cNvGrpSpPr/>
            <p:nvPr/>
          </p:nvGrpSpPr>
          <p:grpSpPr>
            <a:xfrm>
              <a:off x="1795374" y="428844"/>
              <a:ext cx="221307" cy="221307"/>
              <a:chOff x="1795450" y="152325"/>
              <a:chExt cx="435300" cy="435300"/>
            </a:xfrm>
          </p:grpSpPr>
          <p:sp>
            <p:nvSpPr>
              <p:cNvPr id="1529" name="Google Shape;1529;p56"/>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1" name="Google Shape;1531;p56"/>
            <p:cNvGrpSpPr/>
            <p:nvPr/>
          </p:nvGrpSpPr>
          <p:grpSpPr>
            <a:xfrm>
              <a:off x="2016674" y="144994"/>
              <a:ext cx="221307" cy="221307"/>
              <a:chOff x="1795450" y="152325"/>
              <a:chExt cx="435300" cy="435300"/>
            </a:xfrm>
          </p:grpSpPr>
          <p:sp>
            <p:nvSpPr>
              <p:cNvPr id="1532" name="Google Shape;1532;p56"/>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p:cNvGrpSpPr/>
            <p:nvPr/>
          </p:nvGrpSpPr>
          <p:grpSpPr>
            <a:xfrm>
              <a:off x="2154499" y="539494"/>
              <a:ext cx="221307" cy="221307"/>
              <a:chOff x="1795450" y="152325"/>
              <a:chExt cx="435300" cy="435300"/>
            </a:xfrm>
          </p:grpSpPr>
          <p:sp>
            <p:nvSpPr>
              <p:cNvPr id="1535" name="Google Shape;1535;p56"/>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p:cNvGrpSpPr/>
          <p:nvPr/>
        </p:nvGrpSpPr>
        <p:grpSpPr>
          <a:xfrm rot="10800000" flipH="1">
            <a:off x="8424530" y="2670616"/>
            <a:ext cx="624407" cy="837107"/>
            <a:chOff x="1714774" y="144994"/>
            <a:chExt cx="624407" cy="837107"/>
          </a:xfrm>
        </p:grpSpPr>
        <p:grpSp>
          <p:nvGrpSpPr>
            <p:cNvPr id="1538" name="Google Shape;1538;p56"/>
            <p:cNvGrpSpPr/>
            <p:nvPr/>
          </p:nvGrpSpPr>
          <p:grpSpPr>
            <a:xfrm>
              <a:off x="1714774" y="428844"/>
              <a:ext cx="221307" cy="221307"/>
              <a:chOff x="1636913" y="152325"/>
              <a:chExt cx="435300" cy="435300"/>
            </a:xfrm>
          </p:grpSpPr>
          <p:sp>
            <p:nvSpPr>
              <p:cNvPr id="1539" name="Google Shape;1539;p56"/>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p:cNvGrpSpPr/>
            <p:nvPr/>
          </p:nvGrpSpPr>
          <p:grpSpPr>
            <a:xfrm>
              <a:off x="2016674" y="144994"/>
              <a:ext cx="221307" cy="221307"/>
              <a:chOff x="1795450" y="152325"/>
              <a:chExt cx="435300" cy="435300"/>
            </a:xfrm>
          </p:grpSpPr>
          <p:sp>
            <p:nvSpPr>
              <p:cNvPr id="1542" name="Google Shape;1542;p56"/>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p:cNvGrpSpPr/>
            <p:nvPr/>
          </p:nvGrpSpPr>
          <p:grpSpPr>
            <a:xfrm>
              <a:off x="2117874" y="760794"/>
              <a:ext cx="221307" cy="221307"/>
              <a:chOff x="1723410" y="587612"/>
              <a:chExt cx="435300" cy="435300"/>
            </a:xfrm>
          </p:grpSpPr>
          <p:sp>
            <p:nvSpPr>
              <p:cNvPr id="1545" name="Google Shape;1545;p56"/>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p:cNvGrpSpPr/>
          <p:nvPr/>
        </p:nvGrpSpPr>
        <p:grpSpPr>
          <a:xfrm>
            <a:off x="8312709" y="222889"/>
            <a:ext cx="1129890" cy="1307765"/>
            <a:chOff x="903017" y="1084368"/>
            <a:chExt cx="2842858" cy="3519632"/>
          </a:xfrm>
        </p:grpSpPr>
        <p:grpSp>
          <p:nvGrpSpPr>
            <p:cNvPr id="1548" name="Google Shape;1548;p56"/>
            <p:cNvGrpSpPr/>
            <p:nvPr/>
          </p:nvGrpSpPr>
          <p:grpSpPr>
            <a:xfrm>
              <a:off x="1293675" y="1084368"/>
              <a:ext cx="2452200" cy="3519632"/>
              <a:chOff x="1293675" y="1084368"/>
              <a:chExt cx="2452200" cy="3519632"/>
            </a:xfrm>
          </p:grpSpPr>
          <p:sp>
            <p:nvSpPr>
              <p:cNvPr id="1549" name="Google Shape;1549;p56"/>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p:cNvGrpSpPr/>
              <p:nvPr/>
            </p:nvGrpSpPr>
            <p:grpSpPr>
              <a:xfrm>
                <a:off x="1889368" y="1084368"/>
                <a:ext cx="1022302" cy="3422376"/>
                <a:chOff x="4234075" y="610525"/>
                <a:chExt cx="1209824" cy="4050150"/>
              </a:xfrm>
            </p:grpSpPr>
            <p:sp>
              <p:nvSpPr>
                <p:cNvPr id="1551" name="Google Shape;1551;p56"/>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p:cNvGrpSpPr/>
            <p:nvPr/>
          </p:nvGrpSpPr>
          <p:grpSpPr>
            <a:xfrm>
              <a:off x="903017" y="1941617"/>
              <a:ext cx="720974" cy="814938"/>
              <a:chOff x="6262730" y="1524357"/>
              <a:chExt cx="1960766" cy="2216313"/>
            </a:xfrm>
          </p:grpSpPr>
          <p:sp>
            <p:nvSpPr>
              <p:cNvPr id="1649" name="Google Shape;1649;p56"/>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p:cNvGrpSpPr/>
              <p:nvPr/>
            </p:nvGrpSpPr>
            <p:grpSpPr>
              <a:xfrm>
                <a:off x="6510063" y="2116342"/>
                <a:ext cx="1394647" cy="1073540"/>
                <a:chOff x="8930438" y="2116354"/>
                <a:chExt cx="1394647" cy="1073540"/>
              </a:xfrm>
            </p:grpSpPr>
            <p:sp>
              <p:nvSpPr>
                <p:cNvPr id="1652" name="Google Shape;1652;p56"/>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cxnSp>
        <p:nvCxnSpPr>
          <p:cNvPr id="1655" name="Google Shape;1655;p56"/>
          <p:cNvCxnSpPr>
            <a:cxnSpLocks/>
          </p:cNvCxnSpPr>
          <p:nvPr/>
        </p:nvCxnSpPr>
        <p:spPr>
          <a:xfrm>
            <a:off x="2587039" y="584824"/>
            <a:ext cx="3969921" cy="0"/>
          </a:xfrm>
          <a:prstGeom prst="straightConnector1">
            <a:avLst/>
          </a:prstGeom>
          <a:noFill/>
          <a:ln w="38100" cap="flat" cmpd="sng">
            <a:solidFill>
              <a:schemeClr val="accent6"/>
            </a:solidFill>
            <a:prstDash val="solid"/>
            <a:round/>
            <a:headEnd type="none" w="med" len="med"/>
            <a:tailEnd type="none" w="med" len="med"/>
          </a:ln>
        </p:spPr>
      </p:cxnSp>
      <p:pic>
        <p:nvPicPr>
          <p:cNvPr id="2" name="Online Media 1" title="Cerebral Angiogram">
            <a:hlinkClick r:id="" action="ppaction://media"/>
            <a:extLst>
              <a:ext uri="{FF2B5EF4-FFF2-40B4-BE49-F238E27FC236}">
                <a16:creationId xmlns:a16="http://schemas.microsoft.com/office/drawing/2014/main" id="{1218162C-DD1B-106D-A78B-1EFA8211ECE0}"/>
              </a:ext>
            </a:extLst>
          </p:cNvPr>
          <p:cNvPicPr>
            <a:picLocks noRot="1" noChangeAspect="1"/>
          </p:cNvPicPr>
          <p:nvPr>
            <a:videoFile r:link="rId1"/>
          </p:nvPr>
        </p:nvPicPr>
        <p:blipFill>
          <a:blip r:embed="rId4"/>
          <a:stretch>
            <a:fillRect/>
          </a:stretch>
        </p:blipFill>
        <p:spPr>
          <a:xfrm>
            <a:off x="4980198" y="679678"/>
            <a:ext cx="3321187" cy="2490890"/>
          </a:xfrm>
          <a:prstGeom prst="rect">
            <a:avLst/>
          </a:prstGeom>
        </p:spPr>
      </p:pic>
      <p:pic>
        <p:nvPicPr>
          <p:cNvPr id="4" name="Picture 3" descr="Aneurysms - South Bay Vascular Center and Vein Institute">
            <a:extLst>
              <a:ext uri="{FF2B5EF4-FFF2-40B4-BE49-F238E27FC236}">
                <a16:creationId xmlns:a16="http://schemas.microsoft.com/office/drawing/2014/main" id="{64F5B486-FC2E-3363-421C-7712F2D4B2C3}"/>
              </a:ext>
            </a:extLst>
          </p:cNvPr>
          <p:cNvPicPr>
            <a:picLocks noChangeAspect="1"/>
          </p:cNvPicPr>
          <p:nvPr/>
        </p:nvPicPr>
        <p:blipFill>
          <a:blip r:embed="rId5"/>
          <a:stretch>
            <a:fillRect/>
          </a:stretch>
        </p:blipFill>
        <p:spPr>
          <a:xfrm>
            <a:off x="5292413" y="3356499"/>
            <a:ext cx="2770755" cy="1345795"/>
          </a:xfrm>
          <a:prstGeom prst="rect">
            <a:avLst/>
          </a:prstGeom>
        </p:spPr>
      </p:pic>
    </p:spTree>
    <p:extLst>
      <p:ext uri="{BB962C8B-B14F-4D97-AF65-F5344CB8AC3E}">
        <p14:creationId xmlns:p14="http://schemas.microsoft.com/office/powerpoint/2010/main" val="2653205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F84D2F5F-BD4C-259F-9014-6C72FA2007A0}"/>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0FFCB981-2965-D4BB-AC3C-C468B2CB8778}"/>
              </a:ext>
            </a:extLst>
          </p:cNvPr>
          <p:cNvSpPr txBox="1">
            <a:spLocks noGrp="1"/>
          </p:cNvSpPr>
          <p:nvPr>
            <p:ph type="title"/>
          </p:nvPr>
        </p:nvSpPr>
        <p:spPr>
          <a:xfrm>
            <a:off x="2199450" y="222011"/>
            <a:ext cx="5489036" cy="457667"/>
          </a:xfrm>
          <a:prstGeom prst="rect">
            <a:avLst/>
          </a:prstGeom>
        </p:spPr>
        <p:txBody>
          <a:bodyPr spcFirstLastPara="1" wrap="square" lIns="91425" tIns="91425" rIns="91425" bIns="91425" anchor="b" anchorCtr="0">
            <a:noAutofit/>
          </a:bodyPr>
          <a:lstStyle/>
          <a:p>
            <a:pPr lvl="0" algn="ctr"/>
            <a:r>
              <a:rPr lang="en-IN" sz="2400" dirty="0">
                <a:solidFill>
                  <a:srgbClr val="FF0000"/>
                </a:solidFill>
              </a:rPr>
              <a:t>X-Ray-Based Techniques </a:t>
            </a:r>
            <a:r>
              <a:rPr lang="en-IN" sz="1400" dirty="0">
                <a:solidFill>
                  <a:srgbClr val="FF0000"/>
                </a:solidFill>
              </a:rPr>
              <a:t>(Cont.)</a:t>
            </a:r>
            <a:endParaRPr sz="2400" dirty="0">
              <a:solidFill>
                <a:srgbClr val="FF0000"/>
              </a:solidFill>
            </a:endParaRPr>
          </a:p>
        </p:txBody>
      </p:sp>
      <p:sp>
        <p:nvSpPr>
          <p:cNvPr id="1526" name="Google Shape;1526;p56">
            <a:extLst>
              <a:ext uri="{FF2B5EF4-FFF2-40B4-BE49-F238E27FC236}">
                <a16:creationId xmlns:a16="http://schemas.microsoft.com/office/drawing/2014/main" id="{6ACBA412-8A60-37DE-9B04-4D25B40BAC3D}"/>
              </a:ext>
            </a:extLst>
          </p:cNvPr>
          <p:cNvSpPr txBox="1">
            <a:spLocks noGrp="1"/>
          </p:cNvSpPr>
          <p:nvPr>
            <p:ph type="subTitle" idx="1"/>
          </p:nvPr>
        </p:nvSpPr>
        <p:spPr>
          <a:xfrm>
            <a:off x="165146" y="568309"/>
            <a:ext cx="5737633" cy="4094153"/>
          </a:xfrm>
          <a:prstGeom prst="rect">
            <a:avLst/>
          </a:prstGeom>
        </p:spPr>
        <p:txBody>
          <a:bodyPr spcFirstLastPara="1" wrap="square" lIns="91425" tIns="91425" rIns="91425" bIns="91425" anchor="t" anchorCtr="0">
            <a:noAutofit/>
          </a:bodyPr>
          <a:lstStyle/>
          <a:p>
            <a:pPr marL="2250" lvl="0" indent="0" algn="l">
              <a:spcBef>
                <a:spcPts val="600"/>
              </a:spcBef>
              <a:spcAft>
                <a:spcPts val="600"/>
              </a:spcAft>
            </a:pPr>
            <a:r>
              <a:rPr lang="en-US" sz="1400" b="1" dirty="0">
                <a:solidFill>
                  <a:srgbClr val="0070C0"/>
                </a:solidFill>
              </a:rPr>
              <a:t>COMPUTED TOMOGRAPHY</a:t>
            </a:r>
          </a:p>
          <a:p>
            <a:pPr marL="288000" lvl="0" indent="-285750" algn="l">
              <a:spcBef>
                <a:spcPts val="600"/>
              </a:spcBef>
              <a:spcAft>
                <a:spcPts val="600"/>
              </a:spcAft>
              <a:buFont typeface="Arial" panose="020B0604020202020204" pitchFamily="34" charset="0"/>
              <a:buChar char="•"/>
            </a:pPr>
            <a:r>
              <a:rPr lang="en-US" sz="1200" b="1" dirty="0"/>
              <a:t>Computed tomography (CT) </a:t>
            </a:r>
            <a:r>
              <a:rPr lang="en-US" sz="1200" dirty="0"/>
              <a:t>is a </a:t>
            </a:r>
            <a:r>
              <a:rPr lang="en-US" sz="1200" b="1" dirty="0">
                <a:highlight>
                  <a:srgbClr val="FFFF00"/>
                </a:highlight>
              </a:rPr>
              <a:t>computer-assisted x-ray procedure </a:t>
            </a:r>
            <a:r>
              <a:rPr lang="en-US" sz="1200" dirty="0"/>
              <a:t>that can be </a:t>
            </a:r>
            <a:r>
              <a:rPr lang="en-US" sz="1200" dirty="0">
                <a:highlight>
                  <a:srgbClr val="00FF00"/>
                </a:highlight>
              </a:rPr>
              <a:t>used to visualize the brain and other internal structures of the living body</a:t>
            </a:r>
            <a:r>
              <a:rPr lang="en-US" sz="1200" dirty="0"/>
              <a:t>. </a:t>
            </a:r>
          </a:p>
          <a:p>
            <a:pPr marL="288000" lvl="0" indent="-285750" algn="l">
              <a:spcBef>
                <a:spcPts val="600"/>
              </a:spcBef>
              <a:spcAft>
                <a:spcPts val="600"/>
              </a:spcAft>
              <a:buFont typeface="Arial" panose="020B0604020202020204" pitchFamily="34" charset="0"/>
              <a:buChar char="•"/>
            </a:pPr>
            <a:r>
              <a:rPr lang="en-US" sz="1200" dirty="0"/>
              <a:t>During cerebral CT, the neurological patient lies with his or her head positioned in the center of a large cylinder. </a:t>
            </a:r>
          </a:p>
          <a:p>
            <a:pPr marL="288000" lvl="0" indent="-285750" algn="l">
              <a:spcBef>
                <a:spcPts val="600"/>
              </a:spcBef>
              <a:spcAft>
                <a:spcPts val="600"/>
              </a:spcAft>
              <a:buFont typeface="Arial" panose="020B0604020202020204" pitchFamily="34" charset="0"/>
              <a:buChar char="•"/>
            </a:pPr>
            <a:r>
              <a:rPr lang="en-US" sz="1200" dirty="0"/>
              <a:t>On one side of the cylinder is an x-ray tube that projects an x-ray beam through the head to an x-ray detector mounted on the other side. </a:t>
            </a:r>
          </a:p>
          <a:p>
            <a:pPr marL="288000" lvl="0" indent="-285750" algn="l">
              <a:spcBef>
                <a:spcPts val="600"/>
              </a:spcBef>
              <a:spcAft>
                <a:spcPts val="600"/>
              </a:spcAft>
              <a:buFont typeface="Arial" panose="020B0604020202020204" pitchFamily="34" charset="0"/>
              <a:buChar char="•"/>
            </a:pPr>
            <a:r>
              <a:rPr lang="en-US" sz="1200" dirty="0"/>
              <a:t>The x-ray tube and detector rotate rapidly around the head of the patient at one level of the brain, taking many individual x-ray photographs as they rotate. </a:t>
            </a:r>
          </a:p>
          <a:p>
            <a:pPr marL="288000" lvl="0" indent="-285750" algn="l">
              <a:spcBef>
                <a:spcPts val="600"/>
              </a:spcBef>
              <a:spcAft>
                <a:spcPts val="600"/>
              </a:spcAft>
              <a:buFont typeface="Arial" panose="020B0604020202020204" pitchFamily="34" charset="0"/>
              <a:buChar char="•"/>
            </a:pPr>
            <a:r>
              <a:rPr lang="en-US" sz="1200" dirty="0"/>
              <a:t>The meager information in each x-ray photograph is combined by a computer to generate a CT scan of one horizontal section of the brain. </a:t>
            </a:r>
          </a:p>
          <a:p>
            <a:pPr marL="288000" lvl="0" indent="-285750" algn="l">
              <a:spcBef>
                <a:spcPts val="600"/>
              </a:spcBef>
              <a:spcAft>
                <a:spcPts val="600"/>
              </a:spcAft>
              <a:buFont typeface="Arial" panose="020B0604020202020204" pitchFamily="34" charset="0"/>
              <a:buChar char="•"/>
            </a:pPr>
            <a:r>
              <a:rPr lang="en-US" sz="1200" dirty="0"/>
              <a:t>Then the x-ray tube and detector are moved along the axis of the patient’s body to another level of the brain, and the process is repeated. </a:t>
            </a:r>
          </a:p>
          <a:p>
            <a:pPr marL="288000" lvl="0" indent="-285750" algn="l">
              <a:spcBef>
                <a:spcPts val="600"/>
              </a:spcBef>
              <a:spcAft>
                <a:spcPts val="600"/>
              </a:spcAft>
              <a:buFont typeface="Arial" panose="020B0604020202020204" pitchFamily="34" charset="0"/>
              <a:buChar char="•"/>
            </a:pPr>
            <a:r>
              <a:rPr lang="en-US" sz="1200" dirty="0"/>
              <a:t>Scans of eight or nine horizontal brain sections are typically obtained from a patient. </a:t>
            </a:r>
          </a:p>
          <a:p>
            <a:pPr marL="288000" lvl="0" indent="-285750" algn="l">
              <a:spcBef>
                <a:spcPts val="600"/>
              </a:spcBef>
              <a:spcAft>
                <a:spcPts val="600"/>
              </a:spcAft>
              <a:buFont typeface="Arial" panose="020B0604020202020204" pitchFamily="34" charset="0"/>
              <a:buChar char="•"/>
            </a:pPr>
            <a:r>
              <a:rPr lang="en-US" sz="1200" dirty="0">
                <a:highlight>
                  <a:srgbClr val="00FF00"/>
                </a:highlight>
              </a:rPr>
              <a:t>When combined, these images provide </a:t>
            </a:r>
            <a:r>
              <a:rPr lang="en-US" sz="1200" b="1" dirty="0">
                <a:highlight>
                  <a:srgbClr val="00FF00"/>
                </a:highlight>
              </a:rPr>
              <a:t>three-dimensional representations of the brain</a:t>
            </a:r>
            <a:r>
              <a:rPr lang="en-US" sz="1200" dirty="0">
                <a:highlight>
                  <a:srgbClr val="00FF00"/>
                </a:highlight>
              </a:rPr>
              <a:t>.</a:t>
            </a:r>
            <a:endParaRPr lang="en-US" sz="1400" dirty="0">
              <a:highlight>
                <a:srgbClr val="00FF00"/>
              </a:highlight>
            </a:endParaRPr>
          </a:p>
        </p:txBody>
      </p:sp>
      <p:grpSp>
        <p:nvGrpSpPr>
          <p:cNvPr id="1527" name="Google Shape;1527;p56">
            <a:extLst>
              <a:ext uri="{FF2B5EF4-FFF2-40B4-BE49-F238E27FC236}">
                <a16:creationId xmlns:a16="http://schemas.microsoft.com/office/drawing/2014/main" id="{77D0303F-0828-A705-25EA-30EDBF49F226}"/>
              </a:ext>
            </a:extLst>
          </p:cNvPr>
          <p:cNvGrpSpPr/>
          <p:nvPr/>
        </p:nvGrpSpPr>
        <p:grpSpPr>
          <a:xfrm rot="10800000" flipH="1">
            <a:off x="278056" y="276920"/>
            <a:ext cx="580432" cy="615807"/>
            <a:chOff x="1795374" y="144994"/>
            <a:chExt cx="580432" cy="615807"/>
          </a:xfrm>
        </p:grpSpPr>
        <p:grpSp>
          <p:nvGrpSpPr>
            <p:cNvPr id="1528" name="Google Shape;1528;p56">
              <a:extLst>
                <a:ext uri="{FF2B5EF4-FFF2-40B4-BE49-F238E27FC236}">
                  <a16:creationId xmlns:a16="http://schemas.microsoft.com/office/drawing/2014/main" id="{572169A8-75A3-F41B-6EF1-C0A3A39916C7}"/>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A91C31D4-17A8-D471-4F3B-E42EA234D8B7}"/>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3930C7E0-2851-E158-AC98-CA47FD776C11}"/>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1" name="Google Shape;1531;p56">
              <a:extLst>
                <a:ext uri="{FF2B5EF4-FFF2-40B4-BE49-F238E27FC236}">
                  <a16:creationId xmlns:a16="http://schemas.microsoft.com/office/drawing/2014/main" id="{70E9EAE0-AD25-D3D0-2534-F785DC267C04}"/>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01FDFFD8-0A72-CE03-908A-2C8E284B0045}"/>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676673FF-7565-793B-9342-3573BFFA7F4E}"/>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56FD8053-EF74-FD6A-52F8-18A3CBA15D05}"/>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54EF8052-034B-3A22-0F15-7B60C49BFD06}"/>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F544E487-CC37-1991-6666-ADD1044AEA1A}"/>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C35F9D9A-D67D-247C-F034-EE94A4115C14}"/>
              </a:ext>
            </a:extLst>
          </p:cNvPr>
          <p:cNvGrpSpPr/>
          <p:nvPr/>
        </p:nvGrpSpPr>
        <p:grpSpPr>
          <a:xfrm rot="10800000" flipH="1">
            <a:off x="8424530" y="2670616"/>
            <a:ext cx="624407" cy="837107"/>
            <a:chOff x="1714774" y="144994"/>
            <a:chExt cx="624407" cy="837107"/>
          </a:xfrm>
        </p:grpSpPr>
        <p:grpSp>
          <p:nvGrpSpPr>
            <p:cNvPr id="1538" name="Google Shape;1538;p56">
              <a:extLst>
                <a:ext uri="{FF2B5EF4-FFF2-40B4-BE49-F238E27FC236}">
                  <a16:creationId xmlns:a16="http://schemas.microsoft.com/office/drawing/2014/main" id="{62C6993B-CCF6-8D52-E10A-DDC2C45A23F1}"/>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13FA3EDB-6170-37F0-0A0F-B567CF723FDF}"/>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A1E3CC41-9917-19C3-2941-2225B4AE19E0}"/>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A03CC4E1-5729-2308-2B19-9092A5358E5A}"/>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A3E02FA0-265F-EAF2-8E0A-BC3D71499550}"/>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2E922C97-0213-FB41-5BF7-62C8F5D33BBB}"/>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237F749C-953C-B915-FADC-4DE5C1844962}"/>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0F12EFDD-0D81-69E3-1E57-A15462249B04}"/>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1097218D-4A6C-311C-FE8E-4E3FF7CBD612}"/>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3DA6E0C9-BD2F-CF92-9439-AF4D79A62AD2}"/>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9699D2DA-5B98-E107-7419-BC6B488EC7BD}"/>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BA721B5E-6BC2-611F-0BC5-5B481B1CE33E}"/>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FCB8A0CA-6F07-1300-99A7-1EEFE21F88E7}"/>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D4B69475-E42C-80AC-A5FC-57ED9F358C47}"/>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7B73A8EC-FD2D-45B2-34A2-4C01CAAE16D6}"/>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FB5FFB01-33B2-CDFA-9ABC-5EE5E1F0EE44}"/>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A2899DDA-E1D8-59E6-4041-774EC7498C8B}"/>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10499B31-A08C-48FF-7427-9674A6BC9152}"/>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0C58EA01-CB62-B13D-FDEC-0C000AE73F3A}"/>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464059DC-4EE0-1E41-2F42-9C6367730E0E}"/>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540513E3-D4B8-EE4D-0A23-F24372A48393}"/>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9EAC6E57-4467-30FB-CD5E-4FB60F4DEA5A}"/>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402F97A1-008E-EF26-D94A-3CCE883E97C1}"/>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6084BBAC-FE9E-62E9-ACE7-AD5B21257FFC}"/>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97A5959F-BB13-A4E4-28F1-F52C791A7C9E}"/>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4B1A8B4C-F12C-016C-6902-83728D074825}"/>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F220B54B-A865-007C-1AEE-5EE5BCC21E03}"/>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9C0E831E-EE7F-EAC5-CEFD-4DE58D223368}"/>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2F2697AD-CE88-8524-43BF-0CA04C816CDB}"/>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2BFEC43B-DB62-3687-BCC8-D258D076521D}"/>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17EC32E4-035D-BFB4-3015-4D0B8EE6D220}"/>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1B5C683A-2D00-9DE5-933C-1C48132C62F7}"/>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93168F3D-E55D-2EC5-CCB5-3247D40B230A}"/>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FCA27103-CAB3-317B-D7EC-817B663662CF}"/>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897C38A9-6C5D-DDF2-BAEF-21CDB319AE73}"/>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F8EED2AA-DB8C-3415-C0D3-D413852E8BEF}"/>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A0BFAA9D-6D38-49A4-261D-191FC8827B00}"/>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B8483E8C-44DC-4D3B-9E51-838BDEC71F8D}"/>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AA581FCD-1F3C-6BCF-7B23-4B6EAAE2F89A}"/>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14DA3AD0-7EEC-2187-DF4D-5457AD4B9DF7}"/>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6BA9269C-8FD7-4E4D-2819-4227CDDB33F8}"/>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9C1BB9C4-4A6B-4CC3-01F2-97DE8AEF4F73}"/>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6E951818-665E-D9B0-AF5C-DC1D9C6441A9}"/>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4CE228AF-35DE-A61A-D6B0-3D54F12A5D62}"/>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DEDA7B72-D309-3401-B697-90FD3E4C377F}"/>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7BF3745F-101E-E81F-D9D2-199C000EC7A8}"/>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DA03879F-87A4-CF71-241C-4EAE12A356E8}"/>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6521C649-604C-EA02-1D8A-7A63B6CF3E60}"/>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66B8B992-7037-DA9D-355F-5EC59C9A0055}"/>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D9D9BEF3-5011-45AA-628B-962200D0F79C}"/>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60E09892-161F-A68B-2509-184A533EDE1E}"/>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726CB65A-A7C6-8860-B42F-06BE32853251}"/>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66FF6777-684E-AF1B-17E7-D7C1E9CC0582}"/>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4028EEC3-0B68-2D1B-170C-C2981480CBF2}"/>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AD7DC3A9-ACAE-C2D5-B1EC-A4051DAC9660}"/>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14906A1A-45F8-33F5-B9F8-37F4B13EB4E4}"/>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ECBC2AC4-9A6E-EFFA-070B-F8CF4BC3F251}"/>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4DBEAA39-6D71-A3B2-2B9E-1DF7C753FEA5}"/>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541AF63A-53E3-66F0-D1DD-F46B7A819E10}"/>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A2C699B7-9E99-3ED9-5791-C41E320DE569}"/>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1A3D07E8-E34A-0DE3-98D3-B199AE380075}"/>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419A4EDD-29F4-31E4-6A80-201DB3227744}"/>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16444706-F9D2-075F-D24D-3B377E742BE5}"/>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A1808680-887E-23B4-6318-AA07D7B52EA9}"/>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3B9A33B4-94C6-B31F-ED41-497A969F460E}"/>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8E55B64A-6A85-24DD-6C14-CE7589147038}"/>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99ADCCA4-9CB6-0872-27C9-6E94362ED2E3}"/>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CFCEE8F9-FCB3-D2D3-8B81-314ABD867ACD}"/>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080E2083-217E-3306-A09E-735287177092}"/>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09185CCD-C754-B3F9-A652-7F335544E209}"/>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3B83F3C3-B3EA-455C-3589-DBF2A156F95A}"/>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E6D73092-3F0B-3192-9125-239AF78BD4A3}"/>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5369D798-732D-0E1E-A18D-D50F9B68171E}"/>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260D75EA-FB9F-F16C-54D0-C9A5E2495BAC}"/>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675E629F-DCAF-750E-17FC-2A53ADCCE1E8}"/>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B20CC4A0-B80E-2A37-B205-4BF8EEB63533}"/>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37596408-6CFD-85A0-9C3A-701E6B7D9D32}"/>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9C9EB232-F9C4-FB56-48CC-42CAF2433AD2}"/>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A91537C0-1B82-3361-8CD6-EBC083C8FCFF}"/>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6DCC79A1-9E48-6E10-665F-D1369592D7FE}"/>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4252F489-89FC-3620-E09A-085DF68B4816}"/>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7C24ED92-751E-9CFA-2160-88C37AC491BA}"/>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9B6C8E5B-3D44-7E42-CC3E-65A9416CC1C8}"/>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C9A33C3C-49E2-8D58-CCEB-ABB627CF4890}"/>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4CE6BDFE-F27C-99C0-D6EA-BDAD4DCC6F99}"/>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5E843373-0B5A-15BE-BDE6-6D0DB9C82D67}"/>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AF4CF549-8043-2872-CB2A-A78E7046A6DE}"/>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BF077C03-116B-556A-3B27-073F0B43A9FA}"/>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6D415625-534D-E7E1-1A9E-3A0A18C299A2}"/>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3ECD99BC-0377-D3D1-8ACD-DD5B2227E3F9}"/>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56494054-A1D0-7457-D630-EAA8BDD04FB9}"/>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62423C1B-8FD7-CB0A-0FC6-F578C4CD0AD8}"/>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AB1F1226-7CC2-4491-EC11-10FFF0B85387}"/>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91D675DE-19AB-D6BC-F8AE-20E22B753D4D}"/>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E34C4244-BA0D-18E0-C914-5D14DE8BA04E}"/>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A574DDFA-66B4-9955-EC92-D1E0C0E1FD3C}"/>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16A6E106-2F60-6E0B-4006-8945B8BB4CF2}"/>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4F78DB32-7A3A-965F-B8E1-007826D24DE0}"/>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5740CAD7-035F-A690-6757-6B0AEFC1F8E2}"/>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13D3886C-34B5-5E1B-F76C-0A81ED695713}"/>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2FF352D4-C90B-0E76-061D-FFEFC90D0D6D}"/>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341AEA00-C669-4970-932B-754CBAD7FAAA}"/>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496AE1F0-A009-3632-792B-BB53CC9DA557}"/>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E879E0A6-F9D8-1F8E-EA52-60A26C03AD7E}"/>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6489A791-9BA3-D551-F6B9-EDA57B74E33E}"/>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790DF609-D446-F624-B448-186B0E3E078B}"/>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D638E090-E2BE-C892-B9B7-674950B9CEA3}"/>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670B4220-DF49-7B68-60F0-156AB254F91D}"/>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141484BC-EB78-F534-F4CF-E9724D9DA6D6}"/>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098FB93E-0DF7-F0CD-908F-D63B1308078C}"/>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D48DE950-2F80-DDAE-F5B0-C9CAEEF74BC0}"/>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316170D7-A8FD-1DF9-CB57-24943988E234}"/>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127B76AF-025B-16A0-5EA2-9204849BCF6C}"/>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4EEB0329-39C3-1DA9-D4C6-B6EC536215E4}"/>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33332F61-C0AA-68B8-03F9-02786C342B73}"/>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65340ACC-4B73-FB6E-DBEF-529604449638}"/>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3F1B11C2-81A5-A2E1-DC44-37ADC17C5BC6}"/>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cxnSp>
        <p:nvCxnSpPr>
          <p:cNvPr id="1655" name="Google Shape;1655;p56">
            <a:extLst>
              <a:ext uri="{FF2B5EF4-FFF2-40B4-BE49-F238E27FC236}">
                <a16:creationId xmlns:a16="http://schemas.microsoft.com/office/drawing/2014/main" id="{2B0F93E2-9CFD-EAFB-AEAE-F0E12E3D4935}"/>
              </a:ext>
            </a:extLst>
          </p:cNvPr>
          <p:cNvCxnSpPr>
            <a:cxnSpLocks/>
          </p:cNvCxnSpPr>
          <p:nvPr/>
        </p:nvCxnSpPr>
        <p:spPr>
          <a:xfrm>
            <a:off x="2587039" y="584824"/>
            <a:ext cx="3969921" cy="0"/>
          </a:xfrm>
          <a:prstGeom prst="straightConnector1">
            <a:avLst/>
          </a:prstGeom>
          <a:noFill/>
          <a:ln w="38100" cap="flat" cmpd="sng">
            <a:solidFill>
              <a:schemeClr val="accent6"/>
            </a:solidFill>
            <a:prstDash val="solid"/>
            <a:round/>
            <a:headEnd type="none" w="med" len="med"/>
            <a:tailEnd type="none" w="med" len="med"/>
          </a:ln>
        </p:spPr>
      </p:cxnSp>
      <p:pic>
        <p:nvPicPr>
          <p:cNvPr id="2" name="Online Media 1" title="CT Scan Process Step by Step | 3D Animation Explained">
            <a:hlinkClick r:id="" action="ppaction://media"/>
            <a:extLst>
              <a:ext uri="{FF2B5EF4-FFF2-40B4-BE49-F238E27FC236}">
                <a16:creationId xmlns:a16="http://schemas.microsoft.com/office/drawing/2014/main" id="{3FD5B6B9-21F7-76FF-3C71-CE216C134FC4}"/>
              </a:ext>
            </a:extLst>
          </p:cNvPr>
          <p:cNvPicPr>
            <a:picLocks noRot="1" noChangeAspect="1"/>
          </p:cNvPicPr>
          <p:nvPr>
            <a:videoFile r:link="rId1"/>
          </p:nvPr>
        </p:nvPicPr>
        <p:blipFill>
          <a:blip r:embed="rId4"/>
          <a:stretch>
            <a:fillRect/>
          </a:stretch>
        </p:blipFill>
        <p:spPr>
          <a:xfrm>
            <a:off x="6503419" y="1146119"/>
            <a:ext cx="1723571" cy="3049901"/>
          </a:xfrm>
          <a:prstGeom prst="rect">
            <a:avLst/>
          </a:prstGeom>
        </p:spPr>
      </p:pic>
    </p:spTree>
    <p:extLst>
      <p:ext uri="{BB962C8B-B14F-4D97-AF65-F5344CB8AC3E}">
        <p14:creationId xmlns:p14="http://schemas.microsoft.com/office/powerpoint/2010/main" val="3588206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F84D2F5F-BD4C-259F-9014-6C72FA2007A0}"/>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0FFCB981-2965-D4BB-AC3C-C468B2CB8778}"/>
              </a:ext>
            </a:extLst>
          </p:cNvPr>
          <p:cNvSpPr txBox="1">
            <a:spLocks noGrp="1"/>
          </p:cNvSpPr>
          <p:nvPr>
            <p:ph type="title"/>
          </p:nvPr>
        </p:nvSpPr>
        <p:spPr>
          <a:xfrm>
            <a:off x="2014754" y="228818"/>
            <a:ext cx="5489036" cy="457667"/>
          </a:xfrm>
          <a:prstGeom prst="rect">
            <a:avLst/>
          </a:prstGeom>
        </p:spPr>
        <p:txBody>
          <a:bodyPr spcFirstLastPara="1" wrap="square" lIns="91425" tIns="91425" rIns="91425" bIns="91425" anchor="b" anchorCtr="0">
            <a:noAutofit/>
          </a:bodyPr>
          <a:lstStyle/>
          <a:p>
            <a:pPr lvl="0" algn="ctr"/>
            <a:r>
              <a:rPr lang="en-IN" sz="2400" dirty="0">
                <a:solidFill>
                  <a:srgbClr val="FF0000"/>
                </a:solidFill>
              </a:rPr>
              <a:t>Radioactivity-Based Techniques</a:t>
            </a:r>
            <a:endParaRPr sz="2400" dirty="0">
              <a:solidFill>
                <a:srgbClr val="FF0000"/>
              </a:solidFill>
            </a:endParaRPr>
          </a:p>
        </p:txBody>
      </p:sp>
      <p:sp>
        <p:nvSpPr>
          <p:cNvPr id="1526" name="Google Shape;1526;p56">
            <a:extLst>
              <a:ext uri="{FF2B5EF4-FFF2-40B4-BE49-F238E27FC236}">
                <a16:creationId xmlns:a16="http://schemas.microsoft.com/office/drawing/2014/main" id="{6ACBA412-8A60-37DE-9B04-4D25B40BAC3D}"/>
              </a:ext>
            </a:extLst>
          </p:cNvPr>
          <p:cNvSpPr txBox="1">
            <a:spLocks noGrp="1"/>
          </p:cNvSpPr>
          <p:nvPr>
            <p:ph type="subTitle" idx="1"/>
          </p:nvPr>
        </p:nvSpPr>
        <p:spPr>
          <a:xfrm>
            <a:off x="165146" y="568309"/>
            <a:ext cx="6398940" cy="4094153"/>
          </a:xfrm>
          <a:prstGeom prst="rect">
            <a:avLst/>
          </a:prstGeom>
        </p:spPr>
        <p:txBody>
          <a:bodyPr spcFirstLastPara="1" wrap="square" lIns="91425" tIns="91425" rIns="91425" bIns="91425" anchor="t" anchorCtr="0">
            <a:noAutofit/>
          </a:bodyPr>
          <a:lstStyle/>
          <a:p>
            <a:pPr marL="2250" lvl="0" indent="0" algn="l">
              <a:spcBef>
                <a:spcPts val="600"/>
              </a:spcBef>
              <a:spcAft>
                <a:spcPts val="600"/>
              </a:spcAft>
            </a:pPr>
            <a:r>
              <a:rPr lang="en-US" sz="1400" b="1" dirty="0">
                <a:solidFill>
                  <a:srgbClr val="0070C0"/>
                </a:solidFill>
              </a:rPr>
              <a:t>POSITRON EMISSION TOMOGRAPHY (PET)</a:t>
            </a:r>
          </a:p>
          <a:p>
            <a:pPr marL="288000" lvl="0" indent="-285750" algn="l">
              <a:spcBef>
                <a:spcPts val="600"/>
              </a:spcBef>
              <a:spcAft>
                <a:spcPts val="600"/>
              </a:spcAft>
              <a:buFont typeface="Arial" panose="020B0604020202020204" pitchFamily="34" charset="0"/>
              <a:buChar char="•"/>
            </a:pPr>
            <a:r>
              <a:rPr lang="en-IN" sz="1200" dirty="0"/>
              <a:t>PET was the </a:t>
            </a:r>
            <a:r>
              <a:rPr lang="en-IN" sz="1200" dirty="0">
                <a:highlight>
                  <a:srgbClr val="FFFF00"/>
                </a:highlight>
              </a:rPr>
              <a:t>first brain imaging technique to provide images of </a:t>
            </a:r>
            <a:r>
              <a:rPr lang="en-IN" sz="1200" b="1" dirty="0">
                <a:highlight>
                  <a:srgbClr val="FFFF00"/>
                </a:highlight>
              </a:rPr>
              <a:t>brain activity (functional brain images</a:t>
            </a:r>
            <a:r>
              <a:rPr lang="en-IN" sz="1200" dirty="0">
                <a:highlight>
                  <a:srgbClr val="FFFF00"/>
                </a:highlight>
              </a:rPr>
              <a:t>) </a:t>
            </a:r>
            <a:r>
              <a:rPr lang="en-IN" sz="1200" dirty="0"/>
              <a:t>rather than images of brain structure (structural brain images). </a:t>
            </a:r>
          </a:p>
          <a:p>
            <a:pPr marL="288000" lvl="0" indent="-285750" algn="l">
              <a:spcBef>
                <a:spcPts val="600"/>
              </a:spcBef>
              <a:spcAft>
                <a:spcPts val="600"/>
              </a:spcAft>
              <a:buFont typeface="Arial" panose="020B0604020202020204" pitchFamily="34" charset="0"/>
              <a:buChar char="•"/>
            </a:pPr>
            <a:r>
              <a:rPr lang="en-IN" sz="1200" dirty="0"/>
              <a:t>In one common version of PET, radioactive </a:t>
            </a:r>
            <a:r>
              <a:rPr lang="en-IN" sz="1200" b="1" dirty="0">
                <a:highlight>
                  <a:srgbClr val="FFFF00"/>
                </a:highlight>
              </a:rPr>
              <a:t>fluorodeoxyglucose (FDG) </a:t>
            </a:r>
            <a:r>
              <a:rPr lang="en-IN" sz="1200" dirty="0"/>
              <a:t>is </a:t>
            </a:r>
            <a:r>
              <a:rPr lang="en-IN" sz="1200" b="1" dirty="0"/>
              <a:t>injected into the patient’s carotid artery</a:t>
            </a:r>
            <a:r>
              <a:rPr lang="en-IN" sz="1200" dirty="0"/>
              <a:t> (an artery of the neck that feeds the ipsilateral cerebral hemisphere). </a:t>
            </a:r>
          </a:p>
          <a:p>
            <a:pPr marL="288000" lvl="0" indent="-285750" algn="l">
              <a:spcBef>
                <a:spcPts val="600"/>
              </a:spcBef>
              <a:spcAft>
                <a:spcPts val="600"/>
              </a:spcAft>
              <a:buFont typeface="Arial" panose="020B0604020202020204" pitchFamily="34" charset="0"/>
              <a:buChar char="•"/>
            </a:pPr>
            <a:r>
              <a:rPr lang="en-IN" sz="1200" dirty="0"/>
              <a:t>Because of its similarity to glucose, the primary metabolic fuel of the brain, </a:t>
            </a:r>
            <a:r>
              <a:rPr lang="en-IN" sz="1200" b="1" dirty="0"/>
              <a:t>fluorodeoxyglucose is rapidly taken up by active (energy-consuming) cells.</a:t>
            </a:r>
          </a:p>
          <a:p>
            <a:pPr marL="288000" lvl="0" indent="-285750" algn="l">
              <a:spcBef>
                <a:spcPts val="600"/>
              </a:spcBef>
              <a:spcAft>
                <a:spcPts val="600"/>
              </a:spcAft>
              <a:buFont typeface="Arial" panose="020B0604020202020204" pitchFamily="34" charset="0"/>
              <a:buChar char="•"/>
            </a:pPr>
            <a:r>
              <a:rPr lang="en-IN" sz="1200" dirty="0"/>
              <a:t>However, unlike glucose, </a:t>
            </a:r>
            <a:r>
              <a:rPr lang="en-IN" sz="1200" b="1" dirty="0"/>
              <a:t>fluorodeoxyglucose cannot be metabolized; it therefore accumulates in active neurons and astrocytes until it is gradually broken down</a:t>
            </a:r>
          </a:p>
          <a:p>
            <a:pPr marL="288000" lvl="0" indent="-285750" algn="l">
              <a:spcBef>
                <a:spcPts val="600"/>
              </a:spcBef>
              <a:spcAft>
                <a:spcPts val="600"/>
              </a:spcAft>
              <a:buFont typeface="Arial" panose="020B0604020202020204" pitchFamily="34" charset="0"/>
              <a:buChar char="•"/>
            </a:pPr>
            <a:r>
              <a:rPr lang="en-IN" sz="1200" dirty="0"/>
              <a:t>Thus, if a PET scan is taken of a patient who engages in an activity such as reading for about 30 seconds after the FDG injection, the resulting scan will indicate the areas of the target brain level that were most active during the 30 seconds</a:t>
            </a:r>
          </a:p>
          <a:p>
            <a:pPr marL="288000" lvl="0" indent="-285750" algn="l">
              <a:spcBef>
                <a:spcPts val="600"/>
              </a:spcBef>
              <a:spcAft>
                <a:spcPts val="600"/>
              </a:spcAft>
              <a:buFont typeface="Arial" panose="020B0604020202020204" pitchFamily="34" charset="0"/>
              <a:buChar char="•"/>
            </a:pPr>
            <a:r>
              <a:rPr lang="en-IN" sz="1200" dirty="0"/>
              <a:t>Each PET scan is merely a </a:t>
            </a:r>
            <a:r>
              <a:rPr lang="en-IN" sz="1200" b="1" dirty="0" err="1"/>
              <a:t>colored</a:t>
            </a:r>
            <a:r>
              <a:rPr lang="en-IN" sz="1200" b="1" dirty="0"/>
              <a:t> map of the amount of radioactivity in each of the tiny cubic voxels (volume pixels) that compose the scan</a:t>
            </a:r>
            <a:r>
              <a:rPr lang="en-IN" sz="1200" dirty="0"/>
              <a:t>. </a:t>
            </a:r>
          </a:p>
          <a:p>
            <a:pPr marL="288000" lvl="0" indent="-285750" algn="l">
              <a:spcBef>
                <a:spcPts val="600"/>
              </a:spcBef>
              <a:spcAft>
                <a:spcPts val="600"/>
              </a:spcAft>
              <a:buFont typeface="Arial" panose="020B0604020202020204" pitchFamily="34" charset="0"/>
              <a:buChar char="•"/>
            </a:pPr>
            <a:r>
              <a:rPr lang="en-IN" sz="1200" dirty="0"/>
              <a:t>The most significant </a:t>
            </a:r>
            <a:r>
              <a:rPr lang="en-IN" sz="1200" dirty="0">
                <a:highlight>
                  <a:srgbClr val="FFFF00"/>
                </a:highlight>
              </a:rPr>
              <a:t>current application of PET </a:t>
            </a:r>
            <a:r>
              <a:rPr lang="en-IN" sz="1200" dirty="0"/>
              <a:t>technology is its </a:t>
            </a:r>
            <a:r>
              <a:rPr lang="en-IN" sz="1200" b="1" dirty="0"/>
              <a:t>use in identifying the distribution of particular molecules (e.g., neurotransmitters, receptors, trans porters) in the brain. </a:t>
            </a:r>
            <a:endParaRPr lang="en-US" sz="1200" b="1" dirty="0"/>
          </a:p>
        </p:txBody>
      </p:sp>
      <p:grpSp>
        <p:nvGrpSpPr>
          <p:cNvPr id="1527" name="Google Shape;1527;p56">
            <a:extLst>
              <a:ext uri="{FF2B5EF4-FFF2-40B4-BE49-F238E27FC236}">
                <a16:creationId xmlns:a16="http://schemas.microsoft.com/office/drawing/2014/main" id="{77D0303F-0828-A705-25EA-30EDBF49F226}"/>
              </a:ext>
            </a:extLst>
          </p:cNvPr>
          <p:cNvGrpSpPr/>
          <p:nvPr/>
        </p:nvGrpSpPr>
        <p:grpSpPr>
          <a:xfrm rot="10800000" flipH="1">
            <a:off x="278056" y="276920"/>
            <a:ext cx="580432" cy="615807"/>
            <a:chOff x="1795374" y="144994"/>
            <a:chExt cx="580432" cy="615807"/>
          </a:xfrm>
        </p:grpSpPr>
        <p:grpSp>
          <p:nvGrpSpPr>
            <p:cNvPr id="1528" name="Google Shape;1528;p56">
              <a:extLst>
                <a:ext uri="{FF2B5EF4-FFF2-40B4-BE49-F238E27FC236}">
                  <a16:creationId xmlns:a16="http://schemas.microsoft.com/office/drawing/2014/main" id="{572169A8-75A3-F41B-6EF1-C0A3A39916C7}"/>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A91C31D4-17A8-D471-4F3B-E42EA234D8B7}"/>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3930C7E0-2851-E158-AC98-CA47FD776C11}"/>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1" name="Google Shape;1531;p56">
              <a:extLst>
                <a:ext uri="{FF2B5EF4-FFF2-40B4-BE49-F238E27FC236}">
                  <a16:creationId xmlns:a16="http://schemas.microsoft.com/office/drawing/2014/main" id="{70E9EAE0-AD25-D3D0-2534-F785DC267C04}"/>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01FDFFD8-0A72-CE03-908A-2C8E284B0045}"/>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676673FF-7565-793B-9342-3573BFFA7F4E}"/>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56FD8053-EF74-FD6A-52F8-18A3CBA15D05}"/>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54EF8052-034B-3A22-0F15-7B60C49BFD06}"/>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F544E487-CC37-1991-6666-ADD1044AEA1A}"/>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C35F9D9A-D67D-247C-F034-EE94A4115C14}"/>
              </a:ext>
            </a:extLst>
          </p:cNvPr>
          <p:cNvGrpSpPr/>
          <p:nvPr/>
        </p:nvGrpSpPr>
        <p:grpSpPr>
          <a:xfrm rot="10800000" flipH="1">
            <a:off x="8424530" y="2670616"/>
            <a:ext cx="624407" cy="837107"/>
            <a:chOff x="1714774" y="144994"/>
            <a:chExt cx="624407" cy="837107"/>
          </a:xfrm>
        </p:grpSpPr>
        <p:grpSp>
          <p:nvGrpSpPr>
            <p:cNvPr id="1538" name="Google Shape;1538;p56">
              <a:extLst>
                <a:ext uri="{FF2B5EF4-FFF2-40B4-BE49-F238E27FC236}">
                  <a16:creationId xmlns:a16="http://schemas.microsoft.com/office/drawing/2014/main" id="{62C6993B-CCF6-8D52-E10A-DDC2C45A23F1}"/>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13FA3EDB-6170-37F0-0A0F-B567CF723FDF}"/>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A1E3CC41-9917-19C3-2941-2225B4AE19E0}"/>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A03CC4E1-5729-2308-2B19-9092A5358E5A}"/>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A3E02FA0-265F-EAF2-8E0A-BC3D71499550}"/>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2E922C97-0213-FB41-5BF7-62C8F5D33BBB}"/>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237F749C-953C-B915-FADC-4DE5C1844962}"/>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0F12EFDD-0D81-69E3-1E57-A15462249B04}"/>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1097218D-4A6C-311C-FE8E-4E3FF7CBD612}"/>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3DA6E0C9-BD2F-CF92-9439-AF4D79A62AD2}"/>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9699D2DA-5B98-E107-7419-BC6B488EC7BD}"/>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BA721B5E-6BC2-611F-0BC5-5B481B1CE33E}"/>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FCB8A0CA-6F07-1300-99A7-1EEFE21F88E7}"/>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D4B69475-E42C-80AC-A5FC-57ED9F358C47}"/>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7B73A8EC-FD2D-45B2-34A2-4C01CAAE16D6}"/>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FB5FFB01-33B2-CDFA-9ABC-5EE5E1F0EE44}"/>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A2899DDA-E1D8-59E6-4041-774EC7498C8B}"/>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10499B31-A08C-48FF-7427-9674A6BC9152}"/>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0C58EA01-CB62-B13D-FDEC-0C000AE73F3A}"/>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464059DC-4EE0-1E41-2F42-9C6367730E0E}"/>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540513E3-D4B8-EE4D-0A23-F24372A48393}"/>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9EAC6E57-4467-30FB-CD5E-4FB60F4DEA5A}"/>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402F97A1-008E-EF26-D94A-3CCE883E97C1}"/>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6084BBAC-FE9E-62E9-ACE7-AD5B21257FFC}"/>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97A5959F-BB13-A4E4-28F1-F52C791A7C9E}"/>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4B1A8B4C-F12C-016C-6902-83728D074825}"/>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F220B54B-A865-007C-1AEE-5EE5BCC21E03}"/>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9C0E831E-EE7F-EAC5-CEFD-4DE58D223368}"/>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2F2697AD-CE88-8524-43BF-0CA04C816CDB}"/>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2BFEC43B-DB62-3687-BCC8-D258D076521D}"/>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17EC32E4-035D-BFB4-3015-4D0B8EE6D220}"/>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1B5C683A-2D00-9DE5-933C-1C48132C62F7}"/>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93168F3D-E55D-2EC5-CCB5-3247D40B230A}"/>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FCA27103-CAB3-317B-D7EC-817B663662CF}"/>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897C38A9-6C5D-DDF2-BAEF-21CDB319AE73}"/>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F8EED2AA-DB8C-3415-C0D3-D413852E8BEF}"/>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A0BFAA9D-6D38-49A4-261D-191FC8827B00}"/>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B8483E8C-44DC-4D3B-9E51-838BDEC71F8D}"/>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AA581FCD-1F3C-6BCF-7B23-4B6EAAE2F89A}"/>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14DA3AD0-7EEC-2187-DF4D-5457AD4B9DF7}"/>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6BA9269C-8FD7-4E4D-2819-4227CDDB33F8}"/>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9C1BB9C4-4A6B-4CC3-01F2-97DE8AEF4F73}"/>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6E951818-665E-D9B0-AF5C-DC1D9C6441A9}"/>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4CE228AF-35DE-A61A-D6B0-3D54F12A5D62}"/>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DEDA7B72-D309-3401-B697-90FD3E4C377F}"/>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7BF3745F-101E-E81F-D9D2-199C000EC7A8}"/>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DA03879F-87A4-CF71-241C-4EAE12A356E8}"/>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6521C649-604C-EA02-1D8A-7A63B6CF3E60}"/>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66B8B992-7037-DA9D-355F-5EC59C9A0055}"/>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D9D9BEF3-5011-45AA-628B-962200D0F79C}"/>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60E09892-161F-A68B-2509-184A533EDE1E}"/>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726CB65A-A7C6-8860-B42F-06BE32853251}"/>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66FF6777-684E-AF1B-17E7-D7C1E9CC0582}"/>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4028EEC3-0B68-2D1B-170C-C2981480CBF2}"/>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AD7DC3A9-ACAE-C2D5-B1EC-A4051DAC9660}"/>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14906A1A-45F8-33F5-B9F8-37F4B13EB4E4}"/>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ECBC2AC4-9A6E-EFFA-070B-F8CF4BC3F251}"/>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4DBEAA39-6D71-A3B2-2B9E-1DF7C753FEA5}"/>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541AF63A-53E3-66F0-D1DD-F46B7A819E10}"/>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A2C699B7-9E99-3ED9-5791-C41E320DE569}"/>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1A3D07E8-E34A-0DE3-98D3-B199AE380075}"/>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419A4EDD-29F4-31E4-6A80-201DB3227744}"/>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16444706-F9D2-075F-D24D-3B377E742BE5}"/>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A1808680-887E-23B4-6318-AA07D7B52EA9}"/>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3B9A33B4-94C6-B31F-ED41-497A969F460E}"/>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8E55B64A-6A85-24DD-6C14-CE7589147038}"/>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99ADCCA4-9CB6-0872-27C9-6E94362ED2E3}"/>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CFCEE8F9-FCB3-D2D3-8B81-314ABD867ACD}"/>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080E2083-217E-3306-A09E-735287177092}"/>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09185CCD-C754-B3F9-A652-7F335544E209}"/>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3B83F3C3-B3EA-455C-3589-DBF2A156F95A}"/>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E6D73092-3F0B-3192-9125-239AF78BD4A3}"/>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5369D798-732D-0E1E-A18D-D50F9B68171E}"/>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260D75EA-FB9F-F16C-54D0-C9A5E2495BAC}"/>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675E629F-DCAF-750E-17FC-2A53ADCCE1E8}"/>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B20CC4A0-B80E-2A37-B205-4BF8EEB63533}"/>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37596408-6CFD-85A0-9C3A-701E6B7D9D32}"/>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9C9EB232-F9C4-FB56-48CC-42CAF2433AD2}"/>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A91537C0-1B82-3361-8CD6-EBC083C8FCFF}"/>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6DCC79A1-9E48-6E10-665F-D1369592D7FE}"/>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4252F489-89FC-3620-E09A-085DF68B4816}"/>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7C24ED92-751E-9CFA-2160-88C37AC491BA}"/>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9B6C8E5B-3D44-7E42-CC3E-65A9416CC1C8}"/>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C9A33C3C-49E2-8D58-CCEB-ABB627CF4890}"/>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4CE6BDFE-F27C-99C0-D6EA-BDAD4DCC6F99}"/>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5E843373-0B5A-15BE-BDE6-6D0DB9C82D67}"/>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AF4CF549-8043-2872-CB2A-A78E7046A6DE}"/>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BF077C03-116B-556A-3B27-073F0B43A9FA}"/>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6D415625-534D-E7E1-1A9E-3A0A18C299A2}"/>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3ECD99BC-0377-D3D1-8ACD-DD5B2227E3F9}"/>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56494054-A1D0-7457-D630-EAA8BDD04FB9}"/>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62423C1B-8FD7-CB0A-0FC6-F578C4CD0AD8}"/>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AB1F1226-7CC2-4491-EC11-10FFF0B85387}"/>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91D675DE-19AB-D6BC-F8AE-20E22B753D4D}"/>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E34C4244-BA0D-18E0-C914-5D14DE8BA04E}"/>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A574DDFA-66B4-9955-EC92-D1E0C0E1FD3C}"/>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16A6E106-2F60-6E0B-4006-8945B8BB4CF2}"/>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4F78DB32-7A3A-965F-B8E1-007826D24DE0}"/>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5740CAD7-035F-A690-6757-6B0AEFC1F8E2}"/>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13D3886C-34B5-5E1B-F76C-0A81ED695713}"/>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2FF352D4-C90B-0E76-061D-FFEFC90D0D6D}"/>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341AEA00-C669-4970-932B-754CBAD7FAAA}"/>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496AE1F0-A009-3632-792B-BB53CC9DA557}"/>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E879E0A6-F9D8-1F8E-EA52-60A26C03AD7E}"/>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6489A791-9BA3-D551-F6B9-EDA57B74E33E}"/>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790DF609-D446-F624-B448-186B0E3E078B}"/>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D638E090-E2BE-C892-B9B7-674950B9CEA3}"/>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670B4220-DF49-7B68-60F0-156AB254F91D}"/>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141484BC-EB78-F534-F4CF-E9724D9DA6D6}"/>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098FB93E-0DF7-F0CD-908F-D63B1308078C}"/>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D48DE950-2F80-DDAE-F5B0-C9CAEEF74BC0}"/>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316170D7-A8FD-1DF9-CB57-24943988E234}"/>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127B76AF-025B-16A0-5EA2-9204849BCF6C}"/>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4EEB0329-39C3-1DA9-D4C6-B6EC536215E4}"/>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33332F61-C0AA-68B8-03F9-02786C342B73}"/>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65340ACC-4B73-FB6E-DBEF-529604449638}"/>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3F1B11C2-81A5-A2E1-DC44-37ADC17C5BC6}"/>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cxnSp>
        <p:nvCxnSpPr>
          <p:cNvPr id="1655" name="Google Shape;1655;p56">
            <a:extLst>
              <a:ext uri="{FF2B5EF4-FFF2-40B4-BE49-F238E27FC236}">
                <a16:creationId xmlns:a16="http://schemas.microsoft.com/office/drawing/2014/main" id="{2B0F93E2-9CFD-EAFB-AEAE-F0E12E3D4935}"/>
              </a:ext>
            </a:extLst>
          </p:cNvPr>
          <p:cNvCxnSpPr>
            <a:cxnSpLocks/>
          </p:cNvCxnSpPr>
          <p:nvPr/>
        </p:nvCxnSpPr>
        <p:spPr>
          <a:xfrm>
            <a:off x="2308462" y="605029"/>
            <a:ext cx="4901620" cy="0"/>
          </a:xfrm>
          <a:prstGeom prst="straightConnector1">
            <a:avLst/>
          </a:prstGeom>
          <a:noFill/>
          <a:ln w="38100" cap="flat" cmpd="sng">
            <a:solidFill>
              <a:schemeClr val="accent6"/>
            </a:solidFill>
            <a:prstDash val="solid"/>
            <a:round/>
            <a:headEnd type="none" w="med" len="med"/>
            <a:tailEnd type="none" w="med" len="med"/>
          </a:ln>
        </p:spPr>
      </p:cxnSp>
      <p:pic>
        <p:nvPicPr>
          <p:cNvPr id="6" name="Picture 5">
            <a:extLst>
              <a:ext uri="{FF2B5EF4-FFF2-40B4-BE49-F238E27FC236}">
                <a16:creationId xmlns:a16="http://schemas.microsoft.com/office/drawing/2014/main" id="{7AC73289-688E-86F4-44C8-FCF3914CCDBF}"/>
              </a:ext>
            </a:extLst>
          </p:cNvPr>
          <p:cNvPicPr>
            <a:picLocks noChangeAspect="1"/>
          </p:cNvPicPr>
          <p:nvPr/>
        </p:nvPicPr>
        <p:blipFill>
          <a:blip r:embed="rId4"/>
          <a:srcRect l="39971" t="31270" r="21786" b="19485"/>
          <a:stretch>
            <a:fillRect/>
          </a:stretch>
        </p:blipFill>
        <p:spPr>
          <a:xfrm>
            <a:off x="6620482" y="2891923"/>
            <a:ext cx="2150752" cy="1557848"/>
          </a:xfrm>
          <a:prstGeom prst="rect">
            <a:avLst/>
          </a:prstGeom>
        </p:spPr>
      </p:pic>
      <p:pic>
        <p:nvPicPr>
          <p:cNvPr id="7" name="Online Media 6" title="PET scan | How Does a PET Scan Work? | Clinical application of PET scan | #biomedicine  series">
            <a:hlinkClick r:id="" action="ppaction://media"/>
            <a:extLst>
              <a:ext uri="{FF2B5EF4-FFF2-40B4-BE49-F238E27FC236}">
                <a16:creationId xmlns:a16="http://schemas.microsoft.com/office/drawing/2014/main" id="{912E530B-9B11-1D95-83B6-2483FF7DCEEF}"/>
              </a:ext>
            </a:extLst>
          </p:cNvPr>
          <p:cNvPicPr>
            <a:picLocks noRot="1" noChangeAspect="1"/>
          </p:cNvPicPr>
          <p:nvPr>
            <a:videoFile r:link="rId1"/>
          </p:nvPr>
        </p:nvPicPr>
        <p:blipFill>
          <a:blip r:embed="rId5"/>
          <a:stretch>
            <a:fillRect/>
          </a:stretch>
        </p:blipFill>
        <p:spPr>
          <a:xfrm>
            <a:off x="6486370" y="1232284"/>
            <a:ext cx="2341260" cy="1322700"/>
          </a:xfrm>
          <a:prstGeom prst="rect">
            <a:avLst/>
          </a:prstGeom>
        </p:spPr>
      </p:pic>
    </p:spTree>
    <p:extLst>
      <p:ext uri="{BB962C8B-B14F-4D97-AF65-F5344CB8AC3E}">
        <p14:creationId xmlns:p14="http://schemas.microsoft.com/office/powerpoint/2010/main" val="613210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F84D2F5F-BD4C-259F-9014-6C72FA2007A0}"/>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0FFCB981-2965-D4BB-AC3C-C468B2CB8778}"/>
              </a:ext>
            </a:extLst>
          </p:cNvPr>
          <p:cNvSpPr txBox="1">
            <a:spLocks noGrp="1"/>
          </p:cNvSpPr>
          <p:nvPr>
            <p:ph type="title"/>
          </p:nvPr>
        </p:nvSpPr>
        <p:spPr>
          <a:xfrm>
            <a:off x="2014754" y="228818"/>
            <a:ext cx="5489036" cy="457667"/>
          </a:xfrm>
          <a:prstGeom prst="rect">
            <a:avLst/>
          </a:prstGeom>
        </p:spPr>
        <p:txBody>
          <a:bodyPr spcFirstLastPara="1" wrap="square" lIns="91425" tIns="91425" rIns="91425" bIns="91425" anchor="b" anchorCtr="0">
            <a:noAutofit/>
          </a:bodyPr>
          <a:lstStyle/>
          <a:p>
            <a:pPr lvl="0" algn="ctr"/>
            <a:r>
              <a:rPr lang="en-IN" sz="2400" dirty="0">
                <a:solidFill>
                  <a:srgbClr val="FF0000"/>
                </a:solidFill>
              </a:rPr>
              <a:t>Magnetic-Field-Based Techniques</a:t>
            </a:r>
            <a:endParaRPr sz="2400" dirty="0">
              <a:solidFill>
                <a:srgbClr val="FF0000"/>
              </a:solidFill>
            </a:endParaRPr>
          </a:p>
        </p:txBody>
      </p:sp>
      <p:sp>
        <p:nvSpPr>
          <p:cNvPr id="1526" name="Google Shape;1526;p56">
            <a:extLst>
              <a:ext uri="{FF2B5EF4-FFF2-40B4-BE49-F238E27FC236}">
                <a16:creationId xmlns:a16="http://schemas.microsoft.com/office/drawing/2014/main" id="{6ACBA412-8A60-37DE-9B04-4D25B40BAC3D}"/>
              </a:ext>
            </a:extLst>
          </p:cNvPr>
          <p:cNvSpPr txBox="1">
            <a:spLocks noGrp="1"/>
          </p:cNvSpPr>
          <p:nvPr>
            <p:ph type="subTitle" idx="1"/>
          </p:nvPr>
        </p:nvSpPr>
        <p:spPr>
          <a:xfrm>
            <a:off x="165145" y="568309"/>
            <a:ext cx="8732567" cy="4094153"/>
          </a:xfrm>
          <a:prstGeom prst="rect">
            <a:avLst/>
          </a:prstGeom>
        </p:spPr>
        <p:txBody>
          <a:bodyPr spcFirstLastPara="1" wrap="square" lIns="91425" tIns="91425" rIns="91425" bIns="91425" anchor="t" anchorCtr="0">
            <a:noAutofit/>
          </a:bodyPr>
          <a:lstStyle/>
          <a:p>
            <a:pPr marL="2250" lvl="0" indent="0" algn="l">
              <a:spcBef>
                <a:spcPts val="600"/>
              </a:spcBef>
              <a:spcAft>
                <a:spcPts val="600"/>
              </a:spcAft>
            </a:pPr>
            <a:r>
              <a:rPr lang="en-US" b="1" dirty="0">
                <a:solidFill>
                  <a:srgbClr val="0070C0"/>
                </a:solidFill>
              </a:rPr>
              <a:t>MAGNETIC RESONANCE IMAGING (MRI)</a:t>
            </a:r>
          </a:p>
          <a:p>
            <a:pPr marL="173700" lvl="0" indent="-171450" algn="l">
              <a:spcBef>
                <a:spcPts val="300"/>
              </a:spcBef>
              <a:spcAft>
                <a:spcPts val="300"/>
              </a:spcAft>
              <a:buFont typeface="Arial" panose="020B0604020202020204" pitchFamily="34" charset="0"/>
              <a:buChar char="•"/>
            </a:pPr>
            <a:r>
              <a:rPr lang="en-IN" sz="1400" dirty="0"/>
              <a:t>MRI is a </a:t>
            </a:r>
            <a:r>
              <a:rPr lang="en-IN" sz="1400" b="1" dirty="0">
                <a:highlight>
                  <a:srgbClr val="FFFF00"/>
                </a:highlight>
              </a:rPr>
              <a:t>structural brain-imaging procedure </a:t>
            </a:r>
            <a:r>
              <a:rPr lang="en-IN" sz="1400" dirty="0"/>
              <a:t>in which </a:t>
            </a:r>
            <a:r>
              <a:rPr lang="en-IN" sz="1400" b="1" dirty="0">
                <a:highlight>
                  <a:srgbClr val="FFFF00"/>
                </a:highlight>
              </a:rPr>
              <a:t>high-resolution images </a:t>
            </a:r>
            <a:r>
              <a:rPr lang="en-IN" sz="1400" dirty="0">
                <a:highlight>
                  <a:srgbClr val="FFFF00"/>
                </a:highlight>
              </a:rPr>
              <a:t>are constructed from the measurement of radio-frequency waves that hydrogen atoms emit as they align with a powerful magnetic field.</a:t>
            </a:r>
            <a:r>
              <a:rPr lang="en-IN" sz="1400" dirty="0"/>
              <a:t> </a:t>
            </a:r>
          </a:p>
          <a:p>
            <a:pPr marL="173700" lvl="0" indent="-171450" algn="l">
              <a:spcBef>
                <a:spcPts val="300"/>
              </a:spcBef>
              <a:spcAft>
                <a:spcPts val="300"/>
              </a:spcAft>
              <a:buFont typeface="Arial" panose="020B0604020202020204" pitchFamily="34" charset="0"/>
              <a:buChar char="•"/>
            </a:pPr>
            <a:r>
              <a:rPr lang="en-IN" sz="1400" dirty="0"/>
              <a:t>Such imaging is possible because: </a:t>
            </a:r>
          </a:p>
          <a:p>
            <a:pPr marL="630900" lvl="1" indent="-171450" algn="l">
              <a:spcBef>
                <a:spcPts val="300"/>
              </a:spcBef>
              <a:spcAft>
                <a:spcPts val="300"/>
              </a:spcAft>
              <a:buFont typeface="Arial" panose="020B0604020202020204" pitchFamily="34" charset="0"/>
              <a:buChar char="•"/>
            </a:pPr>
            <a:r>
              <a:rPr lang="en-IN" sz="1400" dirty="0">
                <a:highlight>
                  <a:srgbClr val="00FF00"/>
                </a:highlight>
              </a:rPr>
              <a:t>Water contains 2 hydrogen atoms (H2O) </a:t>
            </a:r>
          </a:p>
          <a:p>
            <a:pPr marL="630900" lvl="1" indent="-171450" algn="l">
              <a:spcBef>
                <a:spcPts val="300"/>
              </a:spcBef>
              <a:spcAft>
                <a:spcPts val="300"/>
              </a:spcAft>
              <a:buFont typeface="Arial" panose="020B0604020202020204" pitchFamily="34" charset="0"/>
              <a:buChar char="•"/>
            </a:pPr>
            <a:r>
              <a:rPr lang="en-IN" sz="1400" dirty="0">
                <a:highlight>
                  <a:srgbClr val="00FF00"/>
                </a:highlight>
              </a:rPr>
              <a:t>Different brain structures contain different amounts of water. </a:t>
            </a:r>
          </a:p>
          <a:p>
            <a:pPr marL="173700" lvl="0" indent="-171450" algn="l">
              <a:spcBef>
                <a:spcPts val="300"/>
              </a:spcBef>
              <a:spcAft>
                <a:spcPts val="300"/>
              </a:spcAft>
              <a:buFont typeface="Arial" panose="020B0604020202020204" pitchFamily="34" charset="0"/>
              <a:buChar char="•"/>
            </a:pPr>
            <a:r>
              <a:rPr lang="en-IN" sz="1400" dirty="0"/>
              <a:t>This, in turn, means that the number of hydrogen atoms differs between brain structures, and, therefore, the radio-frequency waves emitted by a particular brain structure will be different from its </a:t>
            </a:r>
            <a:r>
              <a:rPr lang="en-IN" sz="1400" dirty="0" err="1"/>
              <a:t>neighboring</a:t>
            </a:r>
            <a:r>
              <a:rPr lang="en-IN" sz="1400" dirty="0"/>
              <a:t> brain structures. </a:t>
            </a:r>
          </a:p>
          <a:p>
            <a:pPr marL="173700" lvl="0" indent="-171450" algn="l">
              <a:spcBef>
                <a:spcPts val="300"/>
              </a:spcBef>
              <a:spcAft>
                <a:spcPts val="300"/>
              </a:spcAft>
              <a:buFont typeface="Arial" panose="020B0604020202020204" pitchFamily="34" charset="0"/>
              <a:buChar char="•"/>
            </a:pPr>
            <a:r>
              <a:rPr lang="en-IN" sz="1400" dirty="0"/>
              <a:t>MRI </a:t>
            </a:r>
            <a:r>
              <a:rPr lang="en-IN" sz="1400" dirty="0">
                <a:highlight>
                  <a:srgbClr val="FFFF00"/>
                </a:highlight>
              </a:rPr>
              <a:t>provides clearer images </a:t>
            </a:r>
            <a:r>
              <a:rPr lang="en-IN" sz="1400" dirty="0"/>
              <a:t>of the brain than does CT. In addition to providing relatively high spatial resolution (the ability to detect and represent differences in spatial location), MRI can </a:t>
            </a:r>
            <a:r>
              <a:rPr lang="en-IN" sz="1400" dirty="0">
                <a:highlight>
                  <a:srgbClr val="FFFF00"/>
                </a:highlight>
              </a:rPr>
              <a:t>produce images in three dimensions.</a:t>
            </a:r>
          </a:p>
          <a:p>
            <a:pPr marL="173700" lvl="0" indent="-171450" algn="l">
              <a:spcBef>
                <a:spcPts val="300"/>
              </a:spcBef>
              <a:spcAft>
                <a:spcPts val="300"/>
              </a:spcAft>
              <a:buFont typeface="Arial" panose="020B0604020202020204" pitchFamily="34" charset="0"/>
              <a:buChar char="•"/>
            </a:pPr>
            <a:r>
              <a:rPr lang="en-IN" sz="1400" dirty="0">
                <a:hlinkClick r:id="rId3"/>
              </a:rPr>
              <a:t>https://youtu.be/E44W54z_Ykw?si=r6o7jtiDeT5QDnIb</a:t>
            </a:r>
            <a:endParaRPr lang="en-IN" sz="1400" dirty="0"/>
          </a:p>
          <a:p>
            <a:pPr marL="2250" lvl="0" indent="0" algn="l">
              <a:spcBef>
                <a:spcPts val="600"/>
              </a:spcBef>
              <a:spcAft>
                <a:spcPts val="600"/>
              </a:spcAft>
            </a:pPr>
            <a:r>
              <a:rPr lang="en-IN" sz="1400" b="1" dirty="0">
                <a:solidFill>
                  <a:srgbClr val="0070C0"/>
                </a:solidFill>
              </a:rPr>
              <a:t>MAGNETOENCEPHALOGRAPHY </a:t>
            </a:r>
          </a:p>
          <a:p>
            <a:pPr marL="173700" lvl="0" indent="-171450" algn="l">
              <a:spcBef>
                <a:spcPts val="600"/>
              </a:spcBef>
              <a:spcAft>
                <a:spcPts val="600"/>
              </a:spcAft>
              <a:buFont typeface="Arial" panose="020B0604020202020204" pitchFamily="34" charset="0"/>
              <a:buChar char="•"/>
            </a:pPr>
            <a:r>
              <a:rPr lang="en-IN" sz="1400" b="1" dirty="0"/>
              <a:t>Magnetoencephalography (MEG). </a:t>
            </a:r>
            <a:r>
              <a:rPr lang="en-IN" sz="1400" dirty="0"/>
              <a:t>measures changes in magnetic fields on the surface of the scalp that are produced by changes in underlying patterns of neural activity. </a:t>
            </a:r>
          </a:p>
          <a:p>
            <a:pPr marL="173700" lvl="0" indent="-171450" algn="l">
              <a:spcBef>
                <a:spcPts val="600"/>
              </a:spcBef>
              <a:spcAft>
                <a:spcPts val="600"/>
              </a:spcAft>
              <a:buFont typeface="Arial" panose="020B0604020202020204" pitchFamily="34" charset="0"/>
              <a:buChar char="•"/>
            </a:pPr>
            <a:r>
              <a:rPr lang="en-IN" sz="1400" dirty="0"/>
              <a:t>Its major advantage over fMRI is its </a:t>
            </a:r>
            <a:r>
              <a:rPr lang="en-IN" sz="1400" b="1" dirty="0"/>
              <a:t>temporal resolution</a:t>
            </a:r>
            <a:r>
              <a:rPr lang="en-IN" sz="1400" dirty="0"/>
              <a:t>; it can record fast changes in neural activity</a:t>
            </a:r>
            <a:endParaRPr lang="en-IN" sz="1400" dirty="0">
              <a:highlight>
                <a:srgbClr val="FFFF00"/>
              </a:highlight>
            </a:endParaRPr>
          </a:p>
        </p:txBody>
      </p:sp>
      <p:grpSp>
        <p:nvGrpSpPr>
          <p:cNvPr id="1527" name="Google Shape;1527;p56">
            <a:extLst>
              <a:ext uri="{FF2B5EF4-FFF2-40B4-BE49-F238E27FC236}">
                <a16:creationId xmlns:a16="http://schemas.microsoft.com/office/drawing/2014/main" id="{77D0303F-0828-A705-25EA-30EDBF49F226}"/>
              </a:ext>
            </a:extLst>
          </p:cNvPr>
          <p:cNvGrpSpPr/>
          <p:nvPr/>
        </p:nvGrpSpPr>
        <p:grpSpPr>
          <a:xfrm rot="10800000" flipH="1">
            <a:off x="278056" y="276920"/>
            <a:ext cx="580432" cy="615807"/>
            <a:chOff x="1795374" y="144994"/>
            <a:chExt cx="580432" cy="615807"/>
          </a:xfrm>
        </p:grpSpPr>
        <p:grpSp>
          <p:nvGrpSpPr>
            <p:cNvPr id="1528" name="Google Shape;1528;p56">
              <a:extLst>
                <a:ext uri="{FF2B5EF4-FFF2-40B4-BE49-F238E27FC236}">
                  <a16:creationId xmlns:a16="http://schemas.microsoft.com/office/drawing/2014/main" id="{572169A8-75A3-F41B-6EF1-C0A3A39916C7}"/>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A91C31D4-17A8-D471-4F3B-E42EA234D8B7}"/>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3930C7E0-2851-E158-AC98-CA47FD776C11}"/>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1" name="Google Shape;1531;p56">
              <a:extLst>
                <a:ext uri="{FF2B5EF4-FFF2-40B4-BE49-F238E27FC236}">
                  <a16:creationId xmlns:a16="http://schemas.microsoft.com/office/drawing/2014/main" id="{70E9EAE0-AD25-D3D0-2534-F785DC267C04}"/>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01FDFFD8-0A72-CE03-908A-2C8E284B0045}"/>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676673FF-7565-793B-9342-3573BFFA7F4E}"/>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56FD8053-EF74-FD6A-52F8-18A3CBA15D05}"/>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54EF8052-034B-3A22-0F15-7B60C49BFD06}"/>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F544E487-CC37-1991-6666-ADD1044AEA1A}"/>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C35F9D9A-D67D-247C-F034-EE94A4115C14}"/>
              </a:ext>
            </a:extLst>
          </p:cNvPr>
          <p:cNvGrpSpPr/>
          <p:nvPr/>
        </p:nvGrpSpPr>
        <p:grpSpPr>
          <a:xfrm rot="10800000" flipH="1">
            <a:off x="8424530" y="2670616"/>
            <a:ext cx="624407" cy="837107"/>
            <a:chOff x="1714774" y="144994"/>
            <a:chExt cx="624407" cy="837107"/>
          </a:xfrm>
        </p:grpSpPr>
        <p:grpSp>
          <p:nvGrpSpPr>
            <p:cNvPr id="1538" name="Google Shape;1538;p56">
              <a:extLst>
                <a:ext uri="{FF2B5EF4-FFF2-40B4-BE49-F238E27FC236}">
                  <a16:creationId xmlns:a16="http://schemas.microsoft.com/office/drawing/2014/main" id="{62C6993B-CCF6-8D52-E10A-DDC2C45A23F1}"/>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13FA3EDB-6170-37F0-0A0F-B567CF723FDF}"/>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A1E3CC41-9917-19C3-2941-2225B4AE19E0}"/>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A03CC4E1-5729-2308-2B19-9092A5358E5A}"/>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A3E02FA0-265F-EAF2-8E0A-BC3D71499550}"/>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2E922C97-0213-FB41-5BF7-62C8F5D33BBB}"/>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237F749C-953C-B915-FADC-4DE5C1844962}"/>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0F12EFDD-0D81-69E3-1E57-A15462249B04}"/>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1097218D-4A6C-311C-FE8E-4E3FF7CBD612}"/>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3DA6E0C9-BD2F-CF92-9439-AF4D79A62AD2}"/>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9699D2DA-5B98-E107-7419-BC6B488EC7BD}"/>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BA721B5E-6BC2-611F-0BC5-5B481B1CE33E}"/>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FCB8A0CA-6F07-1300-99A7-1EEFE21F88E7}"/>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D4B69475-E42C-80AC-A5FC-57ED9F358C47}"/>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7B73A8EC-FD2D-45B2-34A2-4C01CAAE16D6}"/>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FB5FFB01-33B2-CDFA-9ABC-5EE5E1F0EE44}"/>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A2899DDA-E1D8-59E6-4041-774EC7498C8B}"/>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10499B31-A08C-48FF-7427-9674A6BC9152}"/>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0C58EA01-CB62-B13D-FDEC-0C000AE73F3A}"/>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464059DC-4EE0-1E41-2F42-9C6367730E0E}"/>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540513E3-D4B8-EE4D-0A23-F24372A48393}"/>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9EAC6E57-4467-30FB-CD5E-4FB60F4DEA5A}"/>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402F97A1-008E-EF26-D94A-3CCE883E97C1}"/>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6084BBAC-FE9E-62E9-ACE7-AD5B21257FFC}"/>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97A5959F-BB13-A4E4-28F1-F52C791A7C9E}"/>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4B1A8B4C-F12C-016C-6902-83728D074825}"/>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F220B54B-A865-007C-1AEE-5EE5BCC21E03}"/>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9C0E831E-EE7F-EAC5-CEFD-4DE58D223368}"/>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2F2697AD-CE88-8524-43BF-0CA04C816CDB}"/>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2BFEC43B-DB62-3687-BCC8-D258D076521D}"/>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17EC32E4-035D-BFB4-3015-4D0B8EE6D220}"/>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1B5C683A-2D00-9DE5-933C-1C48132C62F7}"/>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93168F3D-E55D-2EC5-CCB5-3247D40B230A}"/>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FCA27103-CAB3-317B-D7EC-817B663662CF}"/>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897C38A9-6C5D-DDF2-BAEF-21CDB319AE73}"/>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F8EED2AA-DB8C-3415-C0D3-D413852E8BEF}"/>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A0BFAA9D-6D38-49A4-261D-191FC8827B00}"/>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B8483E8C-44DC-4D3B-9E51-838BDEC71F8D}"/>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AA581FCD-1F3C-6BCF-7B23-4B6EAAE2F89A}"/>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14DA3AD0-7EEC-2187-DF4D-5457AD4B9DF7}"/>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6BA9269C-8FD7-4E4D-2819-4227CDDB33F8}"/>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9C1BB9C4-4A6B-4CC3-01F2-97DE8AEF4F73}"/>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6E951818-665E-D9B0-AF5C-DC1D9C6441A9}"/>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4CE228AF-35DE-A61A-D6B0-3D54F12A5D62}"/>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DEDA7B72-D309-3401-B697-90FD3E4C377F}"/>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7BF3745F-101E-E81F-D9D2-199C000EC7A8}"/>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DA03879F-87A4-CF71-241C-4EAE12A356E8}"/>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6521C649-604C-EA02-1D8A-7A63B6CF3E60}"/>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66B8B992-7037-DA9D-355F-5EC59C9A0055}"/>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D9D9BEF3-5011-45AA-628B-962200D0F79C}"/>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60E09892-161F-A68B-2509-184A533EDE1E}"/>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726CB65A-A7C6-8860-B42F-06BE32853251}"/>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66FF6777-684E-AF1B-17E7-D7C1E9CC0582}"/>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4028EEC3-0B68-2D1B-170C-C2981480CBF2}"/>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AD7DC3A9-ACAE-C2D5-B1EC-A4051DAC9660}"/>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14906A1A-45F8-33F5-B9F8-37F4B13EB4E4}"/>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ECBC2AC4-9A6E-EFFA-070B-F8CF4BC3F251}"/>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4DBEAA39-6D71-A3B2-2B9E-1DF7C753FEA5}"/>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541AF63A-53E3-66F0-D1DD-F46B7A819E10}"/>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A2C699B7-9E99-3ED9-5791-C41E320DE569}"/>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1A3D07E8-E34A-0DE3-98D3-B199AE380075}"/>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419A4EDD-29F4-31E4-6A80-201DB3227744}"/>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16444706-F9D2-075F-D24D-3B377E742BE5}"/>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A1808680-887E-23B4-6318-AA07D7B52EA9}"/>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3B9A33B4-94C6-B31F-ED41-497A969F460E}"/>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8E55B64A-6A85-24DD-6C14-CE7589147038}"/>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99ADCCA4-9CB6-0872-27C9-6E94362ED2E3}"/>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CFCEE8F9-FCB3-D2D3-8B81-314ABD867ACD}"/>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080E2083-217E-3306-A09E-735287177092}"/>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09185CCD-C754-B3F9-A652-7F335544E209}"/>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3B83F3C3-B3EA-455C-3589-DBF2A156F95A}"/>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E6D73092-3F0B-3192-9125-239AF78BD4A3}"/>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5369D798-732D-0E1E-A18D-D50F9B68171E}"/>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260D75EA-FB9F-F16C-54D0-C9A5E2495BAC}"/>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675E629F-DCAF-750E-17FC-2A53ADCCE1E8}"/>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B20CC4A0-B80E-2A37-B205-4BF8EEB63533}"/>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37596408-6CFD-85A0-9C3A-701E6B7D9D32}"/>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9C9EB232-F9C4-FB56-48CC-42CAF2433AD2}"/>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A91537C0-1B82-3361-8CD6-EBC083C8FCFF}"/>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6DCC79A1-9E48-6E10-665F-D1369592D7FE}"/>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4252F489-89FC-3620-E09A-085DF68B4816}"/>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7C24ED92-751E-9CFA-2160-88C37AC491BA}"/>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9B6C8E5B-3D44-7E42-CC3E-65A9416CC1C8}"/>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C9A33C3C-49E2-8D58-CCEB-ABB627CF4890}"/>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4CE6BDFE-F27C-99C0-D6EA-BDAD4DCC6F99}"/>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5E843373-0B5A-15BE-BDE6-6D0DB9C82D67}"/>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AF4CF549-8043-2872-CB2A-A78E7046A6DE}"/>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BF077C03-116B-556A-3B27-073F0B43A9FA}"/>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6D415625-534D-E7E1-1A9E-3A0A18C299A2}"/>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3ECD99BC-0377-D3D1-8ACD-DD5B2227E3F9}"/>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56494054-A1D0-7457-D630-EAA8BDD04FB9}"/>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62423C1B-8FD7-CB0A-0FC6-F578C4CD0AD8}"/>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AB1F1226-7CC2-4491-EC11-10FFF0B85387}"/>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91D675DE-19AB-D6BC-F8AE-20E22B753D4D}"/>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E34C4244-BA0D-18E0-C914-5D14DE8BA04E}"/>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A574DDFA-66B4-9955-EC92-D1E0C0E1FD3C}"/>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16A6E106-2F60-6E0B-4006-8945B8BB4CF2}"/>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4F78DB32-7A3A-965F-B8E1-007826D24DE0}"/>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5740CAD7-035F-A690-6757-6B0AEFC1F8E2}"/>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13D3886C-34B5-5E1B-F76C-0A81ED695713}"/>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2FF352D4-C90B-0E76-061D-FFEFC90D0D6D}"/>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341AEA00-C669-4970-932B-754CBAD7FAAA}"/>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496AE1F0-A009-3632-792B-BB53CC9DA557}"/>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E879E0A6-F9D8-1F8E-EA52-60A26C03AD7E}"/>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6489A791-9BA3-D551-F6B9-EDA57B74E33E}"/>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790DF609-D446-F624-B448-186B0E3E078B}"/>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D638E090-E2BE-C892-B9B7-674950B9CEA3}"/>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670B4220-DF49-7B68-60F0-156AB254F91D}"/>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141484BC-EB78-F534-F4CF-E9724D9DA6D6}"/>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098FB93E-0DF7-F0CD-908F-D63B1308078C}"/>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D48DE950-2F80-DDAE-F5B0-C9CAEEF74BC0}"/>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316170D7-A8FD-1DF9-CB57-24943988E234}"/>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127B76AF-025B-16A0-5EA2-9204849BCF6C}"/>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4EEB0329-39C3-1DA9-D4C6-B6EC536215E4}"/>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33332F61-C0AA-68B8-03F9-02786C342B73}"/>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65340ACC-4B73-FB6E-DBEF-529604449638}"/>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3F1B11C2-81A5-A2E1-DC44-37ADC17C5BC6}"/>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cxnSp>
        <p:nvCxnSpPr>
          <p:cNvPr id="1655" name="Google Shape;1655;p56">
            <a:extLst>
              <a:ext uri="{FF2B5EF4-FFF2-40B4-BE49-F238E27FC236}">
                <a16:creationId xmlns:a16="http://schemas.microsoft.com/office/drawing/2014/main" id="{2B0F93E2-9CFD-EAFB-AEAE-F0E12E3D4935}"/>
              </a:ext>
            </a:extLst>
          </p:cNvPr>
          <p:cNvCxnSpPr>
            <a:cxnSpLocks/>
          </p:cNvCxnSpPr>
          <p:nvPr/>
        </p:nvCxnSpPr>
        <p:spPr>
          <a:xfrm flipV="1">
            <a:off x="2109452" y="605029"/>
            <a:ext cx="5299639" cy="3848"/>
          </a:xfrm>
          <a:prstGeom prst="straightConnector1">
            <a:avLst/>
          </a:prstGeom>
          <a:noFill/>
          <a:ln w="38100" cap="flat" cmpd="sng">
            <a:solidFill>
              <a:schemeClr val="accent6"/>
            </a:solidFill>
            <a:prstDash val="solid"/>
            <a:round/>
            <a:headEnd type="none" w="med" len="med"/>
            <a:tailEnd type="none" w="med" len="med"/>
          </a:ln>
        </p:spPr>
      </p:cxnSp>
    </p:spTree>
    <p:extLst>
      <p:ext uri="{BB962C8B-B14F-4D97-AF65-F5344CB8AC3E}">
        <p14:creationId xmlns:p14="http://schemas.microsoft.com/office/powerpoint/2010/main" val="1110819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19E24A95-DB0F-6EB8-7B36-D5610518DC59}"/>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6276A4B8-E064-C993-A01E-FC58C4C7B73D}"/>
              </a:ext>
            </a:extLst>
          </p:cNvPr>
          <p:cNvSpPr txBox="1">
            <a:spLocks noGrp="1"/>
          </p:cNvSpPr>
          <p:nvPr>
            <p:ph type="title"/>
          </p:nvPr>
        </p:nvSpPr>
        <p:spPr>
          <a:xfrm>
            <a:off x="2014754" y="228818"/>
            <a:ext cx="5489036" cy="457667"/>
          </a:xfrm>
          <a:prstGeom prst="rect">
            <a:avLst/>
          </a:prstGeom>
        </p:spPr>
        <p:txBody>
          <a:bodyPr spcFirstLastPara="1" wrap="square" lIns="91425" tIns="91425" rIns="91425" bIns="91425" anchor="b" anchorCtr="0">
            <a:noAutofit/>
          </a:bodyPr>
          <a:lstStyle/>
          <a:p>
            <a:pPr lvl="0" algn="ctr"/>
            <a:r>
              <a:rPr lang="en-IN" sz="2400" dirty="0">
                <a:solidFill>
                  <a:srgbClr val="FF0000"/>
                </a:solidFill>
              </a:rPr>
              <a:t>Magnetic-Field-Based Techniques</a:t>
            </a:r>
            <a:endParaRPr sz="2400" dirty="0">
              <a:solidFill>
                <a:srgbClr val="FF0000"/>
              </a:solidFill>
            </a:endParaRPr>
          </a:p>
        </p:txBody>
      </p:sp>
      <p:sp>
        <p:nvSpPr>
          <p:cNvPr id="1526" name="Google Shape;1526;p56">
            <a:extLst>
              <a:ext uri="{FF2B5EF4-FFF2-40B4-BE49-F238E27FC236}">
                <a16:creationId xmlns:a16="http://schemas.microsoft.com/office/drawing/2014/main" id="{7BE3BB2D-D164-A9CF-4EAA-21E16DBE695A}"/>
              </a:ext>
            </a:extLst>
          </p:cNvPr>
          <p:cNvSpPr txBox="1">
            <a:spLocks noGrp="1"/>
          </p:cNvSpPr>
          <p:nvPr>
            <p:ph type="subTitle" idx="1"/>
          </p:nvPr>
        </p:nvSpPr>
        <p:spPr>
          <a:xfrm>
            <a:off x="165145" y="568309"/>
            <a:ext cx="8883791" cy="4094153"/>
          </a:xfrm>
          <a:prstGeom prst="rect">
            <a:avLst/>
          </a:prstGeom>
        </p:spPr>
        <p:txBody>
          <a:bodyPr spcFirstLastPara="1" wrap="square" lIns="91425" tIns="91425" rIns="91425" bIns="91425" anchor="t" anchorCtr="0">
            <a:noAutofit/>
          </a:bodyPr>
          <a:lstStyle/>
          <a:p>
            <a:pPr marL="2250" lvl="0" indent="0" algn="l">
              <a:spcBef>
                <a:spcPts val="600"/>
              </a:spcBef>
              <a:spcAft>
                <a:spcPts val="600"/>
              </a:spcAft>
            </a:pPr>
            <a:r>
              <a:rPr lang="en-US" sz="1400" b="1" dirty="0">
                <a:solidFill>
                  <a:srgbClr val="0070C0"/>
                </a:solidFill>
              </a:rPr>
              <a:t>FUNCTIONAL MRI. </a:t>
            </a:r>
          </a:p>
          <a:p>
            <a:pPr marL="173700" lvl="0" indent="-171450" algn="l">
              <a:spcBef>
                <a:spcPts val="600"/>
              </a:spcBef>
              <a:spcAft>
                <a:spcPts val="600"/>
              </a:spcAft>
              <a:buFont typeface="Arial" panose="020B0604020202020204" pitchFamily="34" charset="0"/>
              <a:buChar char="•"/>
            </a:pPr>
            <a:r>
              <a:rPr lang="en-IN" sz="1200" dirty="0"/>
              <a:t>Functional MRI is often </a:t>
            </a:r>
            <a:r>
              <a:rPr lang="en-IN" sz="1200" b="1" dirty="0">
                <a:highlight>
                  <a:srgbClr val="FFFF00"/>
                </a:highlight>
              </a:rPr>
              <a:t>used to determine if a brain is dysfunctional</a:t>
            </a:r>
            <a:r>
              <a:rPr lang="en-IN" sz="1200" dirty="0"/>
              <a:t> and also used for a variety of other purposes; for example, to infer the content of an individual’s dreams </a:t>
            </a:r>
          </a:p>
          <a:p>
            <a:pPr marL="173700" lvl="0" indent="-171450" algn="l">
              <a:spcBef>
                <a:spcPts val="600"/>
              </a:spcBef>
              <a:spcAft>
                <a:spcPts val="600"/>
              </a:spcAft>
              <a:buFont typeface="Arial" panose="020B0604020202020204" pitchFamily="34" charset="0"/>
              <a:buChar char="•"/>
            </a:pPr>
            <a:r>
              <a:rPr lang="en-IN" sz="1200" dirty="0"/>
              <a:t>Functional MRI (fMRI) </a:t>
            </a:r>
            <a:r>
              <a:rPr lang="en-IN" sz="1200" dirty="0">
                <a:highlight>
                  <a:srgbClr val="FFFF00"/>
                </a:highlight>
              </a:rPr>
              <a:t>produces images representing the increase in oxygenated blood flow to active areas of the brain</a:t>
            </a:r>
            <a:r>
              <a:rPr lang="en-IN" sz="1200" dirty="0"/>
              <a:t>. </a:t>
            </a:r>
          </a:p>
          <a:p>
            <a:pPr marL="173700" lvl="0" indent="-171450" algn="l">
              <a:spcBef>
                <a:spcPts val="600"/>
              </a:spcBef>
              <a:spcAft>
                <a:spcPts val="600"/>
              </a:spcAft>
              <a:buFont typeface="Arial" panose="020B0604020202020204" pitchFamily="34" charset="0"/>
              <a:buChar char="•"/>
            </a:pPr>
            <a:r>
              <a:rPr lang="en-IN" sz="1200" dirty="0"/>
              <a:t>Functional MRI is possible because of </a:t>
            </a:r>
            <a:r>
              <a:rPr lang="en-IN" sz="1200" b="1" u="sng" dirty="0"/>
              <a:t>two attributes of oxygenated blood. </a:t>
            </a:r>
          </a:p>
          <a:p>
            <a:pPr marL="688050" lvl="1" indent="-228600" algn="l">
              <a:spcAft>
                <a:spcPts val="600"/>
              </a:spcAft>
              <a:buSzPct val="100000"/>
              <a:buFont typeface="+mj-lt"/>
              <a:buAutoNum type="arabicPeriod"/>
            </a:pPr>
            <a:r>
              <a:rPr lang="en-IN" sz="1200" dirty="0"/>
              <a:t>Active areas of the brain take up more oxygenated blood than they need for their energy requirements, and thus </a:t>
            </a:r>
            <a:r>
              <a:rPr lang="en-IN" sz="1200" dirty="0">
                <a:highlight>
                  <a:srgbClr val="00FF00"/>
                </a:highlight>
              </a:rPr>
              <a:t>oxygenated blood accumulates in active areas of the brain</a:t>
            </a:r>
          </a:p>
          <a:p>
            <a:pPr marL="688050" lvl="1" indent="-228600" algn="l">
              <a:spcAft>
                <a:spcPts val="600"/>
              </a:spcAft>
              <a:buSzPct val="100000"/>
              <a:buFont typeface="+mj-lt"/>
              <a:buAutoNum type="arabicPeriod"/>
            </a:pPr>
            <a:r>
              <a:rPr lang="en-IN" sz="1200" dirty="0">
                <a:highlight>
                  <a:srgbClr val="00FF00"/>
                </a:highlight>
              </a:rPr>
              <a:t>Oxygenated blood has different magnetic properties</a:t>
            </a:r>
            <a:r>
              <a:rPr lang="en-IN" sz="1200" dirty="0"/>
              <a:t> than does deoxygenated blood, and </a:t>
            </a:r>
            <a:r>
              <a:rPr lang="en-IN" sz="1200" dirty="0">
                <a:highlight>
                  <a:srgbClr val="00FF00"/>
                </a:highlight>
              </a:rPr>
              <a:t>this difference influences the radio-frequency waves emitted by hydrogen atoms in an MRI. </a:t>
            </a:r>
          </a:p>
          <a:p>
            <a:pPr marL="173700" lvl="0" indent="-171450" algn="l">
              <a:spcBef>
                <a:spcPts val="600"/>
              </a:spcBef>
              <a:spcAft>
                <a:spcPts val="600"/>
              </a:spcAft>
              <a:buFont typeface="Arial" panose="020B0604020202020204" pitchFamily="34" charset="0"/>
              <a:buChar char="•"/>
            </a:pPr>
            <a:r>
              <a:rPr lang="en-IN" sz="1200" dirty="0"/>
              <a:t>The </a:t>
            </a:r>
            <a:r>
              <a:rPr lang="en-IN" sz="1200" dirty="0">
                <a:highlight>
                  <a:srgbClr val="00FFFF"/>
                </a:highlight>
              </a:rPr>
              <a:t>signal recorded by fMRI is called the </a:t>
            </a:r>
            <a:r>
              <a:rPr lang="en-IN" sz="1200" b="1" dirty="0">
                <a:highlight>
                  <a:srgbClr val="00FFFF"/>
                </a:highlight>
              </a:rPr>
              <a:t>BOLD signal </a:t>
            </a:r>
            <a:r>
              <a:rPr lang="en-IN" sz="1200" dirty="0">
                <a:highlight>
                  <a:srgbClr val="00FFFF"/>
                </a:highlight>
              </a:rPr>
              <a:t>(the blood-oxygen-level dependent signal). </a:t>
            </a:r>
            <a:r>
              <a:rPr lang="en-IN" sz="1200" dirty="0"/>
              <a:t>The BOLD signal indicates the parts of the brain that are active or inactive during a cognitive or </a:t>
            </a:r>
            <a:r>
              <a:rPr lang="en-IN" sz="1200" dirty="0" err="1"/>
              <a:t>behavioral</a:t>
            </a:r>
            <a:r>
              <a:rPr lang="en-IN" sz="1200" dirty="0"/>
              <a:t> test, and thus it suggests the types of analyses the brain is performing. Because the BOLD signal is the result of blood flow through the brain, it is important to remember that it is not directly measuring the electrical activity of the brain.</a:t>
            </a:r>
          </a:p>
          <a:p>
            <a:pPr marL="173700" lvl="0" indent="-171450" algn="l">
              <a:spcBef>
                <a:spcPts val="600"/>
              </a:spcBef>
              <a:spcAft>
                <a:spcPts val="600"/>
              </a:spcAft>
              <a:buFont typeface="Arial" panose="020B0604020202020204" pitchFamily="34" charset="0"/>
              <a:buChar char="•"/>
            </a:pPr>
            <a:r>
              <a:rPr lang="en-IN" sz="1200" b="1" u="sng" dirty="0"/>
              <a:t>Functional MRI has three advantages </a:t>
            </a:r>
            <a:r>
              <a:rPr lang="en-IN" sz="1200" dirty="0"/>
              <a:t>over PET: </a:t>
            </a:r>
          </a:p>
          <a:p>
            <a:pPr marL="630900" lvl="1" indent="-171450" algn="l">
              <a:buFont typeface="Arial" panose="020B0604020202020204" pitchFamily="34" charset="0"/>
              <a:buChar char="•"/>
            </a:pPr>
            <a:r>
              <a:rPr lang="en-IN" sz="1200" dirty="0"/>
              <a:t>Nothing has to be injected into the volunteer</a:t>
            </a:r>
          </a:p>
          <a:p>
            <a:pPr marL="630900" lvl="1" indent="-171450" algn="l">
              <a:buFont typeface="Arial" panose="020B0604020202020204" pitchFamily="34" charset="0"/>
              <a:buChar char="•"/>
            </a:pPr>
            <a:r>
              <a:rPr lang="en-IN" sz="1200" dirty="0"/>
              <a:t>It provides both structural and functional information in the same image</a:t>
            </a:r>
          </a:p>
          <a:p>
            <a:pPr marL="630900" lvl="1" indent="-171450" algn="l">
              <a:buFont typeface="Arial" panose="020B0604020202020204" pitchFamily="34" charset="0"/>
              <a:buChar char="•"/>
            </a:pPr>
            <a:r>
              <a:rPr lang="en-IN" sz="1200" dirty="0"/>
              <a:t>Its spatial resolution is better. </a:t>
            </a:r>
          </a:p>
        </p:txBody>
      </p:sp>
      <p:grpSp>
        <p:nvGrpSpPr>
          <p:cNvPr id="1527" name="Google Shape;1527;p56">
            <a:extLst>
              <a:ext uri="{FF2B5EF4-FFF2-40B4-BE49-F238E27FC236}">
                <a16:creationId xmlns:a16="http://schemas.microsoft.com/office/drawing/2014/main" id="{CC32B57F-24B3-9E39-2AC9-A56ADDC75E58}"/>
              </a:ext>
            </a:extLst>
          </p:cNvPr>
          <p:cNvGrpSpPr/>
          <p:nvPr/>
        </p:nvGrpSpPr>
        <p:grpSpPr>
          <a:xfrm rot="10800000" flipH="1">
            <a:off x="278056" y="276920"/>
            <a:ext cx="580432" cy="615807"/>
            <a:chOff x="1795374" y="144994"/>
            <a:chExt cx="580432" cy="615807"/>
          </a:xfrm>
        </p:grpSpPr>
        <p:grpSp>
          <p:nvGrpSpPr>
            <p:cNvPr id="1528" name="Google Shape;1528;p56">
              <a:extLst>
                <a:ext uri="{FF2B5EF4-FFF2-40B4-BE49-F238E27FC236}">
                  <a16:creationId xmlns:a16="http://schemas.microsoft.com/office/drawing/2014/main" id="{3EB06ACF-788B-103E-5192-EF6502B679CE}"/>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8487DE93-F119-1738-3D9E-85AAC15DA294}"/>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0A1E597B-F5AE-ECA1-C7CB-E710E9CC9A42}"/>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1" name="Google Shape;1531;p56">
              <a:extLst>
                <a:ext uri="{FF2B5EF4-FFF2-40B4-BE49-F238E27FC236}">
                  <a16:creationId xmlns:a16="http://schemas.microsoft.com/office/drawing/2014/main" id="{2918BAD2-BED9-C0AC-92C7-FFF16D634EC2}"/>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C2F82F7A-7AC8-F295-26FA-1300AB18B9C8}"/>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38FE807D-80D7-F66F-6464-0E1F49083F24}"/>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65B54747-0B4F-D125-4F38-8601C225AFE2}"/>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E38F0D20-8675-6BAF-CF7F-DAEF318DAD41}"/>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B275FBC0-D163-132C-64E5-B53D3834B694}"/>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70C1681B-EC63-C73B-66BB-AE1A4413CD96}"/>
              </a:ext>
            </a:extLst>
          </p:cNvPr>
          <p:cNvGrpSpPr/>
          <p:nvPr/>
        </p:nvGrpSpPr>
        <p:grpSpPr>
          <a:xfrm rot="10800000" flipH="1">
            <a:off x="8138118" y="1201009"/>
            <a:ext cx="624407" cy="837107"/>
            <a:chOff x="1714774" y="144994"/>
            <a:chExt cx="624407" cy="837107"/>
          </a:xfrm>
        </p:grpSpPr>
        <p:grpSp>
          <p:nvGrpSpPr>
            <p:cNvPr id="1538" name="Google Shape;1538;p56">
              <a:extLst>
                <a:ext uri="{FF2B5EF4-FFF2-40B4-BE49-F238E27FC236}">
                  <a16:creationId xmlns:a16="http://schemas.microsoft.com/office/drawing/2014/main" id="{809B8AC6-3754-E90E-F12B-5B44BD0F45C2}"/>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26B2B2DF-D22D-42BE-7127-6B0BBB4CFF40}"/>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50FBCD5C-98C2-19F1-0913-055794C7951E}"/>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096C3413-3AEB-2156-38BA-B965DE900492}"/>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75937B63-3683-39E0-6F72-756A762BEE37}"/>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830D5AD3-0F1D-4B5E-9619-B305C0E96E2C}"/>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273806D8-C591-8DD9-3819-B230D6BAC1D8}"/>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033C0A07-DF84-DAC4-C424-E2121C3C1AC1}"/>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539EBCB3-9B37-946C-835B-95EB26A75097}"/>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522D1377-B161-1A19-0647-E34448BB945B}"/>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40C1A642-65AF-5478-34D4-5BA1EF206C1A}"/>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C5D1FBBB-B7C7-6BA7-F8EF-CCE0C5D6B94E}"/>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1A00A1E8-22F1-00E6-1E7D-BC8FBA3C3E61}"/>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8D72CFDB-24DC-7C61-5468-42DAA5426076}"/>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DA20CB83-4A90-CE40-7FA7-06C04ED9DC8B}"/>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C48A9C13-DBDE-F1E6-928F-DFD078651B18}"/>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FC171C7A-D8BA-238C-4825-FA3E17B884B6}"/>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DEC4AD5A-47AC-F97E-D7EF-601ECC1C1809}"/>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6DB0106F-074E-0B26-BC74-0383C1A93305}"/>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887E5603-132F-7765-5140-E61BC4893CE6}"/>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18B53698-45BF-0739-ACAB-46BDF30C4DAA}"/>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694A4927-134F-6D10-5359-946BD0984A76}"/>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65826297-9ADA-53E9-D618-DC2FC4063BFD}"/>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0ADD1F32-CD9E-6184-9883-0FC7BEDFD504}"/>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9A17EE64-7597-D20B-D731-B7B6450E63C9}"/>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2D8398B4-50A8-B500-1DD9-2BC45D317741}"/>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7F5379E5-8F38-A4A7-A991-4786ED821288}"/>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5D3E66DC-EC57-88FC-92EA-436244B2745A}"/>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3C03B298-1663-ECA7-8517-2AC048293059}"/>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EE12AD80-4F38-2773-6CF1-614A4F372ADA}"/>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083E6216-7726-B133-1060-BE600C041532}"/>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465D965C-0F84-6599-CB94-5F4537C45EAF}"/>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CA3FBEE0-51EB-1629-8D38-65195B8BD0B8}"/>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745ECDF2-E641-F3A6-ABEA-66F159458684}"/>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7D49239E-ADC4-4AFD-204F-AA69CBDEAF70}"/>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61EEE665-4BF2-E7DD-343C-8A2202CD5970}"/>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A68685F1-CAB0-1482-766C-35E8F00FB18B}"/>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41EB969A-6F07-9DCC-3927-8836E85A35F8}"/>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D0C9B4F4-F7E5-6B2B-DD27-183AA8B29C57}"/>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66377ABE-9E04-902B-DDFA-D2190FAF18DD}"/>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093986D8-8E53-8C40-90B9-357159DE169C}"/>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D513ADA3-096B-56F2-C065-939A9316F394}"/>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C9280D01-418F-A290-09C0-E62C45C625A9}"/>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492F47A8-882A-C90F-17A1-10DA7405F06A}"/>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D345D02E-939C-8FF8-4460-CE418DA83B6F}"/>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6C577ACE-21C4-3C99-94F5-9DD10AA7B458}"/>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EB86304C-03F3-EBD6-595A-574A8C7D946E}"/>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660FA438-BA9F-62CB-8501-19FC8CD7C79C}"/>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8BC185A9-80E0-EDB2-FF6B-D78BF6FD66C0}"/>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ABD84D8F-A141-15F9-D648-B62C0F0C1DD0}"/>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C764DA9E-F29B-8200-898C-74AC61626952}"/>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FE10CF0E-3E06-ADBC-2FDE-523F13F7C7C1}"/>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826752BF-0036-A0DD-4F6E-BAD83007EBA6}"/>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4EC5DBF0-25CB-617B-8246-0722A062CD2B}"/>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E55B7443-FF80-9F4F-483C-7843CF438191}"/>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5DBA58EA-BBE2-6D8E-7A8E-8DF18380AA87}"/>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1AC89132-66AB-9289-19E8-9784F34B7D71}"/>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FC31F636-239B-FCE9-E960-DEEABBE171DA}"/>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755D68CE-17F3-74C5-8A50-950608C681AC}"/>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BB420690-41CE-B8FB-05E4-D7F639D01BCA}"/>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CE7409C8-F54B-3902-1D7B-0BF0C4F1D048}"/>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EDF362A4-1311-D00B-213E-4FD34B04D7E7}"/>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F1BEEA3E-3013-9199-9D57-0F2FCE3D8F30}"/>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11A29788-AF04-2411-E69D-2F5039EE425B}"/>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499FF165-7434-7BE4-60E0-59DEB7DAD161}"/>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5D6B1CBE-1E82-CACF-64AF-54E8618126F6}"/>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AE29CABA-A5CA-940C-736D-B5A7EABEA0CE}"/>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67D039AD-B9EF-8E00-F8A8-157A2FB240BC}"/>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4F711150-3AF0-9713-8DE0-806490EB2B2D}"/>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BD07FA19-E328-BC7B-4815-A340F8770C0D}"/>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CFEC0053-38E9-E1A5-6F8B-6BA10DCC6C06}"/>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5C0B019B-F92C-DB9B-E098-C3D71CF3F1D5}"/>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F76F74ED-F406-262E-FA97-6A1E3149E8DF}"/>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FED6D0A7-853C-CB59-05C0-D7407DA2859B}"/>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8BF3AE8D-A985-A8F7-E6C5-A37A31293063}"/>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70F36F2E-C065-EF23-1CDA-D71B55B22273}"/>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8E53CA91-90FA-A9CE-EBA0-F161328B26C7}"/>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1A5D9FB2-E3C3-46B6-A8E6-43151FB36C96}"/>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D65A35AA-BDDA-8109-6C40-AE35AFF8EE5E}"/>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94532319-5AF2-BC37-F35F-A870A2B93FA3}"/>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E8536E4D-232A-8ADE-E5E6-1B314B9D5AE3}"/>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6676CFB1-9DEF-23AA-57EC-AF61947BE4F1}"/>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C32A9EB8-4CA5-28BE-F76F-5C554C844577}"/>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54B8081C-C402-7088-DFFE-46486E0FA895}"/>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D68E562B-17D8-0843-CD83-EA5C5C5327AE}"/>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50922351-D7E6-339E-99F5-2FE37FA3D45A}"/>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99856B38-CF07-57AC-B628-CF4D0771BF21}"/>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E3FC6B3E-5810-E480-1946-53C5EFD8086E}"/>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33278FCA-2EC9-1663-0BB2-DB0D2A705E74}"/>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DE4A4E13-3F95-AE42-449A-8C9E0F56F8CB}"/>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6BEB5400-0E5A-B6F0-BF95-F8273EDF295E}"/>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9F7464D8-24CD-B77A-AE0A-C148E7E8D7BB}"/>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53CE4154-DB7C-38EB-8BD9-461BC13967E2}"/>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F4F48D76-0179-AAAE-E7DA-DEDA3928405D}"/>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176720E4-5351-DE1E-191E-747133B4B299}"/>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4B64C17E-415E-1B77-F5FF-B3FF6EA3F646}"/>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80449AA7-E977-7ABE-2EEC-DC50E2989B42}"/>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6D6D9C1B-4A85-62AC-AF75-D70222383A5A}"/>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0E2F9998-6B43-92AA-6E48-FEA3563B469A}"/>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D1B6455D-C93B-51D8-F25E-F1ADCD3A21F1}"/>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E7450D5C-7567-C731-97BB-1C83837EA723}"/>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54017528-0888-8662-AE77-41BB95F1B58B}"/>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9C0BE05D-27A2-7CE4-14B1-3CDBC0480382}"/>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56C82BF5-C7A3-0D28-BE86-8FD557C19428}"/>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F5A9BE31-DFDD-887C-84B1-9D1694FAE784}"/>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AA8821FD-68EA-4EA9-34E2-ADE83E533010}"/>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5A86AD85-FAC8-60F9-747A-C3DC5986A981}"/>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EE35A629-20D2-1967-ABC6-18652B007D09}"/>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195ACF22-917F-6CFC-E450-A22B88B57DA6}"/>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E469643E-A729-04DE-C502-465C93A68666}"/>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4818B728-5498-6A2C-3483-E00EF64B81E7}"/>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45C81FB4-F35A-C3C6-DB34-3D096CA8A320}"/>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16A0DD7B-70DA-BE98-A9B2-F89D2640A399}"/>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F7B33A1D-7246-EA1D-256D-E90D6D3E386C}"/>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F21D6033-67BB-F374-4D04-E958A088EB87}"/>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4F2615DB-4934-CDBC-4167-3F795E481968}"/>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D768D47C-8ABC-35DA-397A-7B917BAA5F80}"/>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cxnSp>
        <p:nvCxnSpPr>
          <p:cNvPr id="1655" name="Google Shape;1655;p56">
            <a:extLst>
              <a:ext uri="{FF2B5EF4-FFF2-40B4-BE49-F238E27FC236}">
                <a16:creationId xmlns:a16="http://schemas.microsoft.com/office/drawing/2014/main" id="{54075027-F5DD-0EDC-090D-B2ACA0CA1B72}"/>
              </a:ext>
            </a:extLst>
          </p:cNvPr>
          <p:cNvCxnSpPr>
            <a:cxnSpLocks/>
          </p:cNvCxnSpPr>
          <p:nvPr/>
        </p:nvCxnSpPr>
        <p:spPr>
          <a:xfrm flipV="1">
            <a:off x="2109452" y="605029"/>
            <a:ext cx="5299639" cy="3848"/>
          </a:xfrm>
          <a:prstGeom prst="straightConnector1">
            <a:avLst/>
          </a:prstGeom>
          <a:noFill/>
          <a:ln w="38100" cap="flat" cmpd="sng">
            <a:solidFill>
              <a:schemeClr val="accent6"/>
            </a:solidFill>
            <a:prstDash val="solid"/>
            <a:round/>
            <a:headEnd type="none" w="med" len="med"/>
            <a:tailEnd type="none" w="med" len="med"/>
          </a:ln>
        </p:spPr>
      </p:cxnSp>
      <p:pic>
        <p:nvPicPr>
          <p:cNvPr id="2" name="Online Media 1" title="How does fMRI reveal which parts of the brain are active? - MRI physics explained">
            <a:hlinkClick r:id="" action="ppaction://media"/>
            <a:extLst>
              <a:ext uri="{FF2B5EF4-FFF2-40B4-BE49-F238E27FC236}">
                <a16:creationId xmlns:a16="http://schemas.microsoft.com/office/drawing/2014/main" id="{43A9C455-A804-861D-1893-2D586D70B0C3}"/>
              </a:ext>
            </a:extLst>
          </p:cNvPr>
          <p:cNvPicPr>
            <a:picLocks noRot="1" noChangeAspect="1"/>
          </p:cNvPicPr>
          <p:nvPr>
            <a:videoFile r:link="rId1"/>
          </p:nvPr>
        </p:nvPicPr>
        <p:blipFill>
          <a:blip r:embed="rId4"/>
          <a:stretch>
            <a:fillRect/>
          </a:stretch>
        </p:blipFill>
        <p:spPr>
          <a:xfrm>
            <a:off x="6829427" y="3732138"/>
            <a:ext cx="2125860" cy="1201009"/>
          </a:xfrm>
          <a:prstGeom prst="rect">
            <a:avLst/>
          </a:prstGeom>
        </p:spPr>
      </p:pic>
    </p:spTree>
    <p:extLst>
      <p:ext uri="{BB962C8B-B14F-4D97-AF65-F5344CB8AC3E}">
        <p14:creationId xmlns:p14="http://schemas.microsoft.com/office/powerpoint/2010/main" val="3704711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19E24A95-DB0F-6EB8-7B36-D5610518DC59}"/>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6276A4B8-E064-C993-A01E-FC58C4C7B73D}"/>
              </a:ext>
            </a:extLst>
          </p:cNvPr>
          <p:cNvSpPr txBox="1">
            <a:spLocks noGrp="1"/>
          </p:cNvSpPr>
          <p:nvPr>
            <p:ph type="title"/>
          </p:nvPr>
        </p:nvSpPr>
        <p:spPr>
          <a:xfrm>
            <a:off x="2014754" y="228818"/>
            <a:ext cx="5489036" cy="457667"/>
          </a:xfrm>
          <a:prstGeom prst="rect">
            <a:avLst/>
          </a:prstGeom>
        </p:spPr>
        <p:txBody>
          <a:bodyPr spcFirstLastPara="1" wrap="square" lIns="91425" tIns="91425" rIns="91425" bIns="91425" anchor="b" anchorCtr="0">
            <a:noAutofit/>
          </a:bodyPr>
          <a:lstStyle/>
          <a:p>
            <a:pPr lvl="0" algn="ctr"/>
            <a:r>
              <a:rPr lang="en-IN" sz="2000" dirty="0">
                <a:solidFill>
                  <a:srgbClr val="FF0000"/>
                </a:solidFill>
              </a:rPr>
              <a:t>Transcranial Magnetic Stimulation</a:t>
            </a:r>
            <a:endParaRPr sz="2000" dirty="0">
              <a:solidFill>
                <a:srgbClr val="FF0000"/>
              </a:solidFill>
            </a:endParaRPr>
          </a:p>
        </p:txBody>
      </p:sp>
      <p:sp>
        <p:nvSpPr>
          <p:cNvPr id="1526" name="Google Shape;1526;p56">
            <a:extLst>
              <a:ext uri="{FF2B5EF4-FFF2-40B4-BE49-F238E27FC236}">
                <a16:creationId xmlns:a16="http://schemas.microsoft.com/office/drawing/2014/main" id="{7BE3BB2D-D164-A9CF-4EAA-21E16DBE695A}"/>
              </a:ext>
            </a:extLst>
          </p:cNvPr>
          <p:cNvSpPr txBox="1">
            <a:spLocks noGrp="1"/>
          </p:cNvSpPr>
          <p:nvPr>
            <p:ph type="subTitle" idx="1"/>
          </p:nvPr>
        </p:nvSpPr>
        <p:spPr>
          <a:xfrm>
            <a:off x="165146" y="568309"/>
            <a:ext cx="5656494" cy="4094153"/>
          </a:xfrm>
          <a:prstGeom prst="rect">
            <a:avLst/>
          </a:prstGeom>
        </p:spPr>
        <p:txBody>
          <a:bodyPr spcFirstLastPara="1" wrap="square" lIns="91425" tIns="91425" rIns="91425" bIns="91425" anchor="t" anchorCtr="0">
            <a:noAutofit/>
          </a:bodyPr>
          <a:lstStyle/>
          <a:p>
            <a:pPr marL="288000" lvl="0" indent="-285750" algn="l">
              <a:spcBef>
                <a:spcPts val="600"/>
              </a:spcBef>
              <a:spcAft>
                <a:spcPts val="600"/>
              </a:spcAft>
              <a:buFont typeface="Arial" panose="020B0604020202020204" pitchFamily="34" charset="0"/>
              <a:buChar char="•"/>
            </a:pPr>
            <a:r>
              <a:rPr lang="en-IN" sz="1400" b="1" dirty="0"/>
              <a:t>PET, fMRI, and magnetoencephalography </a:t>
            </a:r>
            <a:r>
              <a:rPr lang="en-IN" sz="1400" dirty="0">
                <a:sym typeface="Wingdings" panose="05000000000000000000" pitchFamily="2" charset="2"/>
              </a:rPr>
              <a:t> </a:t>
            </a:r>
            <a:r>
              <a:rPr lang="en-IN" sz="1400" dirty="0"/>
              <a:t>used to </a:t>
            </a:r>
            <a:r>
              <a:rPr lang="en-IN" sz="1400" dirty="0">
                <a:highlight>
                  <a:srgbClr val="FFFF00"/>
                </a:highlight>
              </a:rPr>
              <a:t>show a correlation between brain activity and cognitive activity</a:t>
            </a:r>
            <a:r>
              <a:rPr lang="en-IN" sz="1400" dirty="0"/>
              <a:t>, </a:t>
            </a:r>
            <a:r>
              <a:rPr lang="en-IN" sz="1400" dirty="0">
                <a:highlight>
                  <a:srgbClr val="FFFF00"/>
                </a:highlight>
              </a:rPr>
              <a:t>but they can’t prove that the brain activity caused the cognitive activity </a:t>
            </a:r>
          </a:p>
          <a:p>
            <a:pPr marL="288000" lvl="0" indent="-285750" algn="l">
              <a:spcBef>
                <a:spcPts val="600"/>
              </a:spcBef>
              <a:spcAft>
                <a:spcPts val="600"/>
              </a:spcAft>
              <a:buFont typeface="Arial" panose="020B0604020202020204" pitchFamily="34" charset="0"/>
              <a:buChar char="•"/>
            </a:pPr>
            <a:r>
              <a:rPr lang="en-IN" sz="1400" dirty="0"/>
              <a:t>For example, a brain imaging technique may show that the cingulate cortex becomes active when subjects view disturbing photographs, but it can’t prove that the cingulate activity causes the emotional experience there are many other explanations. </a:t>
            </a:r>
          </a:p>
          <a:p>
            <a:pPr marL="288000" lvl="0" indent="-285750" algn="l">
              <a:spcBef>
                <a:spcPts val="600"/>
              </a:spcBef>
              <a:spcAft>
                <a:spcPts val="600"/>
              </a:spcAft>
              <a:buFont typeface="Arial" panose="020B0604020202020204" pitchFamily="34" charset="0"/>
              <a:buChar char="•"/>
            </a:pPr>
            <a:r>
              <a:rPr lang="en-IN" sz="1400" b="1" dirty="0">
                <a:solidFill>
                  <a:schemeClr val="accent6"/>
                </a:solidFill>
              </a:rPr>
              <a:t>Transcranial magnetic stimulation (TMS) </a:t>
            </a:r>
            <a:r>
              <a:rPr lang="en-IN" sz="1400" dirty="0"/>
              <a:t>is a technique for affecting the activity in an area of the cortex by creating a magnetic field under a coil positioned next to the skull </a:t>
            </a:r>
          </a:p>
          <a:p>
            <a:pPr marL="288000" lvl="0" indent="-285750" algn="l">
              <a:spcBef>
                <a:spcPts val="600"/>
              </a:spcBef>
              <a:spcAft>
                <a:spcPts val="600"/>
              </a:spcAft>
              <a:buFont typeface="Arial" panose="020B0604020202020204" pitchFamily="34" charset="0"/>
              <a:buChar char="•"/>
            </a:pPr>
            <a:r>
              <a:rPr lang="en-IN" sz="1400" dirty="0"/>
              <a:t>In effect, the </a:t>
            </a:r>
            <a:r>
              <a:rPr lang="en-IN" sz="1400" b="1" dirty="0">
                <a:highlight>
                  <a:srgbClr val="00FF00"/>
                </a:highlight>
              </a:rPr>
              <a:t>magnetic stimulation temporarily turns off part of the brain </a:t>
            </a:r>
            <a:r>
              <a:rPr lang="en-IN" sz="1400" dirty="0">
                <a:highlight>
                  <a:srgbClr val="00FF00"/>
                </a:highlight>
              </a:rPr>
              <a:t>while the effects of the disruption on cognition and </a:t>
            </a:r>
            <a:r>
              <a:rPr lang="en-IN" sz="1400" dirty="0" err="1">
                <a:highlight>
                  <a:srgbClr val="00FF00"/>
                </a:highlight>
              </a:rPr>
              <a:t>behavior</a:t>
            </a:r>
            <a:r>
              <a:rPr lang="en-IN" sz="1400" dirty="0">
                <a:highlight>
                  <a:srgbClr val="00FF00"/>
                </a:highlight>
              </a:rPr>
              <a:t> are assessed.</a:t>
            </a:r>
            <a:r>
              <a:rPr lang="en-IN" sz="1400" dirty="0"/>
              <a:t> </a:t>
            </a:r>
          </a:p>
          <a:p>
            <a:pPr marL="288000" lvl="0" indent="-285750" algn="l">
              <a:spcBef>
                <a:spcPts val="600"/>
              </a:spcBef>
              <a:spcAft>
                <a:spcPts val="600"/>
              </a:spcAft>
              <a:buFont typeface="Arial" panose="020B0604020202020204" pitchFamily="34" charset="0"/>
              <a:buChar char="•"/>
            </a:pPr>
            <a:r>
              <a:rPr lang="en-IN" sz="1400" dirty="0"/>
              <a:t>Although there are still fundamental questions about safety, depth of effect, and mechanisms of neural disruption, TMS is often employed to circumvent the difficulty that brain imaging studies have in determining causation.</a:t>
            </a:r>
          </a:p>
        </p:txBody>
      </p:sp>
      <p:grpSp>
        <p:nvGrpSpPr>
          <p:cNvPr id="1527" name="Google Shape;1527;p56">
            <a:extLst>
              <a:ext uri="{FF2B5EF4-FFF2-40B4-BE49-F238E27FC236}">
                <a16:creationId xmlns:a16="http://schemas.microsoft.com/office/drawing/2014/main" id="{CC32B57F-24B3-9E39-2AC9-A56ADDC75E58}"/>
              </a:ext>
            </a:extLst>
          </p:cNvPr>
          <p:cNvGrpSpPr/>
          <p:nvPr/>
        </p:nvGrpSpPr>
        <p:grpSpPr>
          <a:xfrm rot="10800000" flipH="1">
            <a:off x="186609" y="4068128"/>
            <a:ext cx="580432" cy="615807"/>
            <a:chOff x="1795374" y="144994"/>
            <a:chExt cx="580432" cy="615807"/>
          </a:xfrm>
        </p:grpSpPr>
        <p:grpSp>
          <p:nvGrpSpPr>
            <p:cNvPr id="1528" name="Google Shape;1528;p56">
              <a:extLst>
                <a:ext uri="{FF2B5EF4-FFF2-40B4-BE49-F238E27FC236}">
                  <a16:creationId xmlns:a16="http://schemas.microsoft.com/office/drawing/2014/main" id="{3EB06ACF-788B-103E-5192-EF6502B679CE}"/>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8487DE93-F119-1738-3D9E-85AAC15DA294}"/>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0A1E597B-F5AE-ECA1-C7CB-E710E9CC9A42}"/>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2918BAD2-BED9-C0AC-92C7-FFF16D634EC2}"/>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C2F82F7A-7AC8-F295-26FA-1300AB18B9C8}"/>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38FE807D-80D7-F66F-6464-0E1F49083F24}"/>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65B54747-0B4F-D125-4F38-8601C225AFE2}"/>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E38F0D20-8675-6BAF-CF7F-DAEF318DAD41}"/>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B275FBC0-D163-132C-64E5-B53D3834B694}"/>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70C1681B-EC63-C73B-66BB-AE1A4413CD96}"/>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809B8AC6-3754-E90E-F12B-5B44BD0F45C2}"/>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26B2B2DF-D22D-42BE-7127-6B0BBB4CFF40}"/>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50FBCD5C-98C2-19F1-0913-055794C7951E}"/>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096C3413-3AEB-2156-38BA-B965DE900492}"/>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75937B63-3683-39E0-6F72-756A762BEE37}"/>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830D5AD3-0F1D-4B5E-9619-B305C0E96E2C}"/>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273806D8-C591-8DD9-3819-B230D6BAC1D8}"/>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033C0A07-DF84-DAC4-C424-E2121C3C1AC1}"/>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539EBCB3-9B37-946C-835B-95EB26A75097}"/>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522D1377-B161-1A19-0647-E34448BB945B}"/>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40C1A642-65AF-5478-34D4-5BA1EF206C1A}"/>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C5D1FBBB-B7C7-6BA7-F8EF-CCE0C5D6B94E}"/>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1A00A1E8-22F1-00E6-1E7D-BC8FBA3C3E61}"/>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8D72CFDB-24DC-7C61-5468-42DAA5426076}"/>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DA20CB83-4A90-CE40-7FA7-06C04ED9DC8B}"/>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C48A9C13-DBDE-F1E6-928F-DFD078651B18}"/>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FC171C7A-D8BA-238C-4825-FA3E17B884B6}"/>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DEC4AD5A-47AC-F97E-D7EF-601ECC1C1809}"/>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6DB0106F-074E-0B26-BC74-0383C1A93305}"/>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887E5603-132F-7765-5140-E61BC4893CE6}"/>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18B53698-45BF-0739-ACAB-46BDF30C4DAA}"/>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694A4927-134F-6D10-5359-946BD0984A76}"/>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65826297-9ADA-53E9-D618-DC2FC4063BFD}"/>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0ADD1F32-CD9E-6184-9883-0FC7BEDFD504}"/>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9A17EE64-7597-D20B-D731-B7B6450E63C9}"/>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2D8398B4-50A8-B500-1DD9-2BC45D317741}"/>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7F5379E5-8F38-A4A7-A991-4786ED821288}"/>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5D3E66DC-EC57-88FC-92EA-436244B2745A}"/>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3C03B298-1663-ECA7-8517-2AC048293059}"/>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EE12AD80-4F38-2773-6CF1-614A4F372ADA}"/>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083E6216-7726-B133-1060-BE600C041532}"/>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465D965C-0F84-6599-CB94-5F4537C45EAF}"/>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CA3FBEE0-51EB-1629-8D38-65195B8BD0B8}"/>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745ECDF2-E641-F3A6-ABEA-66F159458684}"/>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7D49239E-ADC4-4AFD-204F-AA69CBDEAF70}"/>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61EEE665-4BF2-E7DD-343C-8A2202CD5970}"/>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A68685F1-CAB0-1482-766C-35E8F00FB18B}"/>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41EB969A-6F07-9DCC-3927-8836E85A35F8}"/>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D0C9B4F4-F7E5-6B2B-DD27-183AA8B29C57}"/>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66377ABE-9E04-902B-DDFA-D2190FAF18DD}"/>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093986D8-8E53-8C40-90B9-357159DE169C}"/>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D513ADA3-096B-56F2-C065-939A9316F394}"/>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C9280D01-418F-A290-09C0-E62C45C625A9}"/>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492F47A8-882A-C90F-17A1-10DA7405F06A}"/>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D345D02E-939C-8FF8-4460-CE418DA83B6F}"/>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6C577ACE-21C4-3C99-94F5-9DD10AA7B458}"/>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EB86304C-03F3-EBD6-595A-574A8C7D946E}"/>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660FA438-BA9F-62CB-8501-19FC8CD7C79C}"/>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8BC185A9-80E0-EDB2-FF6B-D78BF6FD66C0}"/>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ABD84D8F-A141-15F9-D648-B62C0F0C1DD0}"/>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C764DA9E-F29B-8200-898C-74AC61626952}"/>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FE10CF0E-3E06-ADBC-2FDE-523F13F7C7C1}"/>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826752BF-0036-A0DD-4F6E-BAD83007EBA6}"/>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4EC5DBF0-25CB-617B-8246-0722A062CD2B}"/>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E55B7443-FF80-9F4F-483C-7843CF438191}"/>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5DBA58EA-BBE2-6D8E-7A8E-8DF18380AA87}"/>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1AC89132-66AB-9289-19E8-9784F34B7D71}"/>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FC31F636-239B-FCE9-E960-DEEABBE171DA}"/>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755D68CE-17F3-74C5-8A50-950608C681AC}"/>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BB420690-41CE-B8FB-05E4-D7F639D01BCA}"/>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CE7409C8-F54B-3902-1D7B-0BF0C4F1D048}"/>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EDF362A4-1311-D00B-213E-4FD34B04D7E7}"/>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F1BEEA3E-3013-9199-9D57-0F2FCE3D8F30}"/>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11A29788-AF04-2411-E69D-2F5039EE425B}"/>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499FF165-7434-7BE4-60E0-59DEB7DAD161}"/>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5D6B1CBE-1E82-CACF-64AF-54E8618126F6}"/>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AE29CABA-A5CA-940C-736D-B5A7EABEA0CE}"/>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67D039AD-B9EF-8E00-F8A8-157A2FB240BC}"/>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4F711150-3AF0-9713-8DE0-806490EB2B2D}"/>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BD07FA19-E328-BC7B-4815-A340F8770C0D}"/>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CFEC0053-38E9-E1A5-6F8B-6BA10DCC6C06}"/>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5C0B019B-F92C-DB9B-E098-C3D71CF3F1D5}"/>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F76F74ED-F406-262E-FA97-6A1E3149E8DF}"/>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FED6D0A7-853C-CB59-05C0-D7407DA2859B}"/>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8BF3AE8D-A985-A8F7-E6C5-A37A31293063}"/>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70F36F2E-C065-EF23-1CDA-D71B55B22273}"/>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8E53CA91-90FA-A9CE-EBA0-F161328B26C7}"/>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1A5D9FB2-E3C3-46B6-A8E6-43151FB36C96}"/>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D65A35AA-BDDA-8109-6C40-AE35AFF8EE5E}"/>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94532319-5AF2-BC37-F35F-A870A2B93FA3}"/>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E8536E4D-232A-8ADE-E5E6-1B314B9D5AE3}"/>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6676CFB1-9DEF-23AA-57EC-AF61947BE4F1}"/>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C32A9EB8-4CA5-28BE-F76F-5C554C844577}"/>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54B8081C-C402-7088-DFFE-46486E0FA895}"/>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D68E562B-17D8-0843-CD83-EA5C5C5327AE}"/>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50922351-D7E6-339E-99F5-2FE37FA3D45A}"/>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99856B38-CF07-57AC-B628-CF4D0771BF21}"/>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E3FC6B3E-5810-E480-1946-53C5EFD8086E}"/>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33278FCA-2EC9-1663-0BB2-DB0D2A705E74}"/>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DE4A4E13-3F95-AE42-449A-8C9E0F56F8CB}"/>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6BEB5400-0E5A-B6F0-BF95-F8273EDF295E}"/>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9F7464D8-24CD-B77A-AE0A-C148E7E8D7BB}"/>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53CE4154-DB7C-38EB-8BD9-461BC13967E2}"/>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F4F48D76-0179-AAAE-E7DA-DEDA3928405D}"/>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176720E4-5351-DE1E-191E-747133B4B299}"/>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4B64C17E-415E-1B77-F5FF-B3FF6EA3F646}"/>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80449AA7-E977-7ABE-2EEC-DC50E2989B42}"/>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6D6D9C1B-4A85-62AC-AF75-D70222383A5A}"/>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0E2F9998-6B43-92AA-6E48-FEA3563B469A}"/>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D1B6455D-C93B-51D8-F25E-F1ADCD3A21F1}"/>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E7450D5C-7567-C731-97BB-1C83837EA723}"/>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54017528-0888-8662-AE77-41BB95F1B58B}"/>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9C0BE05D-27A2-7CE4-14B1-3CDBC0480382}"/>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56C82BF5-C7A3-0D28-BE86-8FD557C19428}"/>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F5A9BE31-DFDD-887C-84B1-9D1694FAE784}"/>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AA8821FD-68EA-4EA9-34E2-ADE83E533010}"/>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5A86AD85-FAC8-60F9-747A-C3DC5986A981}"/>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EE35A629-20D2-1967-ABC6-18652B007D09}"/>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195ACF22-917F-6CFC-E450-A22B88B57DA6}"/>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E469643E-A729-04DE-C502-465C93A68666}"/>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4818B728-5498-6A2C-3483-E00EF64B81E7}"/>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45C81FB4-F35A-C3C6-DB34-3D096CA8A320}"/>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16A0DD7B-70DA-BE98-A9B2-F89D2640A399}"/>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F7B33A1D-7246-EA1D-256D-E90D6D3E386C}"/>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F21D6033-67BB-F374-4D04-E958A088EB87}"/>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4F2615DB-4934-CDBC-4167-3F795E481968}"/>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D768D47C-8ABC-35DA-397A-7B917BAA5F80}"/>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cxnSp>
        <p:nvCxnSpPr>
          <p:cNvPr id="1655" name="Google Shape;1655;p56">
            <a:extLst>
              <a:ext uri="{FF2B5EF4-FFF2-40B4-BE49-F238E27FC236}">
                <a16:creationId xmlns:a16="http://schemas.microsoft.com/office/drawing/2014/main" id="{54075027-F5DD-0EDC-090D-B2ACA0CA1B72}"/>
              </a:ext>
            </a:extLst>
          </p:cNvPr>
          <p:cNvCxnSpPr>
            <a:cxnSpLocks/>
          </p:cNvCxnSpPr>
          <p:nvPr/>
        </p:nvCxnSpPr>
        <p:spPr>
          <a:xfrm>
            <a:off x="2550324" y="608877"/>
            <a:ext cx="4438305" cy="0"/>
          </a:xfrm>
          <a:prstGeom prst="straightConnector1">
            <a:avLst/>
          </a:prstGeom>
          <a:noFill/>
          <a:ln w="38100" cap="flat" cmpd="sng">
            <a:solidFill>
              <a:schemeClr val="accent6"/>
            </a:solidFill>
            <a:prstDash val="solid"/>
            <a:round/>
            <a:headEnd type="none" w="med" len="med"/>
            <a:tailEnd type="none" w="med" len="med"/>
          </a:ln>
        </p:spPr>
      </p:cxnSp>
      <p:pic>
        <p:nvPicPr>
          <p:cNvPr id="3" name="Online Media 2" title="What is Transcranial Magnetic Stimulation and how can it help me?">
            <a:hlinkClick r:id="" action="ppaction://media"/>
            <a:extLst>
              <a:ext uri="{FF2B5EF4-FFF2-40B4-BE49-F238E27FC236}">
                <a16:creationId xmlns:a16="http://schemas.microsoft.com/office/drawing/2014/main" id="{73AD9903-D93F-E264-C639-ABB3DDA85FC2}"/>
              </a:ext>
            </a:extLst>
          </p:cNvPr>
          <p:cNvPicPr>
            <a:picLocks noRot="1" noChangeAspect="1"/>
          </p:cNvPicPr>
          <p:nvPr>
            <a:videoFile r:link="rId1"/>
          </p:nvPr>
        </p:nvPicPr>
        <p:blipFill>
          <a:blip r:embed="rId4"/>
          <a:stretch>
            <a:fillRect/>
          </a:stretch>
        </p:blipFill>
        <p:spPr>
          <a:xfrm>
            <a:off x="5974296" y="1732235"/>
            <a:ext cx="2818753" cy="1592460"/>
          </a:xfrm>
          <a:prstGeom prst="rect">
            <a:avLst/>
          </a:prstGeom>
        </p:spPr>
      </p:pic>
    </p:spTree>
    <p:extLst>
      <p:ext uri="{BB962C8B-B14F-4D97-AF65-F5344CB8AC3E}">
        <p14:creationId xmlns:p14="http://schemas.microsoft.com/office/powerpoint/2010/main" val="2551547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0">
          <a:extLst>
            <a:ext uri="{FF2B5EF4-FFF2-40B4-BE49-F238E27FC236}">
              <a16:creationId xmlns:a16="http://schemas.microsoft.com/office/drawing/2014/main" id="{853B8F78-E80C-6983-9576-4AEF4B8CFB26}"/>
            </a:ext>
          </a:extLst>
        </p:cNvPr>
        <p:cNvGrpSpPr/>
        <p:nvPr/>
      </p:nvGrpSpPr>
      <p:grpSpPr>
        <a:xfrm>
          <a:off x="0" y="0"/>
          <a:ext cx="0" cy="0"/>
          <a:chOff x="0" y="0"/>
          <a:chExt cx="0" cy="0"/>
        </a:xfrm>
      </p:grpSpPr>
      <p:sp>
        <p:nvSpPr>
          <p:cNvPr id="981" name="Google Shape;981;p45">
            <a:extLst>
              <a:ext uri="{FF2B5EF4-FFF2-40B4-BE49-F238E27FC236}">
                <a16:creationId xmlns:a16="http://schemas.microsoft.com/office/drawing/2014/main" id="{9F0210A1-91D6-A277-CFEB-EB01BE69B76F}"/>
              </a:ext>
            </a:extLst>
          </p:cNvPr>
          <p:cNvSpPr txBox="1">
            <a:spLocks noGrp="1"/>
          </p:cNvSpPr>
          <p:nvPr>
            <p:ph type="title"/>
          </p:nvPr>
        </p:nvSpPr>
        <p:spPr>
          <a:xfrm>
            <a:off x="1551520" y="240527"/>
            <a:ext cx="6709272" cy="572700"/>
          </a:xfrm>
          <a:prstGeom prst="rect">
            <a:avLst/>
          </a:prstGeom>
        </p:spPr>
        <p:txBody>
          <a:bodyPr spcFirstLastPara="1" wrap="square" lIns="91425" tIns="91425" rIns="91425" bIns="91425" anchor="t" anchorCtr="0">
            <a:noAutofit/>
          </a:bodyPr>
          <a:lstStyle/>
          <a:p>
            <a:pPr lvl="0"/>
            <a:r>
              <a:rPr lang="en-IN" sz="2000" dirty="0">
                <a:solidFill>
                  <a:schemeClr val="tx1">
                    <a:lumMod val="75000"/>
                    <a:lumOff val="25000"/>
                  </a:schemeClr>
                </a:solidFill>
              </a:rPr>
              <a:t>Recording Human Psychophysiological Activity</a:t>
            </a:r>
            <a:endParaRPr sz="2000" dirty="0">
              <a:solidFill>
                <a:schemeClr val="tx1">
                  <a:lumMod val="75000"/>
                  <a:lumOff val="25000"/>
                </a:schemeClr>
              </a:solidFill>
            </a:endParaRPr>
          </a:p>
        </p:txBody>
      </p:sp>
      <p:sp>
        <p:nvSpPr>
          <p:cNvPr id="982" name="Google Shape;982;p45">
            <a:extLst>
              <a:ext uri="{FF2B5EF4-FFF2-40B4-BE49-F238E27FC236}">
                <a16:creationId xmlns:a16="http://schemas.microsoft.com/office/drawing/2014/main" id="{9234A232-EB23-3852-66D5-53BF8724D131}"/>
              </a:ext>
            </a:extLst>
          </p:cNvPr>
          <p:cNvSpPr txBox="1">
            <a:spLocks noGrp="1"/>
          </p:cNvSpPr>
          <p:nvPr>
            <p:ph type="subTitle" idx="1"/>
          </p:nvPr>
        </p:nvSpPr>
        <p:spPr>
          <a:xfrm>
            <a:off x="396271" y="729477"/>
            <a:ext cx="8421539" cy="4053874"/>
          </a:xfrm>
          <a:prstGeom prst="rect">
            <a:avLst/>
          </a:prstGeom>
        </p:spPr>
        <p:txBody>
          <a:bodyPr spcFirstLastPara="1" wrap="square" lIns="91425" tIns="91425" rIns="91425" bIns="91425" anchor="t" anchorCtr="0">
            <a:noAutofit/>
          </a:bodyPr>
          <a:lstStyle/>
          <a:p>
            <a:pPr marL="171450" indent="-171450">
              <a:lnSpc>
                <a:spcPct val="150000"/>
              </a:lnSpc>
              <a:buClr>
                <a:schemeClr val="dk1"/>
              </a:buClr>
              <a:buSzPts val="1100"/>
            </a:pPr>
            <a:endParaRPr lang="en-US" dirty="0">
              <a:sym typeface="Wingdings" panose="05000000000000000000" pitchFamily="2" charset="2"/>
            </a:endParaRPr>
          </a:p>
          <a:p>
            <a:pPr marL="0" indent="0">
              <a:lnSpc>
                <a:spcPct val="150000"/>
              </a:lnSpc>
              <a:buClr>
                <a:schemeClr val="dk1"/>
              </a:buClr>
              <a:buSzPts val="1100"/>
              <a:buNone/>
            </a:pPr>
            <a:endParaRPr dirty="0"/>
          </a:p>
        </p:txBody>
      </p:sp>
      <p:grpSp>
        <p:nvGrpSpPr>
          <p:cNvPr id="1027" name="Google Shape;1027;p45">
            <a:extLst>
              <a:ext uri="{FF2B5EF4-FFF2-40B4-BE49-F238E27FC236}">
                <a16:creationId xmlns:a16="http://schemas.microsoft.com/office/drawing/2014/main" id="{F1434D5C-543D-3759-3912-1B5AC3F3474A}"/>
              </a:ext>
            </a:extLst>
          </p:cNvPr>
          <p:cNvGrpSpPr/>
          <p:nvPr/>
        </p:nvGrpSpPr>
        <p:grpSpPr>
          <a:xfrm flipH="1">
            <a:off x="8211286" y="264894"/>
            <a:ext cx="580432" cy="615807"/>
            <a:chOff x="1795374" y="144994"/>
            <a:chExt cx="580432" cy="615807"/>
          </a:xfrm>
        </p:grpSpPr>
        <p:grpSp>
          <p:nvGrpSpPr>
            <p:cNvPr id="1028" name="Google Shape;1028;p45">
              <a:extLst>
                <a:ext uri="{FF2B5EF4-FFF2-40B4-BE49-F238E27FC236}">
                  <a16:creationId xmlns:a16="http://schemas.microsoft.com/office/drawing/2014/main" id="{B2D3843C-6199-7352-3778-F9B396985B8B}"/>
                </a:ext>
              </a:extLst>
            </p:cNvPr>
            <p:cNvGrpSpPr/>
            <p:nvPr/>
          </p:nvGrpSpPr>
          <p:grpSpPr>
            <a:xfrm>
              <a:off x="1795374" y="428844"/>
              <a:ext cx="221307" cy="221307"/>
              <a:chOff x="1795450" y="152325"/>
              <a:chExt cx="435300" cy="435300"/>
            </a:xfrm>
          </p:grpSpPr>
          <p:sp>
            <p:nvSpPr>
              <p:cNvPr id="1029" name="Google Shape;1029;p45">
                <a:extLst>
                  <a:ext uri="{FF2B5EF4-FFF2-40B4-BE49-F238E27FC236}">
                    <a16:creationId xmlns:a16="http://schemas.microsoft.com/office/drawing/2014/main" id="{158A9D03-E388-5DA1-C1C7-9670BF54D13D}"/>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5">
                <a:extLst>
                  <a:ext uri="{FF2B5EF4-FFF2-40B4-BE49-F238E27FC236}">
                    <a16:creationId xmlns:a16="http://schemas.microsoft.com/office/drawing/2014/main" id="{8B1F3581-44B1-F0B3-5732-ADE0E64A6E67}"/>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1" name="Google Shape;1031;p45">
              <a:extLst>
                <a:ext uri="{FF2B5EF4-FFF2-40B4-BE49-F238E27FC236}">
                  <a16:creationId xmlns:a16="http://schemas.microsoft.com/office/drawing/2014/main" id="{84BD4C96-6FFA-808A-1C0A-7CFB47F907D3}"/>
                </a:ext>
              </a:extLst>
            </p:cNvPr>
            <p:cNvGrpSpPr/>
            <p:nvPr/>
          </p:nvGrpSpPr>
          <p:grpSpPr>
            <a:xfrm>
              <a:off x="2016674" y="144994"/>
              <a:ext cx="221307" cy="221307"/>
              <a:chOff x="1795450" y="152325"/>
              <a:chExt cx="435300" cy="435300"/>
            </a:xfrm>
          </p:grpSpPr>
          <p:sp>
            <p:nvSpPr>
              <p:cNvPr id="1032" name="Google Shape;1032;p45">
                <a:extLst>
                  <a:ext uri="{FF2B5EF4-FFF2-40B4-BE49-F238E27FC236}">
                    <a16:creationId xmlns:a16="http://schemas.microsoft.com/office/drawing/2014/main" id="{6365B29E-7EAA-2534-7D8C-11FE4BB3F53F}"/>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5">
                <a:extLst>
                  <a:ext uri="{FF2B5EF4-FFF2-40B4-BE49-F238E27FC236}">
                    <a16:creationId xmlns:a16="http://schemas.microsoft.com/office/drawing/2014/main" id="{25480732-8848-FDB7-124A-8C7DC4638DEC}"/>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45">
              <a:extLst>
                <a:ext uri="{FF2B5EF4-FFF2-40B4-BE49-F238E27FC236}">
                  <a16:creationId xmlns:a16="http://schemas.microsoft.com/office/drawing/2014/main" id="{5F9DF89C-C177-D922-08B5-BD29C2ABE97A}"/>
                </a:ext>
              </a:extLst>
            </p:cNvPr>
            <p:cNvGrpSpPr/>
            <p:nvPr/>
          </p:nvGrpSpPr>
          <p:grpSpPr>
            <a:xfrm>
              <a:off x="2154499" y="539494"/>
              <a:ext cx="221307" cy="221307"/>
              <a:chOff x="1795450" y="152325"/>
              <a:chExt cx="435300" cy="435300"/>
            </a:xfrm>
          </p:grpSpPr>
          <p:sp>
            <p:nvSpPr>
              <p:cNvPr id="1035" name="Google Shape;1035;p45">
                <a:extLst>
                  <a:ext uri="{FF2B5EF4-FFF2-40B4-BE49-F238E27FC236}">
                    <a16:creationId xmlns:a16="http://schemas.microsoft.com/office/drawing/2014/main" id="{D6FAC0EF-8905-2B73-9AF5-5C3C0DE187C1}"/>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5">
                <a:extLst>
                  <a:ext uri="{FF2B5EF4-FFF2-40B4-BE49-F238E27FC236}">
                    <a16:creationId xmlns:a16="http://schemas.microsoft.com/office/drawing/2014/main" id="{0568A057-101E-0AFA-E361-9A9ED0225638}"/>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37" name="Google Shape;1037;p45">
            <a:extLst>
              <a:ext uri="{FF2B5EF4-FFF2-40B4-BE49-F238E27FC236}">
                <a16:creationId xmlns:a16="http://schemas.microsoft.com/office/drawing/2014/main" id="{B6F73BE2-4980-7B1A-0728-4C58E3E626AA}"/>
              </a:ext>
            </a:extLst>
          </p:cNvPr>
          <p:cNvGrpSpPr/>
          <p:nvPr/>
        </p:nvGrpSpPr>
        <p:grpSpPr>
          <a:xfrm>
            <a:off x="106055" y="3682201"/>
            <a:ext cx="580432" cy="615807"/>
            <a:chOff x="1795374" y="144994"/>
            <a:chExt cx="580432" cy="615807"/>
          </a:xfrm>
        </p:grpSpPr>
        <p:grpSp>
          <p:nvGrpSpPr>
            <p:cNvPr id="1038" name="Google Shape;1038;p45">
              <a:extLst>
                <a:ext uri="{FF2B5EF4-FFF2-40B4-BE49-F238E27FC236}">
                  <a16:creationId xmlns:a16="http://schemas.microsoft.com/office/drawing/2014/main" id="{80251588-FFF0-FA8E-5EF3-C86FFD8B92D6}"/>
                </a:ext>
              </a:extLst>
            </p:cNvPr>
            <p:cNvGrpSpPr/>
            <p:nvPr/>
          </p:nvGrpSpPr>
          <p:grpSpPr>
            <a:xfrm>
              <a:off x="1795374" y="428844"/>
              <a:ext cx="221307" cy="221307"/>
              <a:chOff x="1795450" y="152325"/>
              <a:chExt cx="435300" cy="435300"/>
            </a:xfrm>
          </p:grpSpPr>
          <p:sp>
            <p:nvSpPr>
              <p:cNvPr id="1039" name="Google Shape;1039;p45">
                <a:extLst>
                  <a:ext uri="{FF2B5EF4-FFF2-40B4-BE49-F238E27FC236}">
                    <a16:creationId xmlns:a16="http://schemas.microsoft.com/office/drawing/2014/main" id="{8E209F18-050D-5A35-EE38-16973307A9EB}"/>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5">
                <a:extLst>
                  <a:ext uri="{FF2B5EF4-FFF2-40B4-BE49-F238E27FC236}">
                    <a16:creationId xmlns:a16="http://schemas.microsoft.com/office/drawing/2014/main" id="{9A3E14ED-CF97-9EBF-39A4-EFA99D9D86C4}"/>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1" name="Google Shape;1041;p45">
              <a:extLst>
                <a:ext uri="{FF2B5EF4-FFF2-40B4-BE49-F238E27FC236}">
                  <a16:creationId xmlns:a16="http://schemas.microsoft.com/office/drawing/2014/main" id="{302E54F4-F0A1-0B29-5771-AD1D92D7DBFA}"/>
                </a:ext>
              </a:extLst>
            </p:cNvPr>
            <p:cNvGrpSpPr/>
            <p:nvPr/>
          </p:nvGrpSpPr>
          <p:grpSpPr>
            <a:xfrm>
              <a:off x="2016674" y="144994"/>
              <a:ext cx="221307" cy="221307"/>
              <a:chOff x="1795450" y="152325"/>
              <a:chExt cx="435300" cy="435300"/>
            </a:xfrm>
          </p:grpSpPr>
          <p:sp>
            <p:nvSpPr>
              <p:cNvPr id="1042" name="Google Shape;1042;p45">
                <a:extLst>
                  <a:ext uri="{FF2B5EF4-FFF2-40B4-BE49-F238E27FC236}">
                    <a16:creationId xmlns:a16="http://schemas.microsoft.com/office/drawing/2014/main" id="{A4468A26-656B-9784-D432-AE3BF5FE68BD}"/>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5">
                <a:extLst>
                  <a:ext uri="{FF2B5EF4-FFF2-40B4-BE49-F238E27FC236}">
                    <a16:creationId xmlns:a16="http://schemas.microsoft.com/office/drawing/2014/main" id="{085052EA-9343-DDEE-44CD-80A13D0F69A0}"/>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4" name="Google Shape;1044;p45">
              <a:extLst>
                <a:ext uri="{FF2B5EF4-FFF2-40B4-BE49-F238E27FC236}">
                  <a16:creationId xmlns:a16="http://schemas.microsoft.com/office/drawing/2014/main" id="{EA5A6E86-9443-1F57-8214-0A6D2F4D8BC7}"/>
                </a:ext>
              </a:extLst>
            </p:cNvPr>
            <p:cNvGrpSpPr/>
            <p:nvPr/>
          </p:nvGrpSpPr>
          <p:grpSpPr>
            <a:xfrm>
              <a:off x="2154499" y="539494"/>
              <a:ext cx="221307" cy="221307"/>
              <a:chOff x="1795450" y="152325"/>
              <a:chExt cx="435300" cy="435300"/>
            </a:xfrm>
          </p:grpSpPr>
          <p:sp>
            <p:nvSpPr>
              <p:cNvPr id="1045" name="Google Shape;1045;p45">
                <a:extLst>
                  <a:ext uri="{FF2B5EF4-FFF2-40B4-BE49-F238E27FC236}">
                    <a16:creationId xmlns:a16="http://schemas.microsoft.com/office/drawing/2014/main" id="{EE55FAB2-0321-8503-93A1-36BA93201BF1}"/>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5">
                <a:extLst>
                  <a:ext uri="{FF2B5EF4-FFF2-40B4-BE49-F238E27FC236}">
                    <a16:creationId xmlns:a16="http://schemas.microsoft.com/office/drawing/2014/main" id="{E62EDE74-4E29-EEEA-298E-9B0F02AB6E6A}"/>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Google Shape;982;p45">
            <a:extLst>
              <a:ext uri="{FF2B5EF4-FFF2-40B4-BE49-F238E27FC236}">
                <a16:creationId xmlns:a16="http://schemas.microsoft.com/office/drawing/2014/main" id="{159D47C2-DD90-DE7E-F4FC-DE8B6CDC5960}"/>
              </a:ext>
            </a:extLst>
          </p:cNvPr>
          <p:cNvSpPr txBox="1">
            <a:spLocks/>
          </p:cNvSpPr>
          <p:nvPr/>
        </p:nvSpPr>
        <p:spPr>
          <a:xfrm>
            <a:off x="437425" y="699968"/>
            <a:ext cx="8421539" cy="405387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5"/>
              </a:buClr>
              <a:buSzPts val="1600"/>
              <a:buFont typeface="Catamaran Light"/>
              <a:buChar char="●"/>
              <a:defRPr sz="1200" b="0" i="0" u="none" strike="noStrike" cap="none">
                <a:solidFill>
                  <a:schemeClr val="dk1"/>
                </a:solidFill>
                <a:latin typeface="Catamaran"/>
                <a:ea typeface="Catamaran"/>
                <a:cs typeface="Catamaran"/>
                <a:sym typeface="Catamaran"/>
              </a:defRPr>
            </a:lvl1pPr>
            <a:lvl2pPr marL="914400" marR="0" lvl="1" indent="-304800" algn="ctr" rtl="0">
              <a:lnSpc>
                <a:spcPct val="100000"/>
              </a:lnSpc>
              <a:spcBef>
                <a:spcPts val="0"/>
              </a:spcBef>
              <a:spcAft>
                <a:spcPts val="0"/>
              </a:spcAft>
              <a:buClr>
                <a:srgbClr val="E76A28"/>
              </a:buClr>
              <a:buSzPts val="1600"/>
              <a:buFont typeface="Nunito Light"/>
              <a:buChar char="○"/>
              <a:defRPr sz="1200" b="0" i="0" u="none" strike="noStrike" cap="none">
                <a:solidFill>
                  <a:schemeClr val="dk1"/>
                </a:solidFill>
                <a:latin typeface="Catamaran"/>
                <a:ea typeface="Catamaran"/>
                <a:cs typeface="Catamaran"/>
                <a:sym typeface="Catamaran"/>
              </a:defRPr>
            </a:lvl2pPr>
            <a:lvl3pPr marL="1371600" marR="0" lvl="2" indent="-304800" algn="ctr" rtl="0">
              <a:lnSpc>
                <a:spcPct val="100000"/>
              </a:lnSpc>
              <a:spcBef>
                <a:spcPts val="0"/>
              </a:spcBef>
              <a:spcAft>
                <a:spcPts val="0"/>
              </a:spcAft>
              <a:buClr>
                <a:srgbClr val="E76A28"/>
              </a:buClr>
              <a:buSzPts val="1500"/>
              <a:buFont typeface="Nunito Light"/>
              <a:buChar char="■"/>
              <a:defRPr sz="1200" b="0" i="0" u="none" strike="noStrike" cap="none">
                <a:solidFill>
                  <a:schemeClr val="dk1"/>
                </a:solidFill>
                <a:latin typeface="Catamaran"/>
                <a:ea typeface="Catamaran"/>
                <a:cs typeface="Catamaran"/>
                <a:sym typeface="Catamaran"/>
              </a:defRPr>
            </a:lvl3pPr>
            <a:lvl4pPr marL="1828800" marR="0" lvl="3" indent="-304800" algn="ctr" rtl="0">
              <a:lnSpc>
                <a:spcPct val="100000"/>
              </a:lnSpc>
              <a:spcBef>
                <a:spcPts val="0"/>
              </a:spcBef>
              <a:spcAft>
                <a:spcPts val="0"/>
              </a:spcAft>
              <a:buClr>
                <a:srgbClr val="E76A28"/>
              </a:buClr>
              <a:buSzPts val="1500"/>
              <a:buFont typeface="Nunito Light"/>
              <a:buChar char="●"/>
              <a:defRPr sz="1200" b="0" i="0" u="none" strike="noStrike" cap="none">
                <a:solidFill>
                  <a:schemeClr val="dk1"/>
                </a:solidFill>
                <a:latin typeface="Catamaran"/>
                <a:ea typeface="Catamaran"/>
                <a:cs typeface="Catamaran"/>
                <a:sym typeface="Catamaran"/>
              </a:defRPr>
            </a:lvl4pPr>
            <a:lvl5pPr marL="2286000" marR="0" lvl="4"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Catamaran"/>
                <a:ea typeface="Catamaran"/>
                <a:cs typeface="Catamaran"/>
                <a:sym typeface="Catamaran"/>
              </a:defRPr>
            </a:lvl5pPr>
            <a:lvl6pPr marL="2743200" marR="0" lvl="5"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Catamaran"/>
                <a:ea typeface="Catamaran"/>
                <a:cs typeface="Catamaran"/>
                <a:sym typeface="Catamaran"/>
              </a:defRPr>
            </a:lvl6pPr>
            <a:lvl7pPr marL="3200400" marR="0" lvl="6" indent="-304800" algn="ctr" rtl="0">
              <a:lnSpc>
                <a:spcPct val="100000"/>
              </a:lnSpc>
              <a:spcBef>
                <a:spcPts val="0"/>
              </a:spcBef>
              <a:spcAft>
                <a:spcPts val="0"/>
              </a:spcAft>
              <a:buClr>
                <a:srgbClr val="999999"/>
              </a:buClr>
              <a:buSzPts val="1300"/>
              <a:buFont typeface="Nunito Light"/>
              <a:buChar char="●"/>
              <a:defRPr sz="1200" b="0" i="0" u="none" strike="noStrike" cap="none">
                <a:solidFill>
                  <a:schemeClr val="dk1"/>
                </a:solidFill>
                <a:latin typeface="Catamaran"/>
                <a:ea typeface="Catamaran"/>
                <a:cs typeface="Catamaran"/>
                <a:sym typeface="Catamaran"/>
              </a:defRPr>
            </a:lvl7pPr>
            <a:lvl8pPr marL="3657600" marR="0" lvl="7" indent="-304800" algn="ctr" rtl="0">
              <a:lnSpc>
                <a:spcPct val="100000"/>
              </a:lnSpc>
              <a:spcBef>
                <a:spcPts val="0"/>
              </a:spcBef>
              <a:spcAft>
                <a:spcPts val="0"/>
              </a:spcAft>
              <a:buClr>
                <a:srgbClr val="999999"/>
              </a:buClr>
              <a:buSzPts val="1300"/>
              <a:buFont typeface="Nunito Light"/>
              <a:buChar char="○"/>
              <a:defRPr sz="1200" b="0" i="0" u="none" strike="noStrike" cap="none">
                <a:solidFill>
                  <a:schemeClr val="dk1"/>
                </a:solidFill>
                <a:latin typeface="Catamaran"/>
                <a:ea typeface="Catamaran"/>
                <a:cs typeface="Catamaran"/>
                <a:sym typeface="Catamaran"/>
              </a:defRPr>
            </a:lvl8pPr>
            <a:lvl9pPr marL="4114800" marR="0" lvl="8"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Catamaran"/>
                <a:ea typeface="Catamaran"/>
                <a:cs typeface="Catamaran"/>
                <a:sym typeface="Catamaran"/>
              </a:defRPr>
            </a:lvl9pPr>
          </a:lstStyle>
          <a:p>
            <a:pPr marL="171450" indent="-171450">
              <a:lnSpc>
                <a:spcPct val="150000"/>
              </a:lnSpc>
              <a:buClr>
                <a:schemeClr val="dk1"/>
              </a:buClr>
              <a:buSzPts val="1100"/>
            </a:pPr>
            <a:r>
              <a:rPr lang="en-US" sz="1400" b="1" dirty="0">
                <a:solidFill>
                  <a:schemeClr val="accent6"/>
                </a:solidFill>
                <a:latin typeface="+mn-lt"/>
                <a:sym typeface="Wingdings" panose="05000000000000000000" pitchFamily="2" charset="2"/>
              </a:rPr>
              <a:t>P</a:t>
            </a:r>
            <a:r>
              <a:rPr lang="en-IN" sz="1400" b="1" dirty="0" err="1">
                <a:solidFill>
                  <a:schemeClr val="accent6"/>
                </a:solidFill>
                <a:latin typeface="+mn-lt"/>
              </a:rPr>
              <a:t>sycho</a:t>
            </a:r>
            <a:r>
              <a:rPr lang="en-IN" sz="1400" b="1" dirty="0">
                <a:solidFill>
                  <a:schemeClr val="accent6"/>
                </a:solidFill>
                <a:latin typeface="+mn-lt"/>
              </a:rPr>
              <a:t>-physiological recording methods</a:t>
            </a:r>
            <a:r>
              <a:rPr lang="en-IN" sz="1400" dirty="0">
                <a:solidFill>
                  <a:schemeClr val="tx1"/>
                </a:solidFill>
                <a:latin typeface="+mn-lt"/>
              </a:rPr>
              <a:t> </a:t>
            </a:r>
            <a:r>
              <a:rPr lang="en-IN" sz="1400" dirty="0">
                <a:solidFill>
                  <a:schemeClr val="tx1"/>
                </a:solidFill>
                <a:latin typeface="+mn-lt"/>
                <a:sym typeface="Wingdings" panose="05000000000000000000" pitchFamily="2" charset="2"/>
              </a:rPr>
              <a:t> </a:t>
            </a:r>
            <a:r>
              <a:rPr lang="en-IN" sz="1400" dirty="0">
                <a:solidFill>
                  <a:schemeClr val="tx1"/>
                </a:solidFill>
                <a:latin typeface="+mn-lt"/>
              </a:rPr>
              <a:t>methods of recording physiological activity from the surface of the human body</a:t>
            </a:r>
          </a:p>
          <a:p>
            <a:pPr marL="171450" indent="-171450">
              <a:lnSpc>
                <a:spcPct val="150000"/>
              </a:lnSpc>
              <a:buClr>
                <a:schemeClr val="dk1"/>
              </a:buClr>
              <a:buSzPts val="1100"/>
            </a:pPr>
            <a:endParaRPr lang="en-US" sz="1400" dirty="0">
              <a:solidFill>
                <a:schemeClr val="tx1"/>
              </a:solidFill>
              <a:latin typeface="+mn-lt"/>
              <a:sym typeface="Wingdings" panose="05000000000000000000" pitchFamily="2" charset="2"/>
            </a:endParaRPr>
          </a:p>
          <a:p>
            <a:pPr marL="171450" indent="-171450">
              <a:lnSpc>
                <a:spcPct val="150000"/>
              </a:lnSpc>
              <a:buClr>
                <a:schemeClr val="dk1"/>
              </a:buClr>
              <a:buSzPts val="1100"/>
            </a:pPr>
            <a:endParaRPr lang="en-US" dirty="0">
              <a:solidFill>
                <a:schemeClr val="tx1"/>
              </a:solidFill>
              <a:sym typeface="Wingdings" panose="05000000000000000000" pitchFamily="2" charset="2"/>
            </a:endParaRPr>
          </a:p>
          <a:p>
            <a:pPr marL="171450" indent="-171450">
              <a:lnSpc>
                <a:spcPct val="150000"/>
              </a:lnSpc>
              <a:buClr>
                <a:schemeClr val="dk1"/>
              </a:buClr>
              <a:buSzPts val="1100"/>
            </a:pPr>
            <a:endParaRPr lang="en-US" dirty="0">
              <a:solidFill>
                <a:srgbClr val="0070C0"/>
              </a:solidFill>
              <a:sym typeface="Wingdings" panose="05000000000000000000" pitchFamily="2" charset="2"/>
            </a:endParaRPr>
          </a:p>
          <a:p>
            <a:pPr marL="171450" indent="-171450">
              <a:lnSpc>
                <a:spcPct val="150000"/>
              </a:lnSpc>
              <a:buClr>
                <a:schemeClr val="dk1"/>
              </a:buClr>
              <a:buSzPts val="1100"/>
            </a:pPr>
            <a:endParaRPr lang="en-US" dirty="0">
              <a:solidFill>
                <a:schemeClr val="tx1"/>
              </a:solidFill>
              <a:sym typeface="Wingdings" panose="05000000000000000000" pitchFamily="2" charset="2"/>
            </a:endParaRPr>
          </a:p>
          <a:p>
            <a:pPr marL="171450" indent="-171450">
              <a:lnSpc>
                <a:spcPct val="150000"/>
              </a:lnSpc>
              <a:buClr>
                <a:schemeClr val="dk1"/>
              </a:buClr>
              <a:buSzPts val="1100"/>
            </a:pPr>
            <a:endParaRPr lang="en-US" dirty="0">
              <a:solidFill>
                <a:schemeClr val="tx1"/>
              </a:solidFill>
              <a:sym typeface="Wingdings" panose="05000000000000000000" pitchFamily="2" charset="2"/>
            </a:endParaRPr>
          </a:p>
          <a:p>
            <a:pPr marL="171450" indent="-171450">
              <a:lnSpc>
                <a:spcPct val="150000"/>
              </a:lnSpc>
              <a:buClr>
                <a:schemeClr val="dk1"/>
              </a:buClr>
              <a:buSzPts val="1100"/>
            </a:pPr>
            <a:endParaRPr lang="en-US" dirty="0">
              <a:sym typeface="Wingdings" panose="05000000000000000000" pitchFamily="2" charset="2"/>
            </a:endParaRPr>
          </a:p>
        </p:txBody>
      </p:sp>
      <p:graphicFrame>
        <p:nvGraphicFramePr>
          <p:cNvPr id="4" name="Google Shape;680;p40">
            <a:extLst>
              <a:ext uri="{FF2B5EF4-FFF2-40B4-BE49-F238E27FC236}">
                <a16:creationId xmlns:a16="http://schemas.microsoft.com/office/drawing/2014/main" id="{987BB3F2-9879-630A-E937-830CEAB354FD}"/>
              </a:ext>
            </a:extLst>
          </p:cNvPr>
          <p:cNvGraphicFramePr/>
          <p:nvPr>
            <p:extLst>
              <p:ext uri="{D42A27DB-BD31-4B8C-83A1-F6EECF244321}">
                <p14:modId xmlns:p14="http://schemas.microsoft.com/office/powerpoint/2010/main" val="867448412"/>
              </p:ext>
            </p:extLst>
          </p:nvPr>
        </p:nvGraphicFramePr>
        <p:xfrm>
          <a:off x="671923" y="1549681"/>
          <a:ext cx="7588869" cy="1432188"/>
        </p:xfrm>
        <a:graphic>
          <a:graphicData uri="http://schemas.openxmlformats.org/drawingml/2006/table">
            <a:tbl>
              <a:tblPr>
                <a:noFill/>
                <a:tableStyleId>{F22DEABC-F492-44D9-B299-139734E1CD1A}</a:tableStyleId>
              </a:tblPr>
              <a:tblGrid>
                <a:gridCol w="2797898">
                  <a:extLst>
                    <a:ext uri="{9D8B030D-6E8A-4147-A177-3AD203B41FA5}">
                      <a16:colId xmlns:a16="http://schemas.microsoft.com/office/drawing/2014/main" val="20000"/>
                    </a:ext>
                  </a:extLst>
                </a:gridCol>
                <a:gridCol w="4790971">
                  <a:extLst>
                    <a:ext uri="{9D8B030D-6E8A-4147-A177-3AD203B41FA5}">
                      <a16:colId xmlns:a16="http://schemas.microsoft.com/office/drawing/2014/main" val="20001"/>
                    </a:ext>
                  </a:extLst>
                </a:gridCol>
              </a:tblGrid>
              <a:tr h="450569">
                <a:tc>
                  <a:txBody>
                    <a:bodyPr/>
                    <a:lstStyle/>
                    <a:p>
                      <a:pPr marL="0" lvl="0" indent="0" algn="l" rtl="0">
                        <a:spcBef>
                          <a:spcPts val="0"/>
                        </a:spcBef>
                        <a:spcAft>
                          <a:spcPts val="0"/>
                        </a:spcAft>
                        <a:buNone/>
                      </a:pPr>
                      <a:r>
                        <a:rPr lang="en-IN" sz="1200" b="1" dirty="0"/>
                        <a:t>Measure of brain activity</a:t>
                      </a:r>
                      <a:endParaRPr sz="1200" b="1" dirty="0">
                        <a:solidFill>
                          <a:schemeClr val="dk1"/>
                        </a:solidFill>
                        <a:latin typeface="Lexend"/>
                        <a:ea typeface="Lexend"/>
                        <a:cs typeface="Lexend"/>
                        <a:sym typeface="Lexend"/>
                      </a:endParaRPr>
                    </a:p>
                  </a:txBody>
                  <a:tcPr marL="91425" marR="91425" marT="0" marB="0" anchor="ctr">
                    <a:lnL w="28575" cap="flat" cmpd="sng">
                      <a:solidFill>
                        <a:schemeClr val="accent4"/>
                      </a:solidFill>
                      <a:prstDash val="solid"/>
                      <a:round/>
                      <a:headEnd type="none" w="sm" len="sm"/>
                      <a:tailEnd type="none" w="sm" len="sm"/>
                    </a:lnL>
                    <a:lnR w="28575" cap="flat" cmpd="sng">
                      <a:solidFill>
                        <a:schemeClr val="accent4"/>
                      </a:solidFill>
                      <a:prstDash val="solid"/>
                      <a:round/>
                      <a:headEnd type="none" w="sm" len="sm"/>
                      <a:tailEnd type="none" w="sm" len="sm"/>
                    </a:lnR>
                    <a:lnT w="28575" cap="flat" cmpd="sng">
                      <a:solidFill>
                        <a:schemeClr val="accent4"/>
                      </a:solidFill>
                      <a:prstDash val="solid"/>
                      <a:round/>
                      <a:headEnd type="none" w="sm" len="sm"/>
                      <a:tailEnd type="none" w="sm" len="sm"/>
                    </a:lnT>
                    <a:lnB w="28575" cap="flat" cmpd="sng">
                      <a:solidFill>
                        <a:schemeClr val="accent4"/>
                      </a:solidFill>
                      <a:prstDash val="solid"/>
                      <a:round/>
                      <a:headEnd type="none" w="sm" len="sm"/>
                      <a:tailEnd type="none" w="sm" len="sm"/>
                    </a:lnB>
                    <a:solidFill>
                      <a:schemeClr val="accent5"/>
                    </a:solidFill>
                  </a:tcPr>
                </a:tc>
                <a:tc>
                  <a:txBody>
                    <a:bodyPr/>
                    <a:lstStyle/>
                    <a:p>
                      <a:pPr marL="0" lvl="0" indent="0" algn="l" rtl="0">
                        <a:spcBef>
                          <a:spcPts val="0"/>
                        </a:spcBef>
                        <a:spcAft>
                          <a:spcPts val="1600"/>
                        </a:spcAft>
                        <a:buNone/>
                      </a:pPr>
                      <a:r>
                        <a:rPr lang="en-IN" sz="1200" dirty="0"/>
                        <a:t>Scalp Electroencephalography</a:t>
                      </a:r>
                      <a:endParaRPr sz="1200" dirty="0">
                        <a:solidFill>
                          <a:schemeClr val="dk1"/>
                        </a:solidFill>
                        <a:latin typeface="Catamaran"/>
                        <a:ea typeface="Catamaran"/>
                        <a:cs typeface="Catamaran"/>
                        <a:sym typeface="Catamaran"/>
                      </a:endParaRPr>
                    </a:p>
                  </a:txBody>
                  <a:tcPr marL="91425" marR="91425" marT="0" marB="0" anchor="ctr">
                    <a:lnL w="28575" cap="flat" cmpd="sng">
                      <a:solidFill>
                        <a:schemeClr val="accent4"/>
                      </a:solidFill>
                      <a:prstDash val="solid"/>
                      <a:round/>
                      <a:headEnd type="none" w="sm" len="sm"/>
                      <a:tailEnd type="none" w="sm" len="sm"/>
                    </a:lnL>
                    <a:lnR w="28575" cap="flat" cmpd="sng">
                      <a:solidFill>
                        <a:schemeClr val="accent4"/>
                      </a:solidFill>
                      <a:prstDash val="solid"/>
                      <a:round/>
                      <a:headEnd type="none" w="sm" len="sm"/>
                      <a:tailEnd type="none" w="sm" len="sm"/>
                    </a:lnR>
                    <a:lnT w="28575" cap="flat" cmpd="sng">
                      <a:solidFill>
                        <a:schemeClr val="accent4"/>
                      </a:solidFill>
                      <a:prstDash val="solid"/>
                      <a:round/>
                      <a:headEnd type="none" w="sm" len="sm"/>
                      <a:tailEnd type="none" w="sm" len="sm"/>
                    </a:lnT>
                    <a:lnB w="28575" cap="flat" cmpd="sng">
                      <a:solidFill>
                        <a:schemeClr val="accent4"/>
                      </a:solidFill>
                      <a:prstDash val="solid"/>
                      <a:round/>
                      <a:headEnd type="none" w="sm" len="sm"/>
                      <a:tailEnd type="none" w="sm" len="sm"/>
                    </a:lnB>
                  </a:tcPr>
                </a:tc>
                <a:extLst>
                  <a:ext uri="{0D108BD9-81ED-4DB2-BD59-A6C34878D82A}">
                    <a16:rowId xmlns:a16="http://schemas.microsoft.com/office/drawing/2014/main" val="10000"/>
                  </a:ext>
                </a:extLst>
              </a:tr>
              <a:tr h="465364">
                <a:tc>
                  <a:txBody>
                    <a:bodyPr/>
                    <a:lstStyle/>
                    <a:p>
                      <a:pPr marL="0" lvl="0" indent="0" algn="l" rtl="0">
                        <a:spcBef>
                          <a:spcPts val="0"/>
                        </a:spcBef>
                        <a:spcAft>
                          <a:spcPts val="0"/>
                        </a:spcAft>
                        <a:buNone/>
                      </a:pPr>
                      <a:r>
                        <a:rPr lang="en-IN" sz="1200" b="1" dirty="0"/>
                        <a:t>Measures of somatic nervous system activity </a:t>
                      </a:r>
                      <a:endParaRPr sz="1200" b="1" dirty="0">
                        <a:solidFill>
                          <a:schemeClr val="dk1"/>
                        </a:solidFill>
                        <a:latin typeface="Lexend"/>
                        <a:ea typeface="Lexend"/>
                        <a:cs typeface="Lexend"/>
                        <a:sym typeface="Lexend"/>
                      </a:endParaRPr>
                    </a:p>
                  </a:txBody>
                  <a:tcPr marL="91425" marR="91425" marT="0" marB="0" anchor="ctr">
                    <a:lnL w="28575" cap="flat" cmpd="sng">
                      <a:solidFill>
                        <a:schemeClr val="accent4"/>
                      </a:solidFill>
                      <a:prstDash val="solid"/>
                      <a:round/>
                      <a:headEnd type="none" w="sm" len="sm"/>
                      <a:tailEnd type="none" w="sm" len="sm"/>
                    </a:lnL>
                    <a:lnR w="28575" cap="flat" cmpd="sng">
                      <a:solidFill>
                        <a:schemeClr val="accent4"/>
                      </a:solidFill>
                      <a:prstDash val="solid"/>
                      <a:round/>
                      <a:headEnd type="none" w="sm" len="sm"/>
                      <a:tailEnd type="none" w="sm" len="sm"/>
                    </a:lnR>
                    <a:lnT w="28575" cap="flat" cmpd="sng">
                      <a:solidFill>
                        <a:schemeClr val="accent4"/>
                      </a:solidFill>
                      <a:prstDash val="solid"/>
                      <a:round/>
                      <a:headEnd type="none" w="sm" len="sm"/>
                      <a:tailEnd type="none" w="sm" len="sm"/>
                    </a:lnT>
                    <a:lnB w="28575" cap="flat" cmpd="sng">
                      <a:solidFill>
                        <a:schemeClr val="accent4"/>
                      </a:solidFill>
                      <a:prstDash val="solid"/>
                      <a:round/>
                      <a:headEnd type="none" w="sm" len="sm"/>
                      <a:tailEnd type="none" w="sm" len="sm"/>
                    </a:lnB>
                    <a:solidFill>
                      <a:schemeClr val="accent5"/>
                    </a:solidFill>
                  </a:tcPr>
                </a:tc>
                <a:tc>
                  <a:txBody>
                    <a:bodyPr/>
                    <a:lstStyle/>
                    <a:p>
                      <a:pPr marL="0" marR="0" lvl="0" indent="0" algn="l" rtl="0">
                        <a:lnSpc>
                          <a:spcPct val="100000"/>
                        </a:lnSpc>
                        <a:spcBef>
                          <a:spcPts val="0"/>
                        </a:spcBef>
                        <a:spcAft>
                          <a:spcPts val="1600"/>
                        </a:spcAft>
                        <a:buNone/>
                      </a:pPr>
                      <a:r>
                        <a:rPr lang="en-IN" sz="1200" dirty="0"/>
                        <a:t>Muscle tension and Eye movement</a:t>
                      </a:r>
                      <a:endParaRPr sz="1200" dirty="0">
                        <a:solidFill>
                          <a:schemeClr val="dk1"/>
                        </a:solidFill>
                        <a:latin typeface="Catamaran"/>
                        <a:ea typeface="Catamaran"/>
                        <a:cs typeface="Catamaran"/>
                        <a:sym typeface="Catamaran"/>
                      </a:endParaRPr>
                    </a:p>
                  </a:txBody>
                  <a:tcPr marL="91425" marR="91425" marT="0" marB="0" anchor="ctr">
                    <a:lnL w="28575" cap="flat" cmpd="sng">
                      <a:solidFill>
                        <a:schemeClr val="accent4"/>
                      </a:solidFill>
                      <a:prstDash val="solid"/>
                      <a:round/>
                      <a:headEnd type="none" w="sm" len="sm"/>
                      <a:tailEnd type="none" w="sm" len="sm"/>
                    </a:lnL>
                    <a:lnR w="28575" cap="flat" cmpd="sng">
                      <a:solidFill>
                        <a:schemeClr val="accent4"/>
                      </a:solidFill>
                      <a:prstDash val="solid"/>
                      <a:round/>
                      <a:headEnd type="none" w="sm" len="sm"/>
                      <a:tailEnd type="none" w="sm" len="sm"/>
                    </a:lnR>
                    <a:lnT w="28575" cap="flat" cmpd="sng">
                      <a:solidFill>
                        <a:schemeClr val="accent4"/>
                      </a:solidFill>
                      <a:prstDash val="solid"/>
                      <a:round/>
                      <a:headEnd type="none" w="sm" len="sm"/>
                      <a:tailEnd type="none" w="sm" len="sm"/>
                    </a:lnT>
                    <a:lnB w="28575" cap="flat" cmpd="sng">
                      <a:solidFill>
                        <a:schemeClr val="accent4"/>
                      </a:solidFill>
                      <a:prstDash val="solid"/>
                      <a:round/>
                      <a:headEnd type="none" w="sm" len="sm"/>
                      <a:tailEnd type="none" w="sm" len="sm"/>
                    </a:lnB>
                  </a:tcPr>
                </a:tc>
                <a:extLst>
                  <a:ext uri="{0D108BD9-81ED-4DB2-BD59-A6C34878D82A}">
                    <a16:rowId xmlns:a16="http://schemas.microsoft.com/office/drawing/2014/main" val="10001"/>
                  </a:ext>
                </a:extLst>
              </a:tr>
              <a:tr h="391886">
                <a:tc>
                  <a:txBody>
                    <a:bodyPr/>
                    <a:lstStyle/>
                    <a:p>
                      <a:pPr marL="0" lvl="0" indent="0" algn="l" rtl="0">
                        <a:lnSpc>
                          <a:spcPct val="150000"/>
                        </a:lnSpc>
                        <a:spcBef>
                          <a:spcPts val="0"/>
                        </a:spcBef>
                        <a:spcAft>
                          <a:spcPts val="0"/>
                        </a:spcAft>
                        <a:buNone/>
                      </a:pPr>
                      <a:r>
                        <a:rPr lang="en-IN" sz="1200" b="1" dirty="0"/>
                        <a:t>Measures of autonomic nervous system activity</a:t>
                      </a:r>
                      <a:endParaRPr sz="1200" b="1" dirty="0">
                        <a:solidFill>
                          <a:schemeClr val="dk1"/>
                        </a:solidFill>
                        <a:latin typeface="Lexend"/>
                        <a:ea typeface="Lexend"/>
                        <a:cs typeface="Lexend"/>
                        <a:sym typeface="Lexend"/>
                      </a:endParaRPr>
                    </a:p>
                  </a:txBody>
                  <a:tcPr marL="91425" marR="91425" marT="0" marB="0" anchor="ctr">
                    <a:lnL w="28575" cap="flat" cmpd="sng">
                      <a:solidFill>
                        <a:schemeClr val="accent4"/>
                      </a:solidFill>
                      <a:prstDash val="solid"/>
                      <a:round/>
                      <a:headEnd type="none" w="sm" len="sm"/>
                      <a:tailEnd type="none" w="sm" len="sm"/>
                    </a:lnL>
                    <a:lnR w="28575" cap="flat" cmpd="sng">
                      <a:solidFill>
                        <a:schemeClr val="accent4"/>
                      </a:solidFill>
                      <a:prstDash val="solid"/>
                      <a:round/>
                      <a:headEnd type="none" w="sm" len="sm"/>
                      <a:tailEnd type="none" w="sm" len="sm"/>
                    </a:lnR>
                    <a:lnT w="28575" cap="flat" cmpd="sng">
                      <a:solidFill>
                        <a:schemeClr val="accent4"/>
                      </a:solidFill>
                      <a:prstDash val="solid"/>
                      <a:round/>
                      <a:headEnd type="none" w="sm" len="sm"/>
                      <a:tailEnd type="none" w="sm" len="sm"/>
                    </a:lnT>
                    <a:lnB w="28575" cap="flat" cmpd="sng">
                      <a:solidFill>
                        <a:schemeClr val="accent4"/>
                      </a:solidFill>
                      <a:prstDash val="solid"/>
                      <a:round/>
                      <a:headEnd type="none" w="sm" len="sm"/>
                      <a:tailEnd type="none" w="sm" len="sm"/>
                    </a:lnB>
                    <a:solidFill>
                      <a:schemeClr val="accent5"/>
                    </a:solidFill>
                  </a:tcPr>
                </a:tc>
                <a:tc>
                  <a:txBody>
                    <a:bodyPr/>
                    <a:lstStyle/>
                    <a:p>
                      <a:pPr marL="0" lvl="0" indent="0" algn="l" rtl="0">
                        <a:lnSpc>
                          <a:spcPct val="150000"/>
                        </a:lnSpc>
                        <a:spcBef>
                          <a:spcPts val="0"/>
                        </a:spcBef>
                        <a:spcAft>
                          <a:spcPts val="1600"/>
                        </a:spcAft>
                        <a:buNone/>
                      </a:pPr>
                      <a:r>
                        <a:rPr lang="en-IN" sz="1200" dirty="0"/>
                        <a:t>Skin conductance and Cardiovascular activity</a:t>
                      </a:r>
                      <a:endParaRPr sz="1200" dirty="0">
                        <a:solidFill>
                          <a:schemeClr val="dk1"/>
                        </a:solidFill>
                        <a:latin typeface="Catamaran"/>
                        <a:ea typeface="Catamaran"/>
                        <a:cs typeface="Catamaran"/>
                        <a:sym typeface="Catamaran"/>
                      </a:endParaRPr>
                    </a:p>
                  </a:txBody>
                  <a:tcPr marL="91425" marR="91425" marT="0" marB="0" anchor="ctr">
                    <a:lnL w="28575" cap="flat" cmpd="sng">
                      <a:solidFill>
                        <a:schemeClr val="accent4"/>
                      </a:solidFill>
                      <a:prstDash val="solid"/>
                      <a:round/>
                      <a:headEnd type="none" w="sm" len="sm"/>
                      <a:tailEnd type="none" w="sm" len="sm"/>
                    </a:lnL>
                    <a:lnR w="28575" cap="flat" cmpd="sng">
                      <a:solidFill>
                        <a:schemeClr val="accent4"/>
                      </a:solidFill>
                      <a:prstDash val="solid"/>
                      <a:round/>
                      <a:headEnd type="none" w="sm" len="sm"/>
                      <a:tailEnd type="none" w="sm" len="sm"/>
                    </a:lnR>
                    <a:lnT w="28575" cap="flat" cmpd="sng">
                      <a:solidFill>
                        <a:schemeClr val="accent4"/>
                      </a:solidFill>
                      <a:prstDash val="solid"/>
                      <a:round/>
                      <a:headEnd type="none" w="sm" len="sm"/>
                      <a:tailEnd type="none" w="sm" len="sm"/>
                    </a:lnT>
                    <a:lnB w="28575" cap="flat" cmpd="sng">
                      <a:solidFill>
                        <a:schemeClr val="accent4"/>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83553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19E24A95-DB0F-6EB8-7B36-D5610518DC59}"/>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6276A4B8-E064-C993-A01E-FC58C4C7B73D}"/>
              </a:ext>
            </a:extLst>
          </p:cNvPr>
          <p:cNvSpPr txBox="1">
            <a:spLocks noGrp="1"/>
          </p:cNvSpPr>
          <p:nvPr>
            <p:ph type="title"/>
          </p:nvPr>
        </p:nvSpPr>
        <p:spPr>
          <a:xfrm>
            <a:off x="1996382" y="83744"/>
            <a:ext cx="5489036" cy="457667"/>
          </a:xfrm>
          <a:prstGeom prst="rect">
            <a:avLst/>
          </a:prstGeom>
        </p:spPr>
        <p:txBody>
          <a:bodyPr spcFirstLastPara="1" wrap="square" lIns="91425" tIns="91425" rIns="91425" bIns="91425" anchor="b" anchorCtr="0">
            <a:noAutofit/>
          </a:bodyPr>
          <a:lstStyle/>
          <a:p>
            <a:pPr lvl="0" algn="ctr"/>
            <a:r>
              <a:rPr lang="en-IN" sz="2000" dirty="0">
                <a:solidFill>
                  <a:srgbClr val="FF0000"/>
                </a:solidFill>
              </a:rPr>
              <a:t>Scalp Electroencephalography</a:t>
            </a:r>
            <a:endParaRPr sz="2000" dirty="0">
              <a:solidFill>
                <a:srgbClr val="FF0000"/>
              </a:solidFill>
            </a:endParaRPr>
          </a:p>
        </p:txBody>
      </p:sp>
      <p:sp>
        <p:nvSpPr>
          <p:cNvPr id="1526" name="Google Shape;1526;p56">
            <a:extLst>
              <a:ext uri="{FF2B5EF4-FFF2-40B4-BE49-F238E27FC236}">
                <a16:creationId xmlns:a16="http://schemas.microsoft.com/office/drawing/2014/main" id="{7BE3BB2D-D164-A9CF-4EAA-21E16DBE695A}"/>
              </a:ext>
            </a:extLst>
          </p:cNvPr>
          <p:cNvSpPr txBox="1">
            <a:spLocks noGrp="1"/>
          </p:cNvSpPr>
          <p:nvPr>
            <p:ph type="subTitle" idx="1"/>
          </p:nvPr>
        </p:nvSpPr>
        <p:spPr>
          <a:xfrm>
            <a:off x="165146" y="468237"/>
            <a:ext cx="8577879" cy="3975977"/>
          </a:xfrm>
          <a:prstGeom prst="rect">
            <a:avLst/>
          </a:prstGeom>
        </p:spPr>
        <p:txBody>
          <a:bodyPr spcFirstLastPara="1" wrap="square" lIns="91425" tIns="91425" rIns="91425" bIns="91425" anchor="t" anchorCtr="0">
            <a:noAutofit/>
          </a:bodyPr>
          <a:lstStyle/>
          <a:p>
            <a:pPr marL="288000" lvl="0" indent="-285750" algn="l">
              <a:spcBef>
                <a:spcPts val="600"/>
              </a:spcBef>
              <a:spcAft>
                <a:spcPts val="600"/>
              </a:spcAft>
              <a:buFont typeface="Arial" panose="020B0604020202020204" pitchFamily="34" charset="0"/>
              <a:buChar char="•"/>
            </a:pPr>
            <a:r>
              <a:rPr lang="en-IN" sz="1400" b="1" dirty="0"/>
              <a:t>Electroencephalogram (EEG) </a:t>
            </a:r>
            <a:r>
              <a:rPr lang="en-IN" sz="1400" dirty="0"/>
              <a:t>is a </a:t>
            </a:r>
            <a:r>
              <a:rPr lang="en-IN" sz="1400" u="sng" dirty="0">
                <a:highlight>
                  <a:srgbClr val="FFFF00"/>
                </a:highlight>
              </a:rPr>
              <a:t>measure of the gross electrical activity of the brain</a:t>
            </a:r>
            <a:r>
              <a:rPr lang="en-IN" sz="1400" dirty="0"/>
              <a:t>. </a:t>
            </a:r>
          </a:p>
          <a:p>
            <a:pPr marL="288000" lvl="0" indent="-285750" algn="l">
              <a:spcBef>
                <a:spcPts val="600"/>
              </a:spcBef>
              <a:spcAft>
                <a:spcPts val="600"/>
              </a:spcAft>
              <a:buFont typeface="Arial" panose="020B0604020202020204" pitchFamily="34" charset="0"/>
              <a:buChar char="•"/>
            </a:pPr>
            <a:r>
              <a:rPr lang="en-IN" sz="1400" dirty="0"/>
              <a:t>It is recorded through large electrodes by a </a:t>
            </a:r>
            <a:r>
              <a:rPr lang="en-IN" sz="1400" b="1" dirty="0"/>
              <a:t>device called an electroencephalograph (EEG machine), </a:t>
            </a:r>
            <a:r>
              <a:rPr lang="en-IN" sz="1400" dirty="0"/>
              <a:t>and the </a:t>
            </a:r>
            <a:r>
              <a:rPr lang="en-IN" sz="1400" b="1" dirty="0"/>
              <a:t>technique is called electroencephalography</a:t>
            </a:r>
            <a:r>
              <a:rPr lang="en-IN" sz="1400" dirty="0"/>
              <a:t>. </a:t>
            </a:r>
          </a:p>
          <a:p>
            <a:pPr marL="2250" lvl="0" indent="0" algn="l">
              <a:spcBef>
                <a:spcPts val="600"/>
              </a:spcBef>
              <a:spcAft>
                <a:spcPts val="600"/>
              </a:spcAft>
            </a:pPr>
            <a:r>
              <a:rPr lang="en-IN" sz="1400" b="1" dirty="0">
                <a:solidFill>
                  <a:schemeClr val="tx1">
                    <a:lumMod val="50000"/>
                    <a:lumOff val="50000"/>
                  </a:schemeClr>
                </a:solidFill>
              </a:rPr>
              <a:t>How is it recorded?</a:t>
            </a:r>
          </a:p>
          <a:p>
            <a:pPr marL="288000" lvl="0" indent="-285750" algn="l">
              <a:spcBef>
                <a:spcPts val="600"/>
              </a:spcBef>
              <a:spcAft>
                <a:spcPts val="600"/>
              </a:spcAft>
              <a:buFont typeface="Arial" panose="020B0604020202020204" pitchFamily="34" charset="0"/>
              <a:buChar char="•"/>
            </a:pPr>
            <a:r>
              <a:rPr lang="en-IN" sz="1400" dirty="0"/>
              <a:t>Each channel of EEG activity is usually recorded from </a:t>
            </a:r>
            <a:r>
              <a:rPr lang="en-IN" sz="1400" b="1" dirty="0"/>
              <a:t>disk-shaped electrodes, which are taped to the scalp</a:t>
            </a:r>
            <a:r>
              <a:rPr lang="en-IN" sz="1400" dirty="0"/>
              <a:t>. </a:t>
            </a:r>
          </a:p>
          <a:p>
            <a:pPr marL="288000" indent="-285750" algn="l">
              <a:spcBef>
                <a:spcPts val="600"/>
              </a:spcBef>
              <a:spcAft>
                <a:spcPts val="600"/>
              </a:spcAft>
              <a:buFont typeface="Arial" panose="020B0604020202020204" pitchFamily="34" charset="0"/>
              <a:buChar char="•"/>
            </a:pPr>
            <a:r>
              <a:rPr lang="en-IN" sz="1400" dirty="0"/>
              <a:t>These </a:t>
            </a:r>
            <a:r>
              <a:rPr lang="en-IN" sz="1400" b="1" dirty="0"/>
              <a:t>electrodes detect the summed electrical activity generated throughout the head</a:t>
            </a:r>
            <a:r>
              <a:rPr lang="en-IN" sz="1400" dirty="0"/>
              <a:t>, including brain activity (primarily postsynaptic potentials and some action potentials) as well as electrical signals from the skin, muscles, blood, and eyes.</a:t>
            </a:r>
          </a:p>
          <a:p>
            <a:pPr marL="2250" indent="0" algn="l">
              <a:spcBef>
                <a:spcPts val="600"/>
              </a:spcBef>
              <a:spcAft>
                <a:spcPts val="600"/>
              </a:spcAft>
            </a:pPr>
            <a:r>
              <a:rPr lang="en-IN" sz="1400" b="1" dirty="0">
                <a:solidFill>
                  <a:schemeClr val="tx1">
                    <a:lumMod val="50000"/>
                    <a:lumOff val="50000"/>
                  </a:schemeClr>
                </a:solidFill>
              </a:rPr>
              <a:t>Significance of Scalp EEG </a:t>
            </a:r>
          </a:p>
          <a:p>
            <a:pPr marL="288000" indent="-285750" algn="l">
              <a:spcBef>
                <a:spcPts val="600"/>
              </a:spcBef>
              <a:spcAft>
                <a:spcPts val="600"/>
              </a:spcAft>
              <a:buFont typeface="Arial" panose="020B0604020202020204" pitchFamily="34" charset="0"/>
              <a:buChar char="•"/>
            </a:pPr>
            <a:r>
              <a:rPr lang="en-IN" sz="1400" dirty="0"/>
              <a:t>EEG is an important research and diagnostic tool. </a:t>
            </a:r>
          </a:p>
          <a:p>
            <a:pPr marL="288000" indent="-285750" algn="l">
              <a:spcBef>
                <a:spcPts val="600"/>
              </a:spcBef>
              <a:spcAft>
                <a:spcPts val="600"/>
              </a:spcAft>
              <a:buFont typeface="Arial" panose="020B0604020202020204" pitchFamily="34" charset="0"/>
              <a:buChar char="•"/>
            </a:pPr>
            <a:r>
              <a:rPr lang="en-IN" sz="1400" dirty="0"/>
              <a:t>Certain EEG wave patterns are associated with specific states of consciousness or particular brain disorders. For example, </a:t>
            </a:r>
            <a:r>
              <a:rPr lang="en-IN" sz="1400" b="1" dirty="0"/>
              <a:t>alpha waves</a:t>
            </a:r>
            <a:r>
              <a:rPr lang="en-IN" sz="1400" dirty="0"/>
              <a:t> are regular, high-amplitude brain waves with a frequency of </a:t>
            </a:r>
            <a:r>
              <a:rPr lang="en-IN" sz="1400" b="1" dirty="0"/>
              <a:t>8–12 Hz (cycles per second)</a:t>
            </a:r>
            <a:r>
              <a:rPr lang="en-IN" sz="1400" dirty="0"/>
              <a:t> and are typically observed when a person is awake, relaxed, and has their eyes closed. </a:t>
            </a:r>
          </a:p>
          <a:p>
            <a:pPr marL="288000" indent="-285750" algn="l">
              <a:spcBef>
                <a:spcPts val="600"/>
              </a:spcBef>
              <a:spcAft>
                <a:spcPts val="600"/>
              </a:spcAft>
              <a:buFont typeface="Arial" panose="020B0604020202020204" pitchFamily="34" charset="0"/>
              <a:buChar char="•"/>
            </a:pPr>
            <a:r>
              <a:rPr lang="en-IN" sz="1400" dirty="0"/>
              <a:t>EEG is also useful in diagnosing conditions such as </a:t>
            </a:r>
            <a:r>
              <a:rPr lang="en-IN" sz="1400" b="1" dirty="0"/>
              <a:t>epilepsy</a:t>
            </a:r>
            <a:r>
              <a:rPr lang="en-IN" sz="1400" dirty="0"/>
              <a:t>, which produces characteristic abnormal EEG patterns.</a:t>
            </a:r>
          </a:p>
        </p:txBody>
      </p:sp>
      <p:grpSp>
        <p:nvGrpSpPr>
          <p:cNvPr id="1527" name="Google Shape;1527;p56">
            <a:extLst>
              <a:ext uri="{FF2B5EF4-FFF2-40B4-BE49-F238E27FC236}">
                <a16:creationId xmlns:a16="http://schemas.microsoft.com/office/drawing/2014/main" id="{CC32B57F-24B3-9E39-2AC9-A56ADDC75E58}"/>
              </a:ext>
            </a:extLst>
          </p:cNvPr>
          <p:cNvGrpSpPr/>
          <p:nvPr/>
        </p:nvGrpSpPr>
        <p:grpSpPr>
          <a:xfrm rot="10800000" flipH="1">
            <a:off x="4358559" y="2786336"/>
            <a:ext cx="580432" cy="615807"/>
            <a:chOff x="1795374" y="144994"/>
            <a:chExt cx="580432" cy="615807"/>
          </a:xfrm>
        </p:grpSpPr>
        <p:grpSp>
          <p:nvGrpSpPr>
            <p:cNvPr id="1528" name="Google Shape;1528;p56">
              <a:extLst>
                <a:ext uri="{FF2B5EF4-FFF2-40B4-BE49-F238E27FC236}">
                  <a16:creationId xmlns:a16="http://schemas.microsoft.com/office/drawing/2014/main" id="{3EB06ACF-788B-103E-5192-EF6502B679CE}"/>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8487DE93-F119-1738-3D9E-85AAC15DA294}"/>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0A1E597B-F5AE-ECA1-C7CB-E710E9CC9A42}"/>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2918BAD2-BED9-C0AC-92C7-FFF16D634EC2}"/>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C2F82F7A-7AC8-F295-26FA-1300AB18B9C8}"/>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38FE807D-80D7-F66F-6464-0E1F49083F24}"/>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65B54747-0B4F-D125-4F38-8601C225AFE2}"/>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E38F0D20-8675-6BAF-CF7F-DAEF318DAD41}"/>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B275FBC0-D163-132C-64E5-B53D3834B694}"/>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70C1681B-EC63-C73B-66BB-AE1A4413CD96}"/>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809B8AC6-3754-E90E-F12B-5B44BD0F45C2}"/>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26B2B2DF-D22D-42BE-7127-6B0BBB4CFF40}"/>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50FBCD5C-98C2-19F1-0913-055794C7951E}"/>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096C3413-3AEB-2156-38BA-B965DE900492}"/>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75937B63-3683-39E0-6F72-756A762BEE37}"/>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830D5AD3-0F1D-4B5E-9619-B305C0E96E2C}"/>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273806D8-C591-8DD9-3819-B230D6BAC1D8}"/>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033C0A07-DF84-DAC4-C424-E2121C3C1AC1}"/>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539EBCB3-9B37-946C-835B-95EB26A75097}"/>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522D1377-B161-1A19-0647-E34448BB945B}"/>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40C1A642-65AF-5478-34D4-5BA1EF206C1A}"/>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C5D1FBBB-B7C7-6BA7-F8EF-CCE0C5D6B94E}"/>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1A00A1E8-22F1-00E6-1E7D-BC8FBA3C3E61}"/>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8D72CFDB-24DC-7C61-5468-42DAA5426076}"/>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DA20CB83-4A90-CE40-7FA7-06C04ED9DC8B}"/>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C48A9C13-DBDE-F1E6-928F-DFD078651B18}"/>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FC171C7A-D8BA-238C-4825-FA3E17B884B6}"/>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DEC4AD5A-47AC-F97E-D7EF-601ECC1C1809}"/>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6DB0106F-074E-0B26-BC74-0383C1A93305}"/>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887E5603-132F-7765-5140-E61BC4893CE6}"/>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18B53698-45BF-0739-ACAB-46BDF30C4DAA}"/>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694A4927-134F-6D10-5359-946BD0984A76}"/>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65826297-9ADA-53E9-D618-DC2FC4063BFD}"/>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0ADD1F32-CD9E-6184-9883-0FC7BEDFD504}"/>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9A17EE64-7597-D20B-D731-B7B6450E63C9}"/>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2D8398B4-50A8-B500-1DD9-2BC45D317741}"/>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7F5379E5-8F38-A4A7-A991-4786ED821288}"/>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5D3E66DC-EC57-88FC-92EA-436244B2745A}"/>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3C03B298-1663-ECA7-8517-2AC048293059}"/>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EE12AD80-4F38-2773-6CF1-614A4F372ADA}"/>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083E6216-7726-B133-1060-BE600C041532}"/>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465D965C-0F84-6599-CB94-5F4537C45EAF}"/>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CA3FBEE0-51EB-1629-8D38-65195B8BD0B8}"/>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745ECDF2-E641-F3A6-ABEA-66F159458684}"/>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7D49239E-ADC4-4AFD-204F-AA69CBDEAF70}"/>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61EEE665-4BF2-E7DD-343C-8A2202CD5970}"/>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A68685F1-CAB0-1482-766C-35E8F00FB18B}"/>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41EB969A-6F07-9DCC-3927-8836E85A35F8}"/>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D0C9B4F4-F7E5-6B2B-DD27-183AA8B29C57}"/>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66377ABE-9E04-902B-DDFA-D2190FAF18DD}"/>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093986D8-8E53-8C40-90B9-357159DE169C}"/>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D513ADA3-096B-56F2-C065-939A9316F394}"/>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C9280D01-418F-A290-09C0-E62C45C625A9}"/>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492F47A8-882A-C90F-17A1-10DA7405F06A}"/>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D345D02E-939C-8FF8-4460-CE418DA83B6F}"/>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6C577ACE-21C4-3C99-94F5-9DD10AA7B458}"/>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EB86304C-03F3-EBD6-595A-574A8C7D946E}"/>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660FA438-BA9F-62CB-8501-19FC8CD7C79C}"/>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8BC185A9-80E0-EDB2-FF6B-D78BF6FD66C0}"/>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ABD84D8F-A141-15F9-D648-B62C0F0C1DD0}"/>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C764DA9E-F29B-8200-898C-74AC61626952}"/>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FE10CF0E-3E06-ADBC-2FDE-523F13F7C7C1}"/>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826752BF-0036-A0DD-4F6E-BAD83007EBA6}"/>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4EC5DBF0-25CB-617B-8246-0722A062CD2B}"/>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E55B7443-FF80-9F4F-483C-7843CF438191}"/>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5DBA58EA-BBE2-6D8E-7A8E-8DF18380AA87}"/>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1AC89132-66AB-9289-19E8-9784F34B7D71}"/>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FC31F636-239B-FCE9-E960-DEEABBE171DA}"/>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755D68CE-17F3-74C5-8A50-950608C681AC}"/>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BB420690-41CE-B8FB-05E4-D7F639D01BCA}"/>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CE7409C8-F54B-3902-1D7B-0BF0C4F1D048}"/>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EDF362A4-1311-D00B-213E-4FD34B04D7E7}"/>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F1BEEA3E-3013-9199-9D57-0F2FCE3D8F30}"/>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11A29788-AF04-2411-E69D-2F5039EE425B}"/>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499FF165-7434-7BE4-60E0-59DEB7DAD161}"/>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5D6B1CBE-1E82-CACF-64AF-54E8618126F6}"/>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AE29CABA-A5CA-940C-736D-B5A7EABEA0CE}"/>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67D039AD-B9EF-8E00-F8A8-157A2FB240BC}"/>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4F711150-3AF0-9713-8DE0-806490EB2B2D}"/>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BD07FA19-E328-BC7B-4815-A340F8770C0D}"/>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CFEC0053-38E9-E1A5-6F8B-6BA10DCC6C06}"/>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5C0B019B-F92C-DB9B-E098-C3D71CF3F1D5}"/>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F76F74ED-F406-262E-FA97-6A1E3149E8DF}"/>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FED6D0A7-853C-CB59-05C0-D7407DA2859B}"/>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8BF3AE8D-A985-A8F7-E6C5-A37A31293063}"/>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70F36F2E-C065-EF23-1CDA-D71B55B22273}"/>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8E53CA91-90FA-A9CE-EBA0-F161328B26C7}"/>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1A5D9FB2-E3C3-46B6-A8E6-43151FB36C96}"/>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D65A35AA-BDDA-8109-6C40-AE35AFF8EE5E}"/>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94532319-5AF2-BC37-F35F-A870A2B93FA3}"/>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E8536E4D-232A-8ADE-E5E6-1B314B9D5AE3}"/>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6676CFB1-9DEF-23AA-57EC-AF61947BE4F1}"/>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C32A9EB8-4CA5-28BE-F76F-5C554C844577}"/>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54B8081C-C402-7088-DFFE-46486E0FA895}"/>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D68E562B-17D8-0843-CD83-EA5C5C5327AE}"/>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50922351-D7E6-339E-99F5-2FE37FA3D45A}"/>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99856B38-CF07-57AC-B628-CF4D0771BF21}"/>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E3FC6B3E-5810-E480-1946-53C5EFD8086E}"/>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33278FCA-2EC9-1663-0BB2-DB0D2A705E74}"/>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DE4A4E13-3F95-AE42-449A-8C9E0F56F8CB}"/>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6BEB5400-0E5A-B6F0-BF95-F8273EDF295E}"/>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9F7464D8-24CD-B77A-AE0A-C148E7E8D7BB}"/>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53CE4154-DB7C-38EB-8BD9-461BC13967E2}"/>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F4F48D76-0179-AAAE-E7DA-DEDA3928405D}"/>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176720E4-5351-DE1E-191E-747133B4B299}"/>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4B64C17E-415E-1B77-F5FF-B3FF6EA3F646}"/>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80449AA7-E977-7ABE-2EEC-DC50E2989B42}"/>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6D6D9C1B-4A85-62AC-AF75-D70222383A5A}"/>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0E2F9998-6B43-92AA-6E48-FEA3563B469A}"/>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D1B6455D-C93B-51D8-F25E-F1ADCD3A21F1}"/>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E7450D5C-7567-C731-97BB-1C83837EA723}"/>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54017528-0888-8662-AE77-41BB95F1B58B}"/>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9C0BE05D-27A2-7CE4-14B1-3CDBC0480382}"/>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56C82BF5-C7A3-0D28-BE86-8FD557C19428}"/>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F5A9BE31-DFDD-887C-84B1-9D1694FAE784}"/>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AA8821FD-68EA-4EA9-34E2-ADE83E533010}"/>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5A86AD85-FAC8-60F9-747A-C3DC5986A981}"/>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EE35A629-20D2-1967-ABC6-18652B007D09}"/>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195ACF22-917F-6CFC-E450-A22B88B57DA6}"/>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E469643E-A729-04DE-C502-465C93A68666}"/>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4818B728-5498-6A2C-3483-E00EF64B81E7}"/>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45C81FB4-F35A-C3C6-DB34-3D096CA8A320}"/>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16A0DD7B-70DA-BE98-A9B2-F89D2640A399}"/>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F7B33A1D-7246-EA1D-256D-E90D6D3E386C}"/>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F21D6033-67BB-F374-4D04-E958A088EB87}"/>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4F2615DB-4934-CDBC-4167-3F795E481968}"/>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D768D47C-8ABC-35DA-397A-7B917BAA5F80}"/>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cxnSp>
        <p:nvCxnSpPr>
          <p:cNvPr id="1655" name="Google Shape;1655;p56">
            <a:extLst>
              <a:ext uri="{FF2B5EF4-FFF2-40B4-BE49-F238E27FC236}">
                <a16:creationId xmlns:a16="http://schemas.microsoft.com/office/drawing/2014/main" id="{54075027-F5DD-0EDC-090D-B2ACA0CA1B72}"/>
              </a:ext>
            </a:extLst>
          </p:cNvPr>
          <p:cNvCxnSpPr>
            <a:cxnSpLocks/>
          </p:cNvCxnSpPr>
          <p:nvPr/>
        </p:nvCxnSpPr>
        <p:spPr>
          <a:xfrm>
            <a:off x="2746265" y="489666"/>
            <a:ext cx="3989269" cy="0"/>
          </a:xfrm>
          <a:prstGeom prst="straightConnector1">
            <a:avLst/>
          </a:prstGeom>
          <a:noFill/>
          <a:ln w="38100" cap="flat" cmpd="sng">
            <a:solidFill>
              <a:schemeClr val="accent6"/>
            </a:solidFill>
            <a:prstDash val="solid"/>
            <a:round/>
            <a:headEnd type="none" w="med" len="med"/>
            <a:tailEnd type="none" w="med" len="med"/>
          </a:ln>
        </p:spPr>
      </p:cxnSp>
    </p:spTree>
    <p:extLst>
      <p:ext uri="{BB962C8B-B14F-4D97-AF65-F5344CB8AC3E}">
        <p14:creationId xmlns:p14="http://schemas.microsoft.com/office/powerpoint/2010/main" val="3359119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B27ACACE-58A8-843F-3A81-FDE4B7D34D1E}"/>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141D282B-3AF9-ECA8-0C41-72201BBC2F74}"/>
              </a:ext>
            </a:extLst>
          </p:cNvPr>
          <p:cNvSpPr txBox="1">
            <a:spLocks noGrp="1"/>
          </p:cNvSpPr>
          <p:nvPr>
            <p:ph type="title"/>
          </p:nvPr>
        </p:nvSpPr>
        <p:spPr>
          <a:xfrm>
            <a:off x="2336361" y="237960"/>
            <a:ext cx="5489036" cy="457667"/>
          </a:xfrm>
          <a:prstGeom prst="rect">
            <a:avLst/>
          </a:prstGeom>
        </p:spPr>
        <p:txBody>
          <a:bodyPr spcFirstLastPara="1" wrap="square" lIns="91425" tIns="91425" rIns="91425" bIns="91425" anchor="b" anchorCtr="0">
            <a:noAutofit/>
          </a:bodyPr>
          <a:lstStyle/>
          <a:p>
            <a:pPr lvl="0" algn="ctr"/>
            <a:r>
              <a:rPr lang="en-IN" sz="2000" dirty="0">
                <a:solidFill>
                  <a:srgbClr val="FF0000"/>
                </a:solidFill>
              </a:rPr>
              <a:t>Scalp Electroencephalography </a:t>
            </a:r>
            <a:r>
              <a:rPr lang="en-IN" sz="1200" dirty="0">
                <a:solidFill>
                  <a:srgbClr val="FF0000"/>
                </a:solidFill>
              </a:rPr>
              <a:t>(Cont.)</a:t>
            </a:r>
            <a:endParaRPr sz="2000" dirty="0">
              <a:solidFill>
                <a:srgbClr val="FF0000"/>
              </a:solidFill>
            </a:endParaRPr>
          </a:p>
        </p:txBody>
      </p:sp>
      <p:sp>
        <p:nvSpPr>
          <p:cNvPr id="1526" name="Google Shape;1526;p56">
            <a:extLst>
              <a:ext uri="{FF2B5EF4-FFF2-40B4-BE49-F238E27FC236}">
                <a16:creationId xmlns:a16="http://schemas.microsoft.com/office/drawing/2014/main" id="{B766C733-F1F0-D8EE-97BB-B70E18F4A362}"/>
              </a:ext>
            </a:extLst>
          </p:cNvPr>
          <p:cNvSpPr txBox="1">
            <a:spLocks noGrp="1"/>
          </p:cNvSpPr>
          <p:nvPr>
            <p:ph type="subTitle" idx="1"/>
          </p:nvPr>
        </p:nvSpPr>
        <p:spPr>
          <a:xfrm>
            <a:off x="156100" y="545738"/>
            <a:ext cx="8799187" cy="3975977"/>
          </a:xfrm>
          <a:prstGeom prst="rect">
            <a:avLst/>
          </a:prstGeom>
        </p:spPr>
        <p:txBody>
          <a:bodyPr spcFirstLastPara="1" wrap="square" lIns="91425" tIns="91425" rIns="91425" bIns="91425" anchor="t" anchorCtr="0">
            <a:noAutofit/>
          </a:bodyPr>
          <a:lstStyle/>
          <a:p>
            <a:pPr marL="288000" indent="-285750" algn="l">
              <a:spcBef>
                <a:spcPts val="600"/>
              </a:spcBef>
              <a:spcAft>
                <a:spcPts val="600"/>
              </a:spcAft>
              <a:buFont typeface="Arial" panose="020B0604020202020204" pitchFamily="34" charset="0"/>
              <a:buChar char="•"/>
            </a:pPr>
            <a:r>
              <a:rPr lang="en-IN" sz="1400" dirty="0"/>
              <a:t>Because EEG signals decrease in amplitude as they spread from their source, a comparison of signals recorded from various sites on the scalp can sometimes indicate the origin of particular waves. This is why it is usual to record EEG activity from many sites simultaneously. Thus, So an electrode close to the source records a </a:t>
            </a:r>
            <a:r>
              <a:rPr lang="en-IN" sz="1400" b="1" dirty="0"/>
              <a:t>larger signal</a:t>
            </a:r>
            <a:r>
              <a:rPr lang="en-IN" sz="1400" dirty="0"/>
              <a:t>, while distant electrodes record a </a:t>
            </a:r>
            <a:r>
              <a:rPr lang="en-IN" sz="1400" b="1" dirty="0"/>
              <a:t>smaller signal</a:t>
            </a:r>
            <a:r>
              <a:rPr lang="en-IN" sz="1400" dirty="0"/>
              <a:t>.</a:t>
            </a:r>
          </a:p>
          <a:p>
            <a:pPr marL="288000" indent="-285750" algn="l">
              <a:spcBef>
                <a:spcPts val="600"/>
              </a:spcBef>
              <a:spcAft>
                <a:spcPts val="600"/>
              </a:spcAft>
              <a:buFont typeface="Arial" panose="020B0604020202020204" pitchFamily="34" charset="0"/>
              <a:buChar char="•"/>
            </a:pPr>
            <a:r>
              <a:rPr lang="en-IN" sz="1400" b="1" dirty="0">
                <a:highlight>
                  <a:srgbClr val="00FFFF"/>
                </a:highlight>
              </a:rPr>
              <a:t>Event-related potentials (ERPs) </a:t>
            </a:r>
            <a:r>
              <a:rPr lang="en-IN" sz="1400" dirty="0">
                <a:sym typeface="Wingdings" panose="05000000000000000000" pitchFamily="2" charset="2"/>
              </a:rPr>
              <a:t> </a:t>
            </a:r>
            <a:r>
              <a:rPr lang="en-IN" sz="1400" dirty="0"/>
              <a:t>small changes in the EEG that occur in response to a specific event or stimulus.</a:t>
            </a:r>
          </a:p>
          <a:p>
            <a:pPr marL="288000" indent="-285750" algn="l">
              <a:spcBef>
                <a:spcPts val="600"/>
              </a:spcBef>
              <a:spcAft>
                <a:spcPts val="600"/>
              </a:spcAft>
              <a:buFont typeface="Arial" panose="020B0604020202020204" pitchFamily="34" charset="0"/>
              <a:buChar char="•"/>
            </a:pPr>
            <a:r>
              <a:rPr lang="en-IN" sz="1400" dirty="0"/>
              <a:t>Commonly studied type of event-related potential </a:t>
            </a:r>
            <a:r>
              <a:rPr lang="en-IN" sz="1400" dirty="0">
                <a:sym typeface="Wingdings" panose="05000000000000000000" pitchFamily="2" charset="2"/>
              </a:rPr>
              <a:t> </a:t>
            </a:r>
            <a:r>
              <a:rPr lang="en-IN" sz="1400" b="1" dirty="0">
                <a:highlight>
                  <a:srgbClr val="00FFFF"/>
                </a:highlight>
              </a:rPr>
              <a:t>sensory evoked potential </a:t>
            </a:r>
            <a:r>
              <a:rPr lang="en-IN" sz="1400" b="1" dirty="0"/>
              <a:t>(</a:t>
            </a:r>
            <a:r>
              <a:rPr lang="en-IN" sz="1400" dirty="0"/>
              <a:t>the change in the cortical EEG signal that is </a:t>
            </a:r>
            <a:r>
              <a:rPr lang="en-IN" sz="1400" u="sng" dirty="0"/>
              <a:t>elicited by the momentary presentation of a sensory stimulus</a:t>
            </a:r>
            <a:r>
              <a:rPr lang="en-IN" sz="1400" dirty="0"/>
              <a:t>)</a:t>
            </a:r>
          </a:p>
          <a:p>
            <a:pPr marL="288000" indent="-285750" algn="l">
              <a:spcBef>
                <a:spcPts val="600"/>
              </a:spcBef>
              <a:spcAft>
                <a:spcPts val="600"/>
              </a:spcAft>
              <a:buFont typeface="Arial" panose="020B0604020202020204" pitchFamily="34" charset="0"/>
              <a:buChar char="•"/>
            </a:pPr>
            <a:r>
              <a:rPr lang="en-IN" sz="1400" dirty="0"/>
              <a:t>Cortical EEG that follows a sensory stimulus has </a:t>
            </a:r>
            <a:r>
              <a:rPr lang="en-IN" sz="1400" u="sng" dirty="0"/>
              <a:t>two components</a:t>
            </a:r>
            <a:r>
              <a:rPr lang="en-IN" sz="1400" dirty="0"/>
              <a:t>: the response to the stimulus (the signal) and the ongoing background EEG activity (the noise). </a:t>
            </a:r>
          </a:p>
          <a:p>
            <a:pPr marL="288000" indent="-285750" algn="l">
              <a:spcBef>
                <a:spcPts val="600"/>
              </a:spcBef>
              <a:spcAft>
                <a:spcPts val="600"/>
              </a:spcAft>
              <a:buFont typeface="Arial" panose="020B0604020202020204" pitchFamily="34" charset="0"/>
              <a:buChar char="•"/>
            </a:pPr>
            <a:r>
              <a:rPr lang="en-IN" sz="1400" dirty="0"/>
              <a:t>The </a:t>
            </a:r>
            <a:r>
              <a:rPr lang="en-IN" sz="1400" b="1" dirty="0"/>
              <a:t>problem in recording sensory evoked potentials </a:t>
            </a:r>
            <a:r>
              <a:rPr lang="en-IN" sz="1400" dirty="0"/>
              <a:t>is that the noise of the background EEG is often so great that the sensory evoked potential is masked. Measuring a sensory evoked potential can be like detecting a whisper at a rock concert</a:t>
            </a:r>
          </a:p>
          <a:p>
            <a:pPr marL="288000" indent="-285750" algn="l">
              <a:spcBef>
                <a:spcPts val="600"/>
              </a:spcBef>
              <a:spcAft>
                <a:spcPts val="600"/>
              </a:spcAft>
              <a:buFont typeface="Arial" panose="020B0604020202020204" pitchFamily="34" charset="0"/>
              <a:buChar char="•"/>
            </a:pPr>
            <a:r>
              <a:rPr lang="en-IN" sz="1400" dirty="0"/>
              <a:t>A </a:t>
            </a:r>
            <a:r>
              <a:rPr lang="en-IN" sz="1400" dirty="0">
                <a:highlight>
                  <a:srgbClr val="FFFF00"/>
                </a:highlight>
              </a:rPr>
              <a:t>method used to reduce the noise of the background EEG </a:t>
            </a:r>
            <a:r>
              <a:rPr lang="en-IN" sz="1400" dirty="0"/>
              <a:t>is </a:t>
            </a:r>
            <a:r>
              <a:rPr lang="en-IN" sz="1400" b="1" dirty="0">
                <a:highlight>
                  <a:srgbClr val="00FFFF"/>
                </a:highlight>
              </a:rPr>
              <a:t>signal averaging</a:t>
            </a:r>
            <a:r>
              <a:rPr lang="en-IN" sz="1400" dirty="0"/>
              <a:t>. </a:t>
            </a:r>
          </a:p>
          <a:p>
            <a:pPr marL="288000" indent="-285750" algn="l">
              <a:spcBef>
                <a:spcPts val="600"/>
              </a:spcBef>
              <a:spcAft>
                <a:spcPts val="600"/>
              </a:spcAft>
              <a:buFont typeface="Arial" panose="020B0604020202020204" pitchFamily="34" charset="0"/>
              <a:buChar char="•"/>
            </a:pPr>
            <a:r>
              <a:rPr lang="en-IN" sz="1400" dirty="0"/>
              <a:t>Analysis of </a:t>
            </a:r>
            <a:r>
              <a:rPr lang="en-IN" sz="1400" b="1" dirty="0">
                <a:highlight>
                  <a:srgbClr val="00FFFF"/>
                </a:highlight>
              </a:rPr>
              <a:t>average evoked potentials (AEPs) </a:t>
            </a:r>
            <a:r>
              <a:rPr lang="en-IN" sz="1400" dirty="0"/>
              <a:t>focuses on the various waves in the averaged signal. Each wave is characterized by its direction, positive or negative, and by its latency. </a:t>
            </a:r>
          </a:p>
          <a:p>
            <a:pPr marL="288000" indent="-285750" algn="l">
              <a:spcBef>
                <a:spcPts val="600"/>
              </a:spcBef>
              <a:spcAft>
                <a:spcPts val="600"/>
              </a:spcAft>
              <a:buFont typeface="Arial" panose="020B0604020202020204" pitchFamily="34" charset="0"/>
              <a:buChar char="•"/>
            </a:pPr>
            <a:endParaRPr lang="en-IN" sz="1400" dirty="0"/>
          </a:p>
          <a:p>
            <a:pPr marL="288000" indent="-285750" algn="l">
              <a:spcBef>
                <a:spcPts val="600"/>
              </a:spcBef>
              <a:spcAft>
                <a:spcPts val="600"/>
              </a:spcAft>
              <a:buFont typeface="Arial" panose="020B0604020202020204" pitchFamily="34" charset="0"/>
              <a:buChar char="•"/>
            </a:pPr>
            <a:endParaRPr lang="en-IN" sz="1400" dirty="0"/>
          </a:p>
          <a:p>
            <a:pPr marL="288000" lvl="0" indent="-285750" algn="l">
              <a:spcBef>
                <a:spcPts val="600"/>
              </a:spcBef>
              <a:spcAft>
                <a:spcPts val="600"/>
              </a:spcAft>
              <a:buFont typeface="Arial" panose="020B0604020202020204" pitchFamily="34" charset="0"/>
              <a:buChar char="•"/>
            </a:pPr>
            <a:endParaRPr lang="en-IN" sz="1400" dirty="0"/>
          </a:p>
        </p:txBody>
      </p:sp>
      <p:grpSp>
        <p:nvGrpSpPr>
          <p:cNvPr id="1527" name="Google Shape;1527;p56">
            <a:extLst>
              <a:ext uri="{FF2B5EF4-FFF2-40B4-BE49-F238E27FC236}">
                <a16:creationId xmlns:a16="http://schemas.microsoft.com/office/drawing/2014/main" id="{DA47147D-7D8F-A5DD-718F-8717FCD7B433}"/>
              </a:ext>
            </a:extLst>
          </p:cNvPr>
          <p:cNvGrpSpPr/>
          <p:nvPr/>
        </p:nvGrpSpPr>
        <p:grpSpPr>
          <a:xfrm rot="10800000" flipH="1">
            <a:off x="189332" y="4376024"/>
            <a:ext cx="580432" cy="615807"/>
            <a:chOff x="1795374" y="144994"/>
            <a:chExt cx="580432" cy="615807"/>
          </a:xfrm>
        </p:grpSpPr>
        <p:grpSp>
          <p:nvGrpSpPr>
            <p:cNvPr id="1528" name="Google Shape;1528;p56">
              <a:extLst>
                <a:ext uri="{FF2B5EF4-FFF2-40B4-BE49-F238E27FC236}">
                  <a16:creationId xmlns:a16="http://schemas.microsoft.com/office/drawing/2014/main" id="{0B81488B-23D2-83CB-30EE-F3FDAFADD347}"/>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C7628F7D-1F34-309F-4BF5-A23049E8E4CC}"/>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8E0E50E5-5E04-D65C-8922-5B77A38BA6E6}"/>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B2A541B7-2B70-78DF-F450-8BE07646D583}"/>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C219460E-E0D1-753A-31B9-C2157C23928F}"/>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C7B5FC09-170F-09DE-40F5-75725341FC2D}"/>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09839990-BDB2-41B4-0BBE-C8E2B289D201}"/>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299A73DD-A2CD-2A21-4610-767C8A22E67F}"/>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4D37F830-6DC6-47FA-1E06-58CF2F90CB0A}"/>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9540055B-AD1D-3473-8A8F-785C2B3DAC06}"/>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83FFA3DF-2D35-0E4F-93C1-5C6227EB2F71}"/>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143806CF-625A-81DB-41C2-DCA0C0A7DED1}"/>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B56AB1BF-2D69-C130-B137-CC8A10BFF2AE}"/>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FFE59074-20D7-1E88-022F-D8CA8ED5AA3D}"/>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D7F55AC1-A9C0-3AEC-44AE-AABF44878416}"/>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79DFB98B-5034-7075-0E7D-37599D6D1C6D}"/>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5F2A7608-E21D-9D8B-8EC9-E02B72966C19}"/>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A8857563-37F6-A1C5-180D-CCE1265FD6AF}"/>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0971368C-1336-B4FA-1646-EC8E5D7BE2A9}"/>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309C426A-B4FC-0F09-1DA4-E3192CB7378F}"/>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4C707BEB-64A2-C0DA-7587-DC23ACF64FF1}"/>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1CBA873A-9553-34F6-6945-C4518B88A2F1}"/>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1FB88830-10EA-17E6-70BE-9EB95276A678}"/>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D5D2DB48-E229-6CC5-7D09-89390FDCBF19}"/>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DEA3B41C-6F17-BCC6-203D-FC3815A1109D}"/>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EA944900-EDF0-85D7-C1E2-06D49A1F19BA}"/>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D57BA736-1D03-AE04-D120-DA2388889442}"/>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6C3FE4AC-5CF2-57F5-6DDB-807C10383DB7}"/>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5944689F-351F-0E48-47E6-068AD20CD46D}"/>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DC484688-36A0-74FB-EC55-A53A4E7E08BF}"/>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25C9F45F-00C1-0962-F42C-A1605CD60554}"/>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4AB20AE7-6ADD-4BA9-9477-2192CF1152D5}"/>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701E7B04-3B95-2440-3215-972D1A6BE6D0}"/>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EFFFC9DA-648E-5050-E1AF-4ED425C2AFB5}"/>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4BA416FB-0642-34CC-3FB4-A3D33784D079}"/>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4F49002F-BEEB-3923-0894-9616526D0380}"/>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C836A5AD-9F32-C318-EA23-5225F7B04B14}"/>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95556C65-4839-3C63-33E4-AABBB7980CEA}"/>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CB760E6E-C8DE-CEC6-D685-C4D5968D5CE8}"/>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7370AB32-1CAA-6C28-AAFB-7D0E0A1AF0DB}"/>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EB0909F6-6CC1-9BC5-6165-09D004DF9A20}"/>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F0E3F826-69C4-0D97-0075-A19B520FE3EB}"/>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40C88394-1871-4594-B4D3-BA7805624450}"/>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CE3400ED-13F1-F314-E2A9-4302DC7B13DC}"/>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4428664B-634E-748A-1360-5243607EC37F}"/>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30D61BFA-28E4-9772-FA84-A5CFDCE4C58E}"/>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0592B2A3-E9BF-4F1E-DA67-BD4D873E3BD9}"/>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7235ACBC-3C41-141B-50DD-4B78D6F79DA1}"/>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914158E8-72A4-5304-B3D9-1E1B3792D9F3}"/>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CC4FA01B-A05D-F318-255A-176EA10A6358}"/>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8162CA87-DECF-7140-A440-C45C5FDFEB02}"/>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C0F140FD-DF56-C9E9-2525-9F611FC1A59F}"/>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C126B763-04F5-E10A-3B8F-4D341C59F105}"/>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3260D617-760B-695B-FC8A-E7E885FEEFED}"/>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9C998714-5316-7BD7-8B1E-ECBA219FDC00}"/>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1CBE0884-3F29-E253-4AA3-8026F10D0895}"/>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13EAC3F7-4E54-7564-6C80-67BA667B63A7}"/>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21E60815-CA96-31CD-E9B5-AEB9C35A509B}"/>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38844E4D-5956-31A1-2495-CA462E199205}"/>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40F75381-F121-F95C-C5C3-359D37D8BB4C}"/>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B7A99473-1145-7A5D-A5A0-26D6BF2E3FAD}"/>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87C26F46-4D97-D2D1-7CFE-3A6D30867275}"/>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DDE57E88-8752-5A15-2A05-E84C6026923D}"/>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2193FC98-2A07-90B8-B84D-43F12C08E31A}"/>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2AFB9596-2728-4040-7502-0DAD6267A881}"/>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8D79E5D0-86D3-1A3A-3066-F17208F5A9FC}"/>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DC05A7E2-0B5E-4517-4012-70CF17C2E29A}"/>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5A0D8AFD-5474-5CB0-5F5F-D731ED104BCB}"/>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8CED9B43-BF5F-A500-D917-64194F829B99}"/>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ADAB775B-326D-D58C-FDA9-A94228024758}"/>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FD056C2B-3B49-7355-5A80-F91B95424F46}"/>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F0C70DB6-887B-34EC-3549-15284102EF76}"/>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63F552F4-636D-CBF0-978F-E7CC0840D277}"/>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3DF08783-3593-2A4A-6651-D755CCD61494}"/>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596AC521-746E-B8C2-73D4-F0806B7C7E28}"/>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CAFDA324-B0B2-517B-A74D-90693976C848}"/>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B3347B53-CC10-B6D7-6915-5DCA113CCBD3}"/>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7E1F6519-5CC1-5DC4-0593-F51387700C83}"/>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7AEE6C67-BB79-700B-E79C-8268CF0002E8}"/>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1D21F370-17E6-9954-F7C0-F96CE73A4C97}"/>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DB36E7C1-E9FB-0DA7-AE89-D7E2F88391A3}"/>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1BEB4DCA-90CF-9367-9135-5D80518DE071}"/>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EDA28CE0-23E2-EEC0-88BE-364AF114C899}"/>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AD15CC97-B1D9-46D4-9610-4DF886B0B98A}"/>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7C0675C1-3600-CB93-7291-F9C4F5D5FC34}"/>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85923702-9111-2A3E-426D-32E7F9FC0C7F}"/>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C1720D07-7C8C-2602-7A0A-3E3B8666B2F2}"/>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2624F191-7BD1-07E6-76DD-84962E745603}"/>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C76F3AE6-535F-AB8E-1B9C-572AC2D9CEF1}"/>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0C633318-80C7-162B-A761-5ECDA5F9438D}"/>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C3A84F9B-5BE3-2892-AF3A-8BA817E0103A}"/>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A6E8C813-C974-7DE5-9580-DFC226E5B0C8}"/>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A8E06886-F82D-A441-BD43-F442C66DEBA2}"/>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41166595-27A6-F860-3109-670728E16440}"/>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CAEFB501-8F99-5DB1-245F-DA55B5BE7AEA}"/>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26C959C5-3544-1628-885B-D655BC96EFAB}"/>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8829A81B-EB7B-2C2F-EEB9-C4ACC2C23E11}"/>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1EFD9D19-EA8D-A826-E88D-5F1169D77F27}"/>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790EF4DB-A01D-FAAA-A5F3-51F663ECED28}"/>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D8D3FA38-DD2C-174B-37A8-E38364282A81}"/>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CBB51625-08F3-43CB-CD3A-AFFFFAB6C0C5}"/>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74CE3643-2E8B-DFF2-D23F-F9BDDB618CE7}"/>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A5DA61DA-2E46-03C0-1300-AEF32AFAA476}"/>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E4CCD0BC-20F1-29BE-459C-38A245EDF9F3}"/>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C21FAE1D-C323-15B5-E2D2-E89A1E727471}"/>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3BB8ECE9-62C9-3E1E-539E-88A21E685242}"/>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C8655DAA-31A8-7739-C288-4195022AB3A8}"/>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4DF9D8AF-DB13-5038-E797-CD70A8E1C3D6}"/>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7D175A10-C695-780A-B263-7C55200A8DBB}"/>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87924AE3-B984-0013-0521-0222476722ED}"/>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34D507AC-B82E-C618-D921-6EDE1333BDD8}"/>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E6EB6153-EC91-3AF2-A000-AA58B943BF58}"/>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18EECDBA-8E59-70CF-F0BB-C34293C4586D}"/>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EECE13A7-48D9-810D-4339-DAFC494C72F2}"/>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1579D484-F70F-0D4E-C63F-18F5B9376EAC}"/>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BE140DEF-F9FD-5868-2A0A-C7856CD5F43D}"/>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C0074EC6-6858-130F-4E89-6DA679C3F9BE}"/>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B8A85808-D469-616A-FB91-6FAAB59E208C}"/>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87758BAB-AE39-0F30-C2B7-0AE4DF23BB7C}"/>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4AD82833-72AE-9278-B545-367499014855}"/>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56B8DA7A-2BDE-4A21-801A-6E8037F2C9BD}"/>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D83CC191-D65C-280D-FC32-6EBF580F6BD4}"/>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A86CA841-E2B1-B9BD-1666-C706963E0F28}"/>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07898398-86E4-0A03-9116-63D4B3C2B8D8}"/>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4B3A65E5-5A72-02EE-1A6B-CA43E51C60BE}"/>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CDCA3DC1-E8F8-5CC6-9B79-7D27DED75542}"/>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1C23FFC9-0F82-143D-7257-927D7FC7083F}"/>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cxnSp>
        <p:nvCxnSpPr>
          <p:cNvPr id="1655" name="Google Shape;1655;p56">
            <a:extLst>
              <a:ext uri="{FF2B5EF4-FFF2-40B4-BE49-F238E27FC236}">
                <a16:creationId xmlns:a16="http://schemas.microsoft.com/office/drawing/2014/main" id="{81A1996B-CB7B-1431-E6C7-F4C470583E61}"/>
              </a:ext>
            </a:extLst>
          </p:cNvPr>
          <p:cNvCxnSpPr>
            <a:cxnSpLocks/>
          </p:cNvCxnSpPr>
          <p:nvPr/>
        </p:nvCxnSpPr>
        <p:spPr>
          <a:xfrm>
            <a:off x="2746266" y="674876"/>
            <a:ext cx="3989269" cy="0"/>
          </a:xfrm>
          <a:prstGeom prst="straightConnector1">
            <a:avLst/>
          </a:prstGeom>
          <a:noFill/>
          <a:ln w="38100" cap="flat" cmpd="sng">
            <a:solidFill>
              <a:schemeClr val="accent6"/>
            </a:solidFill>
            <a:prstDash val="solid"/>
            <a:round/>
            <a:headEnd type="none" w="med" len="med"/>
            <a:tailEnd type="none" w="med" len="med"/>
          </a:ln>
        </p:spPr>
      </p:cxnSp>
    </p:spTree>
    <p:extLst>
      <p:ext uri="{BB962C8B-B14F-4D97-AF65-F5344CB8AC3E}">
        <p14:creationId xmlns:p14="http://schemas.microsoft.com/office/powerpoint/2010/main" val="2396127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4B196D9C-B952-EF4B-1AF1-9642E63CEB9C}"/>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D90E0826-A986-F7FA-4F0B-07699E936DB6}"/>
              </a:ext>
            </a:extLst>
          </p:cNvPr>
          <p:cNvSpPr txBox="1">
            <a:spLocks noGrp="1"/>
          </p:cNvSpPr>
          <p:nvPr>
            <p:ph type="title"/>
          </p:nvPr>
        </p:nvSpPr>
        <p:spPr>
          <a:xfrm>
            <a:off x="2014754" y="228818"/>
            <a:ext cx="5489036" cy="457667"/>
          </a:xfrm>
          <a:prstGeom prst="rect">
            <a:avLst/>
          </a:prstGeom>
        </p:spPr>
        <p:txBody>
          <a:bodyPr spcFirstLastPara="1" wrap="square" lIns="91425" tIns="91425" rIns="91425" bIns="91425" anchor="b" anchorCtr="0">
            <a:noAutofit/>
          </a:bodyPr>
          <a:lstStyle/>
          <a:p>
            <a:pPr lvl="0" algn="ctr"/>
            <a:r>
              <a:rPr lang="en-IN" sz="2000" dirty="0">
                <a:solidFill>
                  <a:srgbClr val="FF0000"/>
                </a:solidFill>
              </a:rPr>
              <a:t>Muscle Tension</a:t>
            </a:r>
            <a:endParaRPr sz="2000" dirty="0">
              <a:solidFill>
                <a:srgbClr val="FF0000"/>
              </a:solidFill>
            </a:endParaRPr>
          </a:p>
        </p:txBody>
      </p:sp>
      <p:sp>
        <p:nvSpPr>
          <p:cNvPr id="1526" name="Google Shape;1526;p56">
            <a:extLst>
              <a:ext uri="{FF2B5EF4-FFF2-40B4-BE49-F238E27FC236}">
                <a16:creationId xmlns:a16="http://schemas.microsoft.com/office/drawing/2014/main" id="{EB77CF16-4CFA-6EEA-EE00-430649CE7A7C}"/>
              </a:ext>
            </a:extLst>
          </p:cNvPr>
          <p:cNvSpPr txBox="1">
            <a:spLocks noGrp="1"/>
          </p:cNvSpPr>
          <p:nvPr>
            <p:ph type="subTitle" idx="1"/>
          </p:nvPr>
        </p:nvSpPr>
        <p:spPr>
          <a:xfrm>
            <a:off x="167044" y="704452"/>
            <a:ext cx="5447824" cy="3975977"/>
          </a:xfrm>
          <a:prstGeom prst="rect">
            <a:avLst/>
          </a:prstGeom>
        </p:spPr>
        <p:txBody>
          <a:bodyPr spcFirstLastPara="1" wrap="square" lIns="91425" tIns="91425" rIns="91425" bIns="91425" anchor="t" anchorCtr="0">
            <a:noAutofit/>
          </a:bodyPr>
          <a:lstStyle/>
          <a:p>
            <a:pPr marL="288000" lvl="0" indent="-285750" algn="l">
              <a:spcBef>
                <a:spcPts val="600"/>
              </a:spcBef>
              <a:spcAft>
                <a:spcPts val="600"/>
              </a:spcAft>
              <a:buFont typeface="Arial" panose="020B0604020202020204" pitchFamily="34" charset="0"/>
              <a:buChar char="•"/>
            </a:pPr>
            <a:r>
              <a:rPr lang="en-IN" sz="1400" b="1" dirty="0"/>
              <a:t>Electromyography</a:t>
            </a:r>
            <a:r>
              <a:rPr lang="en-IN" sz="1400" dirty="0"/>
              <a:t> is the usual procedure for measuring muscle tension. </a:t>
            </a:r>
          </a:p>
          <a:p>
            <a:pPr marL="288000" lvl="0" indent="-285750" algn="l">
              <a:spcBef>
                <a:spcPts val="600"/>
              </a:spcBef>
              <a:spcAft>
                <a:spcPts val="600"/>
              </a:spcAft>
              <a:buFont typeface="Arial" panose="020B0604020202020204" pitchFamily="34" charset="0"/>
              <a:buChar char="•"/>
            </a:pPr>
            <a:r>
              <a:rPr lang="en-IN" sz="1400" dirty="0"/>
              <a:t>The resulting record is called an </a:t>
            </a:r>
            <a:r>
              <a:rPr lang="en-IN" sz="1400" b="1" dirty="0"/>
              <a:t>electromyogram (EMG). </a:t>
            </a:r>
          </a:p>
          <a:p>
            <a:pPr marL="288000" lvl="0" indent="-285750" algn="l">
              <a:spcBef>
                <a:spcPts val="600"/>
              </a:spcBef>
              <a:spcAft>
                <a:spcPts val="600"/>
              </a:spcAft>
              <a:buFont typeface="Arial" panose="020B0604020202020204" pitchFamily="34" charset="0"/>
              <a:buChar char="•"/>
            </a:pPr>
            <a:r>
              <a:rPr lang="en-IN" sz="1400" dirty="0"/>
              <a:t>EMG activity is </a:t>
            </a:r>
            <a:r>
              <a:rPr lang="en-IN" sz="1400" dirty="0">
                <a:highlight>
                  <a:srgbClr val="FFFF00"/>
                </a:highlight>
              </a:rPr>
              <a:t>usually recorded between two electrodes taped to the surface of the skin over the muscle of interest</a:t>
            </a:r>
            <a:r>
              <a:rPr lang="en-IN" sz="1400" dirty="0"/>
              <a:t>. </a:t>
            </a:r>
          </a:p>
          <a:p>
            <a:pPr marL="288000" lvl="0" indent="-285750" algn="l">
              <a:spcBef>
                <a:spcPts val="600"/>
              </a:spcBef>
              <a:spcAft>
                <a:spcPts val="600"/>
              </a:spcAft>
              <a:buFont typeface="Arial" panose="020B0604020202020204" pitchFamily="34" charset="0"/>
              <a:buChar char="•"/>
            </a:pPr>
            <a:r>
              <a:rPr lang="en-IN" sz="1400" dirty="0">
                <a:highlight>
                  <a:srgbClr val="FFFF00"/>
                </a:highlight>
              </a:rPr>
              <a:t>Most psychophysiologists do not work with raw EMG signals</a:t>
            </a:r>
            <a:r>
              <a:rPr lang="en-IN" sz="1400" dirty="0"/>
              <a:t>; they convert them to a more workable form. </a:t>
            </a:r>
          </a:p>
          <a:p>
            <a:pPr marL="288000" lvl="0" indent="-285750" algn="l">
              <a:spcBef>
                <a:spcPts val="600"/>
              </a:spcBef>
              <a:spcAft>
                <a:spcPts val="600"/>
              </a:spcAft>
              <a:buFont typeface="Arial" panose="020B0604020202020204" pitchFamily="34" charset="0"/>
              <a:buChar char="•"/>
            </a:pPr>
            <a:r>
              <a:rPr lang="en-IN" sz="1400" dirty="0"/>
              <a:t>The raw signal is fed into a computer that calculates the total amount of EMG spiking per unit of time in consecutive 0.1-second intervals, for example. </a:t>
            </a:r>
          </a:p>
          <a:p>
            <a:pPr marL="288000" lvl="0" indent="-285750" algn="l">
              <a:spcBef>
                <a:spcPts val="600"/>
              </a:spcBef>
              <a:spcAft>
                <a:spcPts val="600"/>
              </a:spcAft>
              <a:buFont typeface="Arial" panose="020B0604020202020204" pitchFamily="34" charset="0"/>
              <a:buChar char="•"/>
            </a:pPr>
            <a:r>
              <a:rPr lang="en-IN" sz="1400" dirty="0"/>
              <a:t>The </a:t>
            </a:r>
            <a:r>
              <a:rPr lang="en-IN" sz="1400" b="1" dirty="0">
                <a:highlight>
                  <a:srgbClr val="FFFF00"/>
                </a:highlight>
              </a:rPr>
              <a:t>integrated signal </a:t>
            </a:r>
            <a:r>
              <a:rPr lang="en-IN" sz="1400" dirty="0"/>
              <a:t>(i.e., the total EMG activity per unit of time) is then plotted. The result is a smooth curve, the amplitude of which is a simple, continuous measure of the level of muscle tension</a:t>
            </a:r>
          </a:p>
        </p:txBody>
      </p:sp>
      <p:grpSp>
        <p:nvGrpSpPr>
          <p:cNvPr id="1527" name="Google Shape;1527;p56">
            <a:extLst>
              <a:ext uri="{FF2B5EF4-FFF2-40B4-BE49-F238E27FC236}">
                <a16:creationId xmlns:a16="http://schemas.microsoft.com/office/drawing/2014/main" id="{09A8C8C5-9EE8-2DE5-DC66-9F8884FE137A}"/>
              </a:ext>
            </a:extLst>
          </p:cNvPr>
          <p:cNvGrpSpPr/>
          <p:nvPr/>
        </p:nvGrpSpPr>
        <p:grpSpPr>
          <a:xfrm rot="10800000" flipH="1">
            <a:off x="189332" y="4376024"/>
            <a:ext cx="580432" cy="615807"/>
            <a:chOff x="1795374" y="144994"/>
            <a:chExt cx="580432" cy="615807"/>
          </a:xfrm>
        </p:grpSpPr>
        <p:grpSp>
          <p:nvGrpSpPr>
            <p:cNvPr id="1528" name="Google Shape;1528;p56">
              <a:extLst>
                <a:ext uri="{FF2B5EF4-FFF2-40B4-BE49-F238E27FC236}">
                  <a16:creationId xmlns:a16="http://schemas.microsoft.com/office/drawing/2014/main" id="{9EA5A46A-DA68-4F9D-AFEE-97A30F9F8D67}"/>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BC8B3539-82DC-6384-0798-6048907EF892}"/>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97571B5A-785D-9B64-06FA-BB99A301DEBD}"/>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9E48FE41-555F-F343-744A-87E7F31792B3}"/>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C7A6BCA9-EB83-2F9F-C9A2-B85766D99D5B}"/>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756463CD-630F-E9A8-16A5-68A159B904F6}"/>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B5B56B9D-EB90-870B-F77F-979FF67C18E1}"/>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023D92ED-760A-6436-8E42-DB5396BEADFD}"/>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5A8BFEC9-FEBB-E14D-1BE7-5A65956479AD}"/>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0F1F788C-C8EA-29FB-56FC-A3CD299E2A68}"/>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C33BBE4B-0FAA-B3C5-7EA2-83764AF2D6DA}"/>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D06A5ABC-A1BA-E253-A1F0-71A148D3F25C}"/>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EA326196-9397-C1DE-6BB9-84B33B9B1AB9}"/>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6AD6F5F6-EC22-E4EE-3029-4FD99EEFE75F}"/>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88C480F7-F90B-60DD-8BB2-C5DEC5ED0BD2}"/>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2348AA89-94E0-7943-4166-D47239DB559D}"/>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8BE8A3E1-901F-E37D-051C-59FCFDB7DA42}"/>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4005B612-2CDA-9B0E-1F71-D50A2DD86986}"/>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2F1E697B-599A-D72B-010C-F0662A6916ED}"/>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C5EC1B70-AA70-FA8C-E95F-5BC3D7896240}"/>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890CD560-DB98-C99D-C109-117BC98DB84A}"/>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072DAD1B-8498-2D23-4D5F-B87C020EAA15}"/>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CA31D6A3-D34A-B843-4EFE-F308F14181C6}"/>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7238DCD5-3D80-E611-0C88-43C01DED4C85}"/>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5BAB68C4-88AE-00FE-B0E5-E6BD31EE40FB}"/>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8D5B69A1-1E22-EAFB-9C1B-E69E72CB9490}"/>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73DD1F16-3A73-ECA9-CE16-691236ED1EDB}"/>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AEB7270D-A1A0-BD92-ED0E-90C52CEF9DE5}"/>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EC392B8F-E6E0-C7A3-FFAE-61FF7C71087A}"/>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CAFD2BBA-80E9-76A1-1DBB-8465855971F9}"/>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8CD5AA40-9087-F1DE-D643-892EFDC78EEE}"/>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E6EE5D50-1A6C-1FD9-8539-7E3601E44A0E}"/>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1CF4F725-2C77-C83E-E1A6-D952B4F1BCAA}"/>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67D364C8-A16B-5705-B419-636EDDF8EFC7}"/>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A6AC4AE0-AB78-0932-5E6B-B2E16B3E83E7}"/>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A7B7DC16-AC39-AD8F-5B0A-A353170C740A}"/>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5B176132-0E9B-D2FA-7AF4-FD9C60616B2A}"/>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20CADF69-F2B5-7BE8-5ECE-F3C733B970FD}"/>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D12E34E8-8C04-ECA6-11FB-7B834323C3ED}"/>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6B787A19-FDB8-EBD4-C698-8B054C005610}"/>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D8CDFFE4-F349-8432-17F9-FFB2AE97D264}"/>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5AF84BF1-2258-5433-EC50-B72B1192F549}"/>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60B7D96B-356E-4951-A4D9-7DDE1CE662BE}"/>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F73D7694-B84F-0C64-B5A9-14D0C2FFC7AE}"/>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A5F24301-7B16-45C8-8007-2C6991641E3F}"/>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422B4C8C-A639-E214-1E21-EBB35962ECA4}"/>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0FDF5F63-0A9B-2A7E-E191-8F7AF0A8542E}"/>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A490AC99-328B-E6FE-34F0-8FCBB8945A32}"/>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F296DC57-FD68-3BFA-A9C8-24D6281273BC}"/>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8AD4D681-990A-E627-5D31-B35F3A2C8D7F}"/>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F608B836-C16B-420F-04FE-293B68053F21}"/>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B9B4AD9B-08BC-815D-3A23-9337620F08FF}"/>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5CA74BE1-B5E3-495E-915F-92DC9132005A}"/>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407DC027-69E4-FBF6-4AE1-D4DECDF86FDA}"/>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D0A9726C-79CD-2D3D-2758-19095EF160CA}"/>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96BB4575-D5C4-FDB8-3B95-61BF0B315989}"/>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E6D131C3-F068-16E8-D507-6E1FA89F7443}"/>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C7DCA93E-6F79-004A-7108-7455C751076D}"/>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4F25B4C2-95FC-06AC-F827-0C94711A38B0}"/>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FE758530-AF24-34BB-0928-378893C82A57}"/>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FA443F2B-02FA-C75C-1C08-2D71FB9273DE}"/>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3EF3D747-07E0-AD23-44DC-B6AA2A3DFE73}"/>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72F35A1D-4BA6-BA54-9318-9F461D26198F}"/>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59F7517E-89A9-69CC-942A-157F3229D2C8}"/>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D0A4D8AE-6EED-DB26-2F73-B13F8757BC18}"/>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92A995B5-654C-A7CD-BA32-AFF2F5A8B76C}"/>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4992A7CD-E5CD-C414-12B0-F30E8C91B002}"/>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C40F4C9A-F9E9-3203-7CD4-FE46C850CCA9}"/>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BF32107B-F8BF-1880-7926-F22390BE8C44}"/>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D06630CD-99B3-77E7-0FEC-5B3E147D4C6C}"/>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C4830BC5-62B0-9466-F7B6-AA682D3C6576}"/>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E0E0B3F4-46F8-6E74-F942-302E34077ACD}"/>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C72DECA4-9E2E-617B-F66A-8D0F3A5DD380}"/>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0FEB9C6F-2090-9E7D-7D21-1F34F4217FDC}"/>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AC2975DA-3615-7C70-08B1-F295778F843E}"/>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1F0C90B2-2A90-7523-3EF8-B7486C5AF417}"/>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3E9FE2F2-440D-0179-2B01-BAF8272C7E1D}"/>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9334A455-3928-45F9-0C1F-FE37FEF8A61F}"/>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8FECA3F4-16CC-5EEF-AE95-964E3A24F5A4}"/>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B6C76084-62E1-D385-A33A-C80FDE72EACC}"/>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9F5BFD4F-15BD-78DD-C172-2FA834A0A173}"/>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5DBF54E2-76D8-CBAC-5212-B2B5BE0B58C4}"/>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3874E3F1-EACB-8F18-6628-4CEE621180D9}"/>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15D5A73E-DA38-AD63-C0DB-87FA3B77F851}"/>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8CEECDC0-D0C0-E8E7-7D66-0D3697F352FB}"/>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918B0672-8AE9-149E-1170-BE932ED5B156}"/>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A5FB9A11-B282-CE49-A88A-DDAC146D87FB}"/>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18CD6A8F-05DB-F066-2887-7215FF1D81D0}"/>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ACFFD7E6-0CDC-54EB-78F3-BD991E08D521}"/>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67BF4D13-5C96-017F-682C-4A5CDC2280E4}"/>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5D5C1CF6-F1AC-F447-4125-5FF8084C4590}"/>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FD1521E8-B0CC-8ED0-C297-11D28FCB7843}"/>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FE3E807C-396C-F852-FFB6-4D7BC25B2E04}"/>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5235BF96-0AC0-0C6C-CB5C-2C8DC8A37BC4}"/>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662CCF17-D257-19E9-D1DA-BA5AF93F3EC4}"/>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F34455CC-3449-ED24-043A-D508E663F327}"/>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84492633-7B7A-36BD-63AE-4882B6B7830D}"/>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97BC99D4-4C09-ED2D-BDE0-8EA1E993F4A1}"/>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6683450D-BADF-DD4C-B37E-4D22FF6EED50}"/>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AB65D19A-3A08-7576-ECEC-95DB5610BE1E}"/>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95763A4C-39B4-E481-2F88-76653BF5CCFA}"/>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746040CB-EF15-634B-A7D9-0F2CDA9B454D}"/>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4708B84E-624F-90A3-E574-FD7A653E2643}"/>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914182D7-6724-20A7-A330-587AA9C72AE0}"/>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39BC2A6C-E948-E03D-0BF7-2581EA6A7EFF}"/>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418A0EE5-AF58-CC8B-539A-A912789C2A63}"/>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280746D5-495F-8330-BCB3-677970B6EE51}"/>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B6AFD13D-68AE-2D90-A29B-B7905A9B73C4}"/>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266296D3-723E-8368-5FA7-CE38FDDB074F}"/>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A68C845E-C1EE-984C-FC20-FCCC8B775297}"/>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F2575553-4583-B7FF-A1BE-AC061D483863}"/>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D237EF02-2BCA-0142-472E-972D8804B281}"/>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9961A3C9-4EDA-FC60-6B51-A530E9A00F0C}"/>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125A4B02-CA7C-328E-8458-63136E50019E}"/>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BFD072E6-EBF1-5291-BCCE-7B05EC032DA3}"/>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BC286C31-00E5-7EE7-D2CF-EA5F95F23778}"/>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52E28EC0-AD21-439B-DEA3-97475AAA3567}"/>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D4DDD560-94CB-6205-1995-F43307DD0414}"/>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AF0F77B5-17C8-15F9-6FBE-D7C72C9B7B19}"/>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21FF63DF-4C8D-65F8-FD03-6CB18F330705}"/>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F0F1F345-5F0F-9A3F-3279-5F1E47E7E1BC}"/>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3934F942-3E5E-CC94-B5BF-22D7FEEB05A8}"/>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FBB0E0FE-655F-DEF7-F968-72A494A63910}"/>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75053FFC-D5F1-80AA-48FD-00F57168D983}"/>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03971AD1-9BB9-C84F-E756-DAB30D97FDE1}"/>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1018B1BA-7055-1FB9-37D3-B9879EE2782B}"/>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756D7CF4-4B7F-9719-F463-7716C9116001}"/>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cxnSp>
        <p:nvCxnSpPr>
          <p:cNvPr id="1655" name="Google Shape;1655;p56">
            <a:extLst>
              <a:ext uri="{FF2B5EF4-FFF2-40B4-BE49-F238E27FC236}">
                <a16:creationId xmlns:a16="http://schemas.microsoft.com/office/drawing/2014/main" id="{B43B5BFF-6D37-7D77-FD29-247FE938E847}"/>
              </a:ext>
            </a:extLst>
          </p:cNvPr>
          <p:cNvCxnSpPr>
            <a:cxnSpLocks/>
          </p:cNvCxnSpPr>
          <p:nvPr/>
        </p:nvCxnSpPr>
        <p:spPr>
          <a:xfrm>
            <a:off x="3807624" y="603965"/>
            <a:ext cx="1915540" cy="0"/>
          </a:xfrm>
          <a:prstGeom prst="straightConnector1">
            <a:avLst/>
          </a:prstGeom>
          <a:noFill/>
          <a:ln w="38100" cap="flat" cmpd="sng">
            <a:solidFill>
              <a:schemeClr val="accent6"/>
            </a:solidFill>
            <a:prstDash val="solid"/>
            <a:round/>
            <a:headEnd type="none" w="med" len="med"/>
            <a:tailEnd type="none" w="med" len="med"/>
          </a:ln>
        </p:spPr>
      </p:cxnSp>
      <p:pic>
        <p:nvPicPr>
          <p:cNvPr id="2" name="Picture 1" descr="How to Make Sense of Your EMG and NCS Test Results">
            <a:extLst>
              <a:ext uri="{FF2B5EF4-FFF2-40B4-BE49-F238E27FC236}">
                <a16:creationId xmlns:a16="http://schemas.microsoft.com/office/drawing/2014/main" id="{2F28A028-A83E-E54C-F34C-B5AFD19A80F0}"/>
              </a:ext>
            </a:extLst>
          </p:cNvPr>
          <p:cNvPicPr>
            <a:picLocks noChangeAspect="1"/>
          </p:cNvPicPr>
          <p:nvPr/>
        </p:nvPicPr>
        <p:blipFill>
          <a:blip r:embed="rId3"/>
          <a:stretch>
            <a:fillRect/>
          </a:stretch>
        </p:blipFill>
        <p:spPr>
          <a:xfrm>
            <a:off x="5820024" y="2878989"/>
            <a:ext cx="3044259" cy="2029506"/>
          </a:xfrm>
          <a:prstGeom prst="rect">
            <a:avLst/>
          </a:prstGeom>
        </p:spPr>
      </p:pic>
      <p:pic>
        <p:nvPicPr>
          <p:cNvPr id="3" name="Picture 2" descr="EMG (Electromyography): What It Is, Purpose, Procedure &amp; Results">
            <a:extLst>
              <a:ext uri="{FF2B5EF4-FFF2-40B4-BE49-F238E27FC236}">
                <a16:creationId xmlns:a16="http://schemas.microsoft.com/office/drawing/2014/main" id="{0178C439-7DD7-DDDC-05DC-5365072F8C7A}"/>
              </a:ext>
            </a:extLst>
          </p:cNvPr>
          <p:cNvPicPr>
            <a:picLocks noChangeAspect="1"/>
          </p:cNvPicPr>
          <p:nvPr/>
        </p:nvPicPr>
        <p:blipFill>
          <a:blip r:embed="rId4"/>
          <a:stretch>
            <a:fillRect/>
          </a:stretch>
        </p:blipFill>
        <p:spPr>
          <a:xfrm>
            <a:off x="6147357" y="180213"/>
            <a:ext cx="2246746" cy="2628693"/>
          </a:xfrm>
          <a:prstGeom prst="rect">
            <a:avLst/>
          </a:prstGeom>
        </p:spPr>
      </p:pic>
    </p:spTree>
    <p:extLst>
      <p:ext uri="{BB962C8B-B14F-4D97-AF65-F5344CB8AC3E}">
        <p14:creationId xmlns:p14="http://schemas.microsoft.com/office/powerpoint/2010/main" val="3399951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6F78DA37-220B-74F6-5628-591F3B611495}"/>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77EBA9BA-092B-2E78-2112-D2B58231FBBE}"/>
              </a:ext>
            </a:extLst>
          </p:cNvPr>
          <p:cNvSpPr txBox="1">
            <a:spLocks noGrp="1"/>
          </p:cNvSpPr>
          <p:nvPr>
            <p:ph type="title"/>
          </p:nvPr>
        </p:nvSpPr>
        <p:spPr>
          <a:xfrm>
            <a:off x="2014754" y="228818"/>
            <a:ext cx="5489036" cy="457667"/>
          </a:xfrm>
          <a:prstGeom prst="rect">
            <a:avLst/>
          </a:prstGeom>
        </p:spPr>
        <p:txBody>
          <a:bodyPr spcFirstLastPara="1" wrap="square" lIns="91425" tIns="91425" rIns="91425" bIns="91425" anchor="b" anchorCtr="0">
            <a:noAutofit/>
          </a:bodyPr>
          <a:lstStyle/>
          <a:p>
            <a:pPr lvl="0" algn="ctr"/>
            <a:r>
              <a:rPr lang="en-IN" sz="2000" dirty="0">
                <a:solidFill>
                  <a:srgbClr val="FF0000"/>
                </a:solidFill>
              </a:rPr>
              <a:t>Eye Movement </a:t>
            </a:r>
            <a:endParaRPr sz="2000" dirty="0">
              <a:solidFill>
                <a:srgbClr val="FF0000"/>
              </a:solidFill>
            </a:endParaRPr>
          </a:p>
        </p:txBody>
      </p:sp>
      <p:sp>
        <p:nvSpPr>
          <p:cNvPr id="1526" name="Google Shape;1526;p56">
            <a:extLst>
              <a:ext uri="{FF2B5EF4-FFF2-40B4-BE49-F238E27FC236}">
                <a16:creationId xmlns:a16="http://schemas.microsoft.com/office/drawing/2014/main" id="{D24A8C39-9E8F-5ECA-A2F7-FFA5CC4FBC6A}"/>
              </a:ext>
            </a:extLst>
          </p:cNvPr>
          <p:cNvSpPr txBox="1">
            <a:spLocks noGrp="1"/>
          </p:cNvSpPr>
          <p:nvPr>
            <p:ph type="subTitle" idx="1"/>
          </p:nvPr>
        </p:nvSpPr>
        <p:spPr>
          <a:xfrm>
            <a:off x="167044" y="704452"/>
            <a:ext cx="5679554" cy="3975977"/>
          </a:xfrm>
          <a:prstGeom prst="rect">
            <a:avLst/>
          </a:prstGeom>
        </p:spPr>
        <p:txBody>
          <a:bodyPr spcFirstLastPara="1" wrap="square" lIns="91425" tIns="91425" rIns="91425" bIns="91425" anchor="t" anchorCtr="0">
            <a:noAutofit/>
          </a:bodyPr>
          <a:lstStyle/>
          <a:p>
            <a:pPr marL="288000" lvl="0" indent="-285750" algn="l">
              <a:spcBef>
                <a:spcPts val="600"/>
              </a:spcBef>
              <a:spcAft>
                <a:spcPts val="600"/>
              </a:spcAft>
              <a:buFont typeface="Arial" panose="020B0604020202020204" pitchFamily="34" charset="0"/>
              <a:buChar char="•"/>
            </a:pPr>
            <a:r>
              <a:rPr lang="en-IN" sz="1400" dirty="0"/>
              <a:t>The electrophysiological technique for recording eye movements is called </a:t>
            </a:r>
            <a:r>
              <a:rPr lang="en-IN" sz="1400" b="1" dirty="0"/>
              <a:t>electrooculography </a:t>
            </a:r>
            <a:r>
              <a:rPr lang="en-IN" sz="1400" dirty="0"/>
              <a:t>and the resulting record is called an </a:t>
            </a:r>
            <a:r>
              <a:rPr lang="en-IN" sz="1400" b="1" dirty="0"/>
              <a:t>electrooculogram (EOG). </a:t>
            </a:r>
          </a:p>
          <a:p>
            <a:pPr marL="288000" lvl="0" indent="-285750" algn="l">
              <a:spcBef>
                <a:spcPts val="600"/>
              </a:spcBef>
              <a:spcAft>
                <a:spcPts val="600"/>
              </a:spcAft>
              <a:buFont typeface="Arial" panose="020B0604020202020204" pitchFamily="34" charset="0"/>
              <a:buChar char="•"/>
            </a:pPr>
            <a:r>
              <a:rPr lang="en-IN" sz="1400" dirty="0"/>
              <a:t>Electrooculography is based on the fact that </a:t>
            </a:r>
            <a:r>
              <a:rPr lang="en-IN" sz="1400" b="1" dirty="0"/>
              <a:t>there is a steady potential difference between the front (positive) and back (negative) of the eyeball. </a:t>
            </a:r>
          </a:p>
          <a:p>
            <a:pPr marL="288000" lvl="0" indent="-285750" algn="l">
              <a:spcBef>
                <a:spcPts val="600"/>
              </a:spcBef>
              <a:spcAft>
                <a:spcPts val="600"/>
              </a:spcAft>
              <a:buFont typeface="Arial" panose="020B0604020202020204" pitchFamily="34" charset="0"/>
              <a:buChar char="•"/>
            </a:pPr>
            <a:r>
              <a:rPr lang="en-IN" sz="1400" dirty="0"/>
              <a:t>Because of this steady potential, </a:t>
            </a:r>
            <a:r>
              <a:rPr lang="en-IN" sz="1400" dirty="0">
                <a:highlight>
                  <a:srgbClr val="FFFF00"/>
                </a:highlight>
              </a:rPr>
              <a:t>when the eye moves, a change in the electrical potential between electrodes placed around the eye can be recorded. </a:t>
            </a:r>
          </a:p>
          <a:p>
            <a:pPr marL="288000" lvl="0" indent="-285750" algn="l">
              <a:spcBef>
                <a:spcPts val="600"/>
              </a:spcBef>
              <a:spcAft>
                <a:spcPts val="600"/>
              </a:spcAft>
              <a:buFont typeface="Arial" panose="020B0604020202020204" pitchFamily="34" charset="0"/>
              <a:buChar char="•"/>
            </a:pPr>
            <a:r>
              <a:rPr lang="en-IN" sz="1400" dirty="0"/>
              <a:t>It is usual to record EOG activity between two electrodes placed on each side of the eye to measure its horizontal movements and between two electrodes placed above and below the eye to measure its vertical movements.</a:t>
            </a:r>
            <a:endParaRPr lang="en-IN" sz="1400" b="1" dirty="0"/>
          </a:p>
        </p:txBody>
      </p:sp>
      <p:grpSp>
        <p:nvGrpSpPr>
          <p:cNvPr id="1527" name="Google Shape;1527;p56">
            <a:extLst>
              <a:ext uri="{FF2B5EF4-FFF2-40B4-BE49-F238E27FC236}">
                <a16:creationId xmlns:a16="http://schemas.microsoft.com/office/drawing/2014/main" id="{C5632551-AF1F-7D22-99A3-E588D314EFEE}"/>
              </a:ext>
            </a:extLst>
          </p:cNvPr>
          <p:cNvGrpSpPr/>
          <p:nvPr/>
        </p:nvGrpSpPr>
        <p:grpSpPr>
          <a:xfrm rot="10800000" flipH="1">
            <a:off x="189332" y="4376024"/>
            <a:ext cx="580432" cy="615807"/>
            <a:chOff x="1795374" y="144994"/>
            <a:chExt cx="580432" cy="615807"/>
          </a:xfrm>
        </p:grpSpPr>
        <p:grpSp>
          <p:nvGrpSpPr>
            <p:cNvPr id="1528" name="Google Shape;1528;p56">
              <a:extLst>
                <a:ext uri="{FF2B5EF4-FFF2-40B4-BE49-F238E27FC236}">
                  <a16:creationId xmlns:a16="http://schemas.microsoft.com/office/drawing/2014/main" id="{2DC20917-3D91-1387-D985-D972685AEF8A}"/>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73DF6A05-1681-9106-B1E8-55E842759A4F}"/>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E05A2D97-FC48-94E2-35A8-5C2AE96695E3}"/>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2CF43A8F-EE57-F937-CF0A-94F1393EF3D1}"/>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FA5D1AB3-EDF1-1567-6EF9-DBC88486965D}"/>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579BAE78-9E8B-0805-914F-3F376A0B7368}"/>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D320DE70-95F4-DD06-CCCB-61572297BB8C}"/>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86DFC70B-2CA7-52B6-2E81-353137AF2944}"/>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08FB0CD0-E88F-6F4B-CF8B-6D0B993FB3D6}"/>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F7C47B4A-D3E5-6368-7114-451AE9998B57}"/>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ACA178D4-0691-DD69-6CC4-6DBED1FAC369}"/>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4143558E-B1F8-5FD0-D92C-4E7E525F3202}"/>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CD25B2F2-2054-63DA-0A51-53132B4ED95E}"/>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6B6FA5C5-53EA-A68F-10E3-0716AB03735F}"/>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CC5A3F3B-F288-0B1E-D9AA-1B0FE689A56D}"/>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A7919451-2A3B-4DC7-F0E6-F5A5E06B2BCA}"/>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05FD2502-F4B9-CDF9-1C4C-9E7A14B44173}"/>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6F003D0F-30B1-DAD2-BC9B-4798E9BB1C3B}"/>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49DED2C1-B5C1-F75B-BA36-8F25A6808DB4}"/>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CAEC8833-7510-4D35-E90B-290DC0DFA2D3}"/>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5F02DB0A-4653-3284-0B95-0B4D953B8854}"/>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A8E08370-DADC-5F58-F655-E7B9419C5729}"/>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CD0D7514-EEA1-3CCF-96E7-34E2AF8324E5}"/>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606B7023-EEF0-23AA-9680-F1012DFD3F87}"/>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5903AAD1-9FA5-26B6-E97F-12D52C07FC79}"/>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AAFB8D1B-8920-5DD7-39BA-3667A93AD9F9}"/>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500AF31F-A274-2CBF-BD69-D6AED3DC407B}"/>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873EDCB1-5E94-F46A-AA34-FA20485CB62A}"/>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72B0F014-0FA9-DA96-70FB-64C32754A12A}"/>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447B2FE1-4174-1EE3-2AEF-22A46571F1D9}"/>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664403B1-BBB3-0C59-F560-F4ACF5B54461}"/>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3E74F329-5C13-625D-6E9B-6E232E609D67}"/>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04B7EA86-E354-81EB-6CE5-CA22BD8B3F9B}"/>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33600F67-AFE0-C50C-7B3B-4E152B6E7110}"/>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BEFB6A4A-B5AA-8A6F-ABD2-D2680DA54D09}"/>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FAC865BA-B9DC-62AF-CEA1-35B639AF84BC}"/>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C1372328-C8D5-0DBD-6780-FEB42751B722}"/>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6526094C-BD4E-0FD0-2E79-B3F2C494C00E}"/>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84C234D2-53F5-616F-2BF1-21F9FF8A4EBC}"/>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1A6BEF08-FDDE-F9E0-FFF2-262C09E02536}"/>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C049211D-1889-F0F8-9E10-F490895365D6}"/>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CF9D1253-AEA1-0687-5937-4D2190A4325F}"/>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093A2133-0CE7-FB35-32B9-7DE3558C743B}"/>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FADDAAFE-AE7D-34BB-140F-A3F62A1BA6D1}"/>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C7196666-0DC2-8CC7-5748-DFC904ED1758}"/>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0E7F2046-D5EE-193C-8C51-8C6B90AFCA0D}"/>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B71A00D3-23B2-F2C6-0C8C-5D4CB39DB75D}"/>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C6E32902-8FF2-ED7F-EB29-4ED453CA5A6B}"/>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983FB918-8FF3-284D-DF15-B1E78000983F}"/>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3D99D353-DC89-45F4-1E33-800D8FB09BC3}"/>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C38EBE4C-8151-2FDC-7248-C31472CA99D2}"/>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00B159CF-4145-08DF-09C0-2D7E6468B6A1}"/>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9025E73F-3690-273B-37A1-A54710735D2C}"/>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5ECE2222-8B1D-2286-467C-BFC95E56ABDD}"/>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E619FEAD-280E-29BE-80E5-EDE11690B0FC}"/>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76369FCF-97CE-55E1-B1D0-B57962B27413}"/>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B195F99F-71F0-60DF-1566-6401409B7E4D}"/>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EE5BEE7F-007F-8E4A-4F26-10A553299353}"/>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96C52BD0-154A-739F-042A-A7766D2AE889}"/>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AB23DF6E-B370-0BE9-96B3-5BEABAB22B5F}"/>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208BDAD5-5F01-7E10-87E8-59A234248C2C}"/>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26776D6D-C2B2-225C-29D8-AC9ADB74DDE4}"/>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3E5E0075-482F-1B61-7E2A-4BE68BE2900F}"/>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D76BA9C8-1A56-3B5A-1A2B-EFF90DD0D1A4}"/>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1EBD4E01-F89C-01A5-15A0-891AD7F73543}"/>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73051C08-F85D-EB75-B0B6-1EC2ED79E1F0}"/>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9ACF7683-3D7A-F1AD-0E23-9C3F749F8A23}"/>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65C5A408-208C-8198-C30C-576300B01EDD}"/>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98703597-CCB7-F54E-0933-BA193CF9BBAA}"/>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CBC9DA03-B69F-462B-5EE6-1D70D47E6B6C}"/>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D13EF237-C979-8FAC-F1A0-5754BCB65F7C}"/>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6B14BCF6-09F3-4232-D259-0B86C31890D1}"/>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C0736732-208F-BD31-A311-D8BE043FFD5C}"/>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72BD3C40-BFE3-F3E6-93B8-9A94DFE024E7}"/>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694BF2EB-5E3F-2503-C35B-F1CD5CDCBA39}"/>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711E9875-9594-8179-7B17-B313A97E089D}"/>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AAEAF6F3-5A6D-03A3-C6CD-163D0E6A4FAE}"/>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A6ED3BF6-0D27-1F40-D70B-BB60493A802F}"/>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968CFA25-AE40-5ABC-12A9-853A7FA65B62}"/>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B9F6AF84-5CEF-5466-AFE3-7DD2D876A702}"/>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57446FAE-4287-F022-A710-134F88106A64}"/>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EE3D9157-D7FB-659B-5BB5-45772DEE50F1}"/>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F65D0E7D-CAA4-11D5-3B8F-4404FF1B4374}"/>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32644A15-FEEA-E81A-1397-7565F3DACCA5}"/>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367360EF-5ABE-EFD6-E503-E7096629B511}"/>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DA752C09-EBEA-C1C2-7B3A-1A0E60C571C8}"/>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88E64757-CE42-626E-5B7D-5D394119FA9F}"/>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8D34E225-A391-E474-C9A2-6A5439D30EE9}"/>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E04A5945-31F2-2094-3F67-205C4E931E84}"/>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BD284A3D-5669-89B2-3988-C8E8947CE834}"/>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FAB3B335-C603-16F7-62E1-03A6C8AFE214}"/>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C5CB3CDD-08F3-BDD6-E509-B17C8915237E}"/>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2E37D6B8-9EC1-D3A6-1645-D903D719A947}"/>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AE3CDD70-AC03-CE7E-A5EF-D851293150BE}"/>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FEFEF051-4D42-19F3-11C2-1BFAAEEB40D8}"/>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73FEB463-0E2A-1F1D-9AAE-A45161E4CCDE}"/>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EC3479FA-FA50-6EBE-3DAC-307758869EE1}"/>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044C78C3-6C10-0206-B9C7-1AC65F728CCA}"/>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CFE5AFBB-4832-7354-C46B-24D215DA9249}"/>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7C26ACB0-25C0-1134-8335-F798DC386895}"/>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61095124-EC22-CEE5-B6BA-6F81D8F16DD8}"/>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93D0F3DE-9756-FE21-7E8C-06154D9F0BC3}"/>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43E0E06F-CDFC-4745-36DA-D276A9DD02B1}"/>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2C874FDD-45AE-5605-3A23-C7E9EA4FE897}"/>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1D35803A-55E9-B667-5F33-4AC8D4E6437C}"/>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900B621F-79B0-EEA9-AD3B-6F54A46104D6}"/>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DCFAE032-82A7-DB31-B6E4-843CF47CB266}"/>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3A7AC0C8-AB56-A3F9-33D6-4F6570AF66E5}"/>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26A1E19E-5713-AD2D-3F56-2BE944D09B1F}"/>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2B90503D-E13D-BE52-8F83-C20CAB8A50F5}"/>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86933C38-B8A6-791A-E22E-3FFBCDE31999}"/>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2260EF10-6DEA-26AA-C160-A5733D1B76AD}"/>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6484369B-FDBD-6892-88AD-975F86FAD7F6}"/>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4284900A-528F-D1BC-311D-8A7FD97B4164}"/>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CE0A4128-E798-4518-371C-CA5697888C07}"/>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049623AC-D8A1-5F83-CB73-D53132E7D93B}"/>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937974F1-5BA3-CB0A-8C89-9796E6298AE9}"/>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1B1A7B47-3772-E0D1-6DB1-AFE16F3D6E52}"/>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1FC12A90-8538-853A-0395-263EBAD68C70}"/>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5EC7B9D4-290A-3ACB-0463-473CE178F0D1}"/>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A4471F8D-2693-5962-507D-60FF51861D84}"/>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7B4F6FE2-0217-1F8A-C6B3-91249BD17CE5}"/>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1C8F3256-00D1-4075-3A8A-5BF94391C752}"/>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0E73AF69-951E-ED64-5130-A7A49F841E79}"/>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384257FD-0B58-7156-68DB-69C2E802B409}"/>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A8571627-0AEB-A1A1-7983-0DB8C0C23744}"/>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D1E27FD9-3425-3B96-A9F0-1DF7D9867DAE}"/>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cxnSp>
        <p:nvCxnSpPr>
          <p:cNvPr id="1655" name="Google Shape;1655;p56">
            <a:extLst>
              <a:ext uri="{FF2B5EF4-FFF2-40B4-BE49-F238E27FC236}">
                <a16:creationId xmlns:a16="http://schemas.microsoft.com/office/drawing/2014/main" id="{C9BB65E1-FFBE-CA6E-6526-A738A0AFE2D7}"/>
              </a:ext>
            </a:extLst>
          </p:cNvPr>
          <p:cNvCxnSpPr>
            <a:cxnSpLocks/>
          </p:cNvCxnSpPr>
          <p:nvPr/>
        </p:nvCxnSpPr>
        <p:spPr>
          <a:xfrm>
            <a:off x="3807624" y="603965"/>
            <a:ext cx="1915540" cy="0"/>
          </a:xfrm>
          <a:prstGeom prst="straightConnector1">
            <a:avLst/>
          </a:prstGeom>
          <a:noFill/>
          <a:ln w="38100" cap="flat" cmpd="sng">
            <a:solidFill>
              <a:schemeClr val="accent6"/>
            </a:solidFill>
            <a:prstDash val="solid"/>
            <a:round/>
            <a:headEnd type="none" w="med" len="med"/>
            <a:tailEnd type="none" w="med" len="med"/>
          </a:ln>
        </p:spPr>
      </p:cxnSp>
      <p:pic>
        <p:nvPicPr>
          <p:cNvPr id="2" name="Picture 1" descr="Example of Electro-OculoGraphy (EOG) Eye movement measurement (Picture... |  Download Scientific Diagram">
            <a:extLst>
              <a:ext uri="{FF2B5EF4-FFF2-40B4-BE49-F238E27FC236}">
                <a16:creationId xmlns:a16="http://schemas.microsoft.com/office/drawing/2014/main" id="{4C0D4F1C-8CEB-4AE7-7D7F-AB0ED011A741}"/>
              </a:ext>
            </a:extLst>
          </p:cNvPr>
          <p:cNvPicPr>
            <a:picLocks noChangeAspect="1"/>
          </p:cNvPicPr>
          <p:nvPr/>
        </p:nvPicPr>
        <p:blipFill>
          <a:blip r:embed="rId3"/>
          <a:stretch>
            <a:fillRect/>
          </a:stretch>
        </p:blipFill>
        <p:spPr>
          <a:xfrm>
            <a:off x="5951722" y="1808549"/>
            <a:ext cx="2756262" cy="1722664"/>
          </a:xfrm>
          <a:prstGeom prst="rect">
            <a:avLst/>
          </a:prstGeom>
        </p:spPr>
      </p:pic>
    </p:spTree>
    <p:extLst>
      <p:ext uri="{BB962C8B-B14F-4D97-AF65-F5344CB8AC3E}">
        <p14:creationId xmlns:p14="http://schemas.microsoft.com/office/powerpoint/2010/main" val="1518716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4E535396-35C5-E5C0-5388-4CE8AA721DE8}"/>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BDC82F2E-7A43-B249-9F0A-2776C5894110}"/>
              </a:ext>
            </a:extLst>
          </p:cNvPr>
          <p:cNvSpPr txBox="1">
            <a:spLocks noGrp="1"/>
          </p:cNvSpPr>
          <p:nvPr>
            <p:ph type="title"/>
          </p:nvPr>
        </p:nvSpPr>
        <p:spPr>
          <a:xfrm>
            <a:off x="2014754" y="228818"/>
            <a:ext cx="5489036" cy="457667"/>
          </a:xfrm>
          <a:prstGeom prst="rect">
            <a:avLst/>
          </a:prstGeom>
        </p:spPr>
        <p:txBody>
          <a:bodyPr spcFirstLastPara="1" wrap="square" lIns="91425" tIns="91425" rIns="91425" bIns="91425" anchor="b" anchorCtr="0">
            <a:noAutofit/>
          </a:bodyPr>
          <a:lstStyle/>
          <a:p>
            <a:pPr lvl="0" algn="ctr"/>
            <a:r>
              <a:rPr lang="en-IN" sz="2000" dirty="0">
                <a:solidFill>
                  <a:srgbClr val="FF0000"/>
                </a:solidFill>
              </a:rPr>
              <a:t>Skin Conductance</a:t>
            </a:r>
            <a:endParaRPr sz="2000" dirty="0">
              <a:solidFill>
                <a:srgbClr val="FF0000"/>
              </a:solidFill>
            </a:endParaRPr>
          </a:p>
        </p:txBody>
      </p:sp>
      <p:sp>
        <p:nvSpPr>
          <p:cNvPr id="1526" name="Google Shape;1526;p56">
            <a:extLst>
              <a:ext uri="{FF2B5EF4-FFF2-40B4-BE49-F238E27FC236}">
                <a16:creationId xmlns:a16="http://schemas.microsoft.com/office/drawing/2014/main" id="{65887E89-0928-BE5C-116D-E5CB38C6AB33}"/>
              </a:ext>
            </a:extLst>
          </p:cNvPr>
          <p:cNvSpPr txBox="1">
            <a:spLocks noGrp="1"/>
          </p:cNvSpPr>
          <p:nvPr>
            <p:ph type="subTitle" idx="1"/>
          </p:nvPr>
        </p:nvSpPr>
        <p:spPr>
          <a:xfrm>
            <a:off x="167043" y="704452"/>
            <a:ext cx="6143949" cy="3975977"/>
          </a:xfrm>
          <a:prstGeom prst="rect">
            <a:avLst/>
          </a:prstGeom>
        </p:spPr>
        <p:txBody>
          <a:bodyPr spcFirstLastPara="1" wrap="square" lIns="91425" tIns="91425" rIns="91425" bIns="91425" anchor="t" anchorCtr="0">
            <a:noAutofit/>
          </a:bodyPr>
          <a:lstStyle/>
          <a:p>
            <a:pPr marL="288000" lvl="0" indent="-285750" algn="l">
              <a:spcBef>
                <a:spcPts val="600"/>
              </a:spcBef>
              <a:spcAft>
                <a:spcPts val="600"/>
              </a:spcAft>
              <a:buFont typeface="Arial" panose="020B0604020202020204" pitchFamily="34" charset="0"/>
              <a:buChar char="•"/>
            </a:pPr>
            <a:r>
              <a:rPr lang="en-IN" sz="1400" dirty="0">
                <a:highlight>
                  <a:srgbClr val="FFFF00"/>
                </a:highlight>
              </a:rPr>
              <a:t>Measures changes in the skin's ability to conduct electricity due to sweat gland activity</a:t>
            </a:r>
          </a:p>
          <a:p>
            <a:pPr marL="288000" lvl="0" indent="-285750" algn="l">
              <a:spcBef>
                <a:spcPts val="600"/>
              </a:spcBef>
              <a:spcAft>
                <a:spcPts val="600"/>
              </a:spcAft>
              <a:buFont typeface="Arial" panose="020B0604020202020204" pitchFamily="34" charset="0"/>
              <a:buChar char="•"/>
            </a:pPr>
            <a:r>
              <a:rPr lang="en-IN" sz="1400" dirty="0"/>
              <a:t>The two most commonly employed indexes of electrodermal activity are the </a:t>
            </a:r>
            <a:r>
              <a:rPr lang="en-IN" sz="1400" b="1" dirty="0"/>
              <a:t>skin conductance level (SCL) </a:t>
            </a:r>
            <a:r>
              <a:rPr lang="en-IN" sz="1400" dirty="0"/>
              <a:t>and the</a:t>
            </a:r>
            <a:r>
              <a:rPr lang="en-IN" sz="1400" b="1" dirty="0"/>
              <a:t> skin conductance response (SCR). </a:t>
            </a:r>
          </a:p>
          <a:p>
            <a:pPr marL="288000" lvl="0" indent="-285750" algn="l">
              <a:spcBef>
                <a:spcPts val="600"/>
              </a:spcBef>
              <a:spcAft>
                <a:spcPts val="600"/>
              </a:spcAft>
              <a:buFont typeface="Arial" panose="020B0604020202020204" pitchFamily="34" charset="0"/>
              <a:buChar char="•"/>
            </a:pPr>
            <a:r>
              <a:rPr lang="en-IN" sz="1400" dirty="0"/>
              <a:t>The </a:t>
            </a:r>
            <a:r>
              <a:rPr lang="en-IN" sz="1400" dirty="0">
                <a:highlight>
                  <a:srgbClr val="00FFFF"/>
                </a:highlight>
              </a:rPr>
              <a:t>SCL</a:t>
            </a:r>
            <a:r>
              <a:rPr lang="en-IN" sz="1400" dirty="0"/>
              <a:t> is a measure of the background level of skin conductance that is associated with a particular situation</a:t>
            </a:r>
          </a:p>
          <a:p>
            <a:pPr marL="288000" lvl="0" indent="-285750" algn="l">
              <a:spcBef>
                <a:spcPts val="600"/>
              </a:spcBef>
              <a:spcAft>
                <a:spcPts val="600"/>
              </a:spcAft>
              <a:buFont typeface="Arial" panose="020B0604020202020204" pitchFamily="34" charset="0"/>
              <a:buChar char="•"/>
            </a:pPr>
            <a:r>
              <a:rPr lang="en-IN" sz="1400" dirty="0">
                <a:highlight>
                  <a:srgbClr val="00FF00"/>
                </a:highlight>
              </a:rPr>
              <a:t>SCR</a:t>
            </a:r>
            <a:r>
              <a:rPr lang="en-IN" sz="1400" dirty="0"/>
              <a:t> is a measure of the transient changes in skin conductance that are associated with discrete experiences. </a:t>
            </a:r>
          </a:p>
          <a:p>
            <a:pPr marL="288000" lvl="0" indent="-285750" algn="l">
              <a:spcBef>
                <a:spcPts val="600"/>
              </a:spcBef>
              <a:spcAft>
                <a:spcPts val="600"/>
              </a:spcAft>
              <a:buFont typeface="Arial" panose="020B0604020202020204" pitchFamily="34" charset="0"/>
              <a:buChar char="•"/>
            </a:pPr>
            <a:r>
              <a:rPr lang="en-IN" sz="1400" dirty="0"/>
              <a:t>The physiological bases of skin conductance changes are not fully understood, but there is considerable evidence implicating the </a:t>
            </a:r>
            <a:r>
              <a:rPr lang="en-IN" sz="1400" b="1" dirty="0">
                <a:highlight>
                  <a:srgbClr val="FFFF00"/>
                </a:highlight>
              </a:rPr>
              <a:t>sweat glands</a:t>
            </a:r>
            <a:r>
              <a:rPr lang="en-IN" sz="1400" dirty="0">
                <a:highlight>
                  <a:srgbClr val="FFFF00"/>
                </a:highlight>
              </a:rPr>
              <a:t>. </a:t>
            </a:r>
          </a:p>
          <a:p>
            <a:pPr marL="288000" lvl="0" indent="-285750" algn="l">
              <a:spcBef>
                <a:spcPts val="600"/>
              </a:spcBef>
              <a:spcAft>
                <a:spcPts val="600"/>
              </a:spcAft>
              <a:buFont typeface="Arial" panose="020B0604020202020204" pitchFamily="34" charset="0"/>
              <a:buChar char="•"/>
            </a:pPr>
            <a:r>
              <a:rPr lang="en-IN" sz="1400" dirty="0"/>
              <a:t>Although the main function of sweat glands is to cool the body, these glands tend to be come active in emotional situations. Sweat glands are distributed over most of the body surface; but, as you are almost certainly aware, those of the hands, feet, armpits, and forehead are particularly responsive to emotional stimuli.</a:t>
            </a:r>
            <a:endParaRPr lang="en-IN" sz="1400" b="1" dirty="0"/>
          </a:p>
        </p:txBody>
      </p:sp>
      <p:grpSp>
        <p:nvGrpSpPr>
          <p:cNvPr id="1527" name="Google Shape;1527;p56">
            <a:extLst>
              <a:ext uri="{FF2B5EF4-FFF2-40B4-BE49-F238E27FC236}">
                <a16:creationId xmlns:a16="http://schemas.microsoft.com/office/drawing/2014/main" id="{2F74CE47-692B-400D-6F29-167C35BD3189}"/>
              </a:ext>
            </a:extLst>
          </p:cNvPr>
          <p:cNvGrpSpPr/>
          <p:nvPr/>
        </p:nvGrpSpPr>
        <p:grpSpPr>
          <a:xfrm rot="10800000" flipH="1">
            <a:off x="170205" y="149747"/>
            <a:ext cx="580432" cy="615807"/>
            <a:chOff x="1795374" y="144994"/>
            <a:chExt cx="580432" cy="615807"/>
          </a:xfrm>
        </p:grpSpPr>
        <p:grpSp>
          <p:nvGrpSpPr>
            <p:cNvPr id="1528" name="Google Shape;1528;p56">
              <a:extLst>
                <a:ext uri="{FF2B5EF4-FFF2-40B4-BE49-F238E27FC236}">
                  <a16:creationId xmlns:a16="http://schemas.microsoft.com/office/drawing/2014/main" id="{46C2DD1A-7EBD-13EE-88B6-B265EB97813D}"/>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089DC015-6D45-4590-0967-DA96AC105368}"/>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C2BCAC55-D291-7BF4-1B61-0412C58024CF}"/>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D57BC7CB-B642-7B43-0BAB-EB55776AA3D9}"/>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5C29C223-E75D-09E4-F16E-3FD890A7D532}"/>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1C71698A-6584-4CF1-9B6A-41A2F05E4D56}"/>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3B3597BD-0F4A-33B1-25E4-3E50D16FB706}"/>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9589822C-7601-D8A8-9023-FF167C9434AD}"/>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2C2BA3E6-BDA3-EEE3-7543-8E8E5AB66AE5}"/>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FAB8BF5E-1FB1-D22A-3846-1AEF9FD48792}"/>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1DF75024-BBBE-029E-BC01-26DB3C394EC9}"/>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BD619466-5530-0FF3-F043-44536F2A0F31}"/>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3BFD3B92-16F6-6D82-9CAB-2A462F9F995B}"/>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ECD8CCB9-1A53-F056-F215-24F57B59B5D3}"/>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D7EA032E-6E82-6829-E946-6C4A07F40613}"/>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2ED915DD-39A7-81C4-9B7C-2FB5BC38E64E}"/>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F56ABE05-FE44-FF86-B743-494F415ABE24}"/>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B43C26A6-2394-5CFF-417B-BBE8CEBF352B}"/>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5965BC89-5DD2-1036-5D8B-159D2C918CB5}"/>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BFB875F4-6C88-4831-1E66-30879C220298}"/>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1E520DD5-1D06-37DF-370A-763542A1B914}"/>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25CE8ED4-8925-0E03-EB0F-2B4F642A3EED}"/>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083ED969-12F5-B833-2BE5-B4DA082FD372}"/>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20DBDA3B-0999-ECC9-5A43-DCD0C1071382}"/>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CF79B247-2F87-6D26-19B5-5ABDF66EC9FF}"/>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61836593-69B0-B706-7F28-8D68648A8673}"/>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7468DA10-4335-956E-45EF-434FD4249474}"/>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E2E2E069-5EC8-6095-177F-506B9BB562E0}"/>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27CD6184-A0FB-0388-3437-60A7E981A091}"/>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32D14FD5-1E89-9D48-01B9-DF81E78BEB0D}"/>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A89E09C2-228B-C143-AC18-79A8D74A7A50}"/>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7164E94B-FF09-1955-2521-3984CE76D9C1}"/>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26173F0D-A2E4-0E82-F146-BFCED3CDF5D2}"/>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4D009B49-D016-DB5D-A716-8F0FE31CBEDE}"/>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A447DC06-A1A2-8408-4DB0-AEA70ADF1030}"/>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CC693ABA-91C0-A66F-8B9A-8E466D49C631}"/>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A9CC8E26-3395-84EE-7429-D5B179F47899}"/>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5B274517-1010-8058-8765-4F613FFF9F85}"/>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FD4C9442-0C36-C43F-4B40-1C4D1E4E94FA}"/>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3164DA53-1B46-9A9C-62C9-38DC744722DA}"/>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10298BC6-A4DD-5CFD-EC7B-266B62778DCA}"/>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746AE102-DB72-5414-C4F5-6BBC1EBDE873}"/>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C2FE416C-4944-FFFF-4565-7FA805345F06}"/>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027BDE7C-E1D9-8549-D33C-184BEE1E1EFE}"/>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ED060013-B402-DF48-8CDD-69328BAFD8D9}"/>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374171E2-E2E7-DB61-340D-5A885C993DAB}"/>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734F09BD-5773-678B-64C6-3A4CACBBD8EE}"/>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602C02D9-423A-C55F-2B73-0D307C84D88D}"/>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FF820ED1-522F-62E9-3BF1-0491574073F2}"/>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38C92F0F-2E6D-D6AF-EC55-54913E4A747E}"/>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6EF8AD8B-6109-D106-91E3-6AEF0AAA3212}"/>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06F46DFD-E8E6-50A5-58F2-ADA99025E09B}"/>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8A6A131A-91BA-4097-A082-54BA14DA8299}"/>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8E63F5D0-D6E8-27C1-F3AD-ECDB3A3016C9}"/>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A5242137-99F2-2540-04F3-F6C0D0ACE60E}"/>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F4A528E2-C06C-E539-6AC8-E7E6246D556C}"/>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59B7FF85-1345-D249-1E87-77691DD6263F}"/>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A9B4204B-CDE6-2F77-1590-1F4DE1F63EF8}"/>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3968F547-F5E6-1EF9-B4A4-61ED5C253F7D}"/>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11E3E969-2023-2227-72F6-DB615EB64F83}"/>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09AAC254-8336-6AF6-545C-B222F0D1F61A}"/>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C5B64522-48BE-E746-6C02-DAA122B8739A}"/>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2406AD3A-2F03-DFFE-BC28-4DD2E8309FCD}"/>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914369BD-C02D-3DE0-2F53-73E1F21C0056}"/>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64D4E8A9-A81D-18EF-2FB8-A3ED87AD3241}"/>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43C403D3-68E6-F691-D0C4-97C682FD2CB5}"/>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419FAD17-77F6-3B1F-851D-39758762CAF7}"/>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976A0A8B-23DB-6E77-FC38-A0E57F9778AD}"/>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029527BF-A2CA-AE67-5487-8E00A65F6167}"/>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A2AC98B6-05FD-E2D5-6180-EFECDE9C6981}"/>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58C50B08-460E-E451-38EB-C996392386C1}"/>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F3DA2A2E-6721-ABE3-6D69-6655C5E119B7}"/>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CACD6D4A-26C5-31A0-1FA4-C5EA01310D3E}"/>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E0FF1013-B7DD-F0CC-E8D0-928C968F5D92}"/>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9F3CB33A-D625-8831-665B-D2628FE4109A}"/>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0730D15E-519E-5070-7813-66E2D47EC5AD}"/>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82F3D40A-DD4E-51AB-35C9-D09D48EB1967}"/>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B33F7337-7E2F-D218-62AD-9C41CA5CD8F4}"/>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1A709B78-837C-1B9E-2BA6-056BC579CA8A}"/>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A2318000-652E-9970-84BC-60F97F49A817}"/>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13F1AF7B-19A0-E038-B403-B6959EE85220}"/>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32A20332-5974-3F41-568A-A1CF5A6E670F}"/>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31A280F5-03F8-71A7-2ACF-2ACEEE694378}"/>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1345DA8F-2342-6B48-DBE5-DF89930F6FF3}"/>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645B644F-A371-435D-83CC-35121FF7B8DA}"/>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4F9D7FF5-1CB4-8F6B-6F48-FB501A087DDC}"/>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61D7E612-AAA2-172F-531A-FE73324124CC}"/>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071CEDD9-DD2B-6033-299F-75D0777BB7E0}"/>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F7D3F59A-AB1A-9FAF-01C9-8966DA9FCF0B}"/>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3878E787-ED80-5DAC-BDF3-5E3C41E78531}"/>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6D14F9CD-9436-C7DB-7F9E-AB46C978D43D}"/>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3034FB5B-C841-5781-2D9A-3AC3019BBD76}"/>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6959C05E-E1D4-D7F1-D794-1A40023D06F3}"/>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38E4AA7C-C1A0-AE71-2822-BDA2E7880DD1}"/>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1C35CD5D-823B-0847-147E-C1CC723A7852}"/>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39B2382F-504D-FF26-6027-E4520CFF6E3A}"/>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77D5BB94-8DEA-9533-9BA2-95AC36370317}"/>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6346CCCF-CD47-43C6-EEB3-3FC07150A314}"/>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20D2631A-112E-E96E-96AB-F6911AF8DE0D}"/>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DE8A6549-DA6B-13A4-21E7-87EC375D4B16}"/>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9EE022EF-69BF-0C43-EDC9-5E5BB91A9FB4}"/>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64083155-DD73-0E75-FBDA-8E2BCC2FEF79}"/>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1BE7F4E2-FBDC-9E1E-A6FD-FBE93E6040C0}"/>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2AEA3242-EE56-7D36-62F2-86642A7EBD86}"/>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8C2624B8-8B54-41FD-E662-819331CEBA45}"/>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BDF482E7-9A0A-3BCE-7436-2C2A0E29B809}"/>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B2C4F85B-9460-859D-1208-E911426D94E6}"/>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41D91243-1FBC-2DE7-C5D7-3D1E1C420784}"/>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4EDDA664-A796-CC24-279F-BCBF825E09D0}"/>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91376430-169B-44C4-B56D-5174AC1F53F8}"/>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6F9BE70D-C160-50A4-B842-D26AFAAC45E8}"/>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4C3903BA-E33A-3354-9700-F10BA34C2AFC}"/>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E52FC8C7-1747-A200-9FC5-1E6A9B84494B}"/>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B0370AD1-6BA7-2091-46F2-FE99B5C18524}"/>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72DBCB22-E5F2-2028-6DF0-E0DDE09FB121}"/>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4B81A272-9B77-D303-26C9-130D95C44CFC}"/>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2F24708A-7A07-3FDA-F8B4-1C0AB63F3585}"/>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D38425EF-3A99-5B95-8536-E55D68270AA5}"/>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E26E1602-FBDC-C9E7-D55E-53D6EF91C00D}"/>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4DB50FF8-28BD-925A-F1AE-9B5312B82DC1}"/>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BDA949F8-8043-410A-4D5E-B0D820B86F21}"/>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093F51C7-D379-930D-07A9-82E7335584BE}"/>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71A042E4-94D9-5594-8521-E58239596D39}"/>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69150BC5-AADF-3854-75E9-53548331A0E0}"/>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1A4E4BE7-3B9E-6221-D5E4-1E15E411FFDA}"/>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EFD60274-1B83-EB8B-5CD7-0587A865F26A}"/>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14E75711-9079-2178-96EC-4A1AA9C46214}"/>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cxnSp>
        <p:nvCxnSpPr>
          <p:cNvPr id="1655" name="Google Shape;1655;p56">
            <a:extLst>
              <a:ext uri="{FF2B5EF4-FFF2-40B4-BE49-F238E27FC236}">
                <a16:creationId xmlns:a16="http://schemas.microsoft.com/office/drawing/2014/main" id="{E811634A-503A-61C6-FC1B-33F4CD849C76}"/>
              </a:ext>
            </a:extLst>
          </p:cNvPr>
          <p:cNvCxnSpPr>
            <a:cxnSpLocks/>
          </p:cNvCxnSpPr>
          <p:nvPr/>
        </p:nvCxnSpPr>
        <p:spPr>
          <a:xfrm>
            <a:off x="3562696" y="612129"/>
            <a:ext cx="2429890" cy="0"/>
          </a:xfrm>
          <a:prstGeom prst="straightConnector1">
            <a:avLst/>
          </a:prstGeom>
          <a:noFill/>
          <a:ln w="38100" cap="flat" cmpd="sng">
            <a:solidFill>
              <a:schemeClr val="accent6"/>
            </a:solidFill>
            <a:prstDash val="solid"/>
            <a:round/>
            <a:headEnd type="none" w="med" len="med"/>
            <a:tailEnd type="none" w="med" len="med"/>
          </a:ln>
        </p:spPr>
      </p:cxnSp>
      <p:pic>
        <p:nvPicPr>
          <p:cNvPr id="2" name="Online Media 1" title="What Is Electrodermal Activity?">
            <a:hlinkClick r:id="" action="ppaction://media"/>
            <a:extLst>
              <a:ext uri="{FF2B5EF4-FFF2-40B4-BE49-F238E27FC236}">
                <a16:creationId xmlns:a16="http://schemas.microsoft.com/office/drawing/2014/main" id="{7D24495B-90B7-945A-156C-4015B23BDD97}"/>
              </a:ext>
            </a:extLst>
          </p:cNvPr>
          <p:cNvPicPr>
            <a:picLocks noRot="1" noChangeAspect="1"/>
          </p:cNvPicPr>
          <p:nvPr>
            <a:videoFile r:link="rId1"/>
          </p:nvPr>
        </p:nvPicPr>
        <p:blipFill>
          <a:blip r:embed="rId4"/>
          <a:stretch>
            <a:fillRect/>
          </a:stretch>
        </p:blipFill>
        <p:spPr>
          <a:xfrm>
            <a:off x="6456526" y="1862864"/>
            <a:ext cx="2211048" cy="1249136"/>
          </a:xfrm>
          <a:prstGeom prst="rect">
            <a:avLst/>
          </a:prstGeom>
        </p:spPr>
      </p:pic>
    </p:spTree>
    <p:extLst>
      <p:ext uri="{BB962C8B-B14F-4D97-AF65-F5344CB8AC3E}">
        <p14:creationId xmlns:p14="http://schemas.microsoft.com/office/powerpoint/2010/main" val="2104018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882E6C3D-1CF3-69E2-4859-86241020539A}"/>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E585855B-3E12-351B-0EA4-519CF6593718}"/>
              </a:ext>
            </a:extLst>
          </p:cNvPr>
          <p:cNvSpPr txBox="1">
            <a:spLocks noGrp="1"/>
          </p:cNvSpPr>
          <p:nvPr>
            <p:ph type="title"/>
          </p:nvPr>
        </p:nvSpPr>
        <p:spPr>
          <a:xfrm>
            <a:off x="2014754" y="228818"/>
            <a:ext cx="5489036" cy="457667"/>
          </a:xfrm>
          <a:prstGeom prst="rect">
            <a:avLst/>
          </a:prstGeom>
        </p:spPr>
        <p:txBody>
          <a:bodyPr spcFirstLastPara="1" wrap="square" lIns="91425" tIns="91425" rIns="91425" bIns="91425" anchor="b" anchorCtr="0">
            <a:noAutofit/>
          </a:bodyPr>
          <a:lstStyle/>
          <a:p>
            <a:pPr lvl="0" algn="ctr"/>
            <a:r>
              <a:rPr lang="en-IN" sz="2000" dirty="0">
                <a:solidFill>
                  <a:srgbClr val="FF0000"/>
                </a:solidFill>
              </a:rPr>
              <a:t>Cardiovascular Activity</a:t>
            </a:r>
            <a:endParaRPr sz="2000" dirty="0">
              <a:solidFill>
                <a:srgbClr val="FF0000"/>
              </a:solidFill>
            </a:endParaRPr>
          </a:p>
        </p:txBody>
      </p:sp>
      <p:sp>
        <p:nvSpPr>
          <p:cNvPr id="1526" name="Google Shape;1526;p56">
            <a:extLst>
              <a:ext uri="{FF2B5EF4-FFF2-40B4-BE49-F238E27FC236}">
                <a16:creationId xmlns:a16="http://schemas.microsoft.com/office/drawing/2014/main" id="{8E76C4CD-CD2C-7818-70FA-AF85C520D64F}"/>
              </a:ext>
            </a:extLst>
          </p:cNvPr>
          <p:cNvSpPr txBox="1">
            <a:spLocks noGrp="1"/>
          </p:cNvSpPr>
          <p:nvPr>
            <p:ph type="subTitle" idx="1"/>
          </p:nvPr>
        </p:nvSpPr>
        <p:spPr>
          <a:xfrm>
            <a:off x="167044" y="704452"/>
            <a:ext cx="8646064" cy="3975977"/>
          </a:xfrm>
          <a:prstGeom prst="rect">
            <a:avLst/>
          </a:prstGeom>
        </p:spPr>
        <p:txBody>
          <a:bodyPr spcFirstLastPara="1" wrap="square" lIns="91425" tIns="91425" rIns="91425" bIns="91425" anchor="t" anchorCtr="0">
            <a:noAutofit/>
          </a:bodyPr>
          <a:lstStyle/>
          <a:p>
            <a:pPr marL="288000" lvl="0" indent="-285750" algn="l">
              <a:spcAft>
                <a:spcPts val="300"/>
              </a:spcAft>
              <a:buFont typeface="Arial" panose="020B0604020202020204" pitchFamily="34" charset="0"/>
              <a:buChar char="•"/>
            </a:pPr>
            <a:r>
              <a:rPr lang="en-IN" sz="1400" dirty="0"/>
              <a:t>Three different measures of cardiovascular activity are frequently employed in psychophysiological research:</a:t>
            </a:r>
          </a:p>
          <a:p>
            <a:pPr marL="2250" lvl="0" indent="0" algn="l">
              <a:spcAft>
                <a:spcPts val="300"/>
              </a:spcAft>
            </a:pPr>
            <a:r>
              <a:rPr lang="en-IN" sz="1400" b="1" dirty="0" err="1">
                <a:solidFill>
                  <a:schemeClr val="tx1">
                    <a:lumMod val="50000"/>
                    <a:lumOff val="50000"/>
                  </a:schemeClr>
                </a:solidFill>
              </a:rPr>
              <a:t>i</a:t>
            </a:r>
            <a:r>
              <a:rPr lang="en-IN" sz="1400" b="1" dirty="0">
                <a:solidFill>
                  <a:schemeClr val="tx1">
                    <a:lumMod val="50000"/>
                    <a:lumOff val="50000"/>
                  </a:schemeClr>
                </a:solidFill>
              </a:rPr>
              <a:t>) Heart Rate </a:t>
            </a:r>
          </a:p>
          <a:p>
            <a:pPr marL="288000" lvl="0" indent="-285750" algn="l">
              <a:spcAft>
                <a:spcPts val="300"/>
              </a:spcAft>
              <a:buFont typeface="Arial" panose="020B0604020202020204" pitchFamily="34" charset="0"/>
              <a:buChar char="•"/>
            </a:pPr>
            <a:r>
              <a:rPr lang="en-IN" sz="1400" dirty="0"/>
              <a:t>The electrical signal that is associated with each heartbeat can be recorded through </a:t>
            </a:r>
            <a:r>
              <a:rPr lang="en-IN" sz="1400" dirty="0">
                <a:highlight>
                  <a:srgbClr val="FFFF00"/>
                </a:highlight>
              </a:rPr>
              <a:t>electrodes placed on the chest</a:t>
            </a:r>
            <a:r>
              <a:rPr lang="en-IN" sz="1400" dirty="0"/>
              <a:t>. </a:t>
            </a:r>
          </a:p>
          <a:p>
            <a:pPr marL="288000" lvl="0" indent="-285750" algn="l">
              <a:spcAft>
                <a:spcPts val="300"/>
              </a:spcAft>
              <a:buFont typeface="Arial" panose="020B0604020202020204" pitchFamily="34" charset="0"/>
              <a:buChar char="•"/>
            </a:pPr>
            <a:r>
              <a:rPr lang="en-IN" sz="1400" dirty="0"/>
              <a:t>The recording is called an </a:t>
            </a:r>
            <a:r>
              <a:rPr lang="en-IN" sz="1400" b="1" dirty="0"/>
              <a:t>electro cardiogram (ECG). </a:t>
            </a:r>
          </a:p>
          <a:p>
            <a:pPr marL="2250" lvl="0" indent="0" algn="l">
              <a:spcAft>
                <a:spcPts val="300"/>
              </a:spcAft>
            </a:pPr>
            <a:r>
              <a:rPr lang="en-IN" sz="1400" b="1" dirty="0">
                <a:solidFill>
                  <a:schemeClr val="tx1">
                    <a:lumMod val="50000"/>
                    <a:lumOff val="50000"/>
                  </a:schemeClr>
                </a:solidFill>
              </a:rPr>
              <a:t>ii) Blood Pressure</a:t>
            </a:r>
          </a:p>
          <a:p>
            <a:pPr marL="288000" lvl="0" indent="-285750" algn="l">
              <a:spcAft>
                <a:spcPts val="300"/>
              </a:spcAft>
              <a:buFont typeface="Arial" panose="020B0604020202020204" pitchFamily="34" charset="0"/>
              <a:buChar char="•"/>
            </a:pPr>
            <a:r>
              <a:rPr lang="en-IN" sz="1400" dirty="0"/>
              <a:t>Measuring arterial blood pressure involves two independent measurements: </a:t>
            </a:r>
          </a:p>
          <a:p>
            <a:pPr marL="745200" lvl="1" indent="-285750" algn="l">
              <a:spcAft>
                <a:spcPts val="300"/>
              </a:spcAft>
              <a:buFont typeface="Arial" panose="020B0604020202020204" pitchFamily="34" charset="0"/>
              <a:buChar char="•"/>
            </a:pPr>
            <a:r>
              <a:rPr lang="en-IN" sz="1400" b="1" u="sng" dirty="0"/>
              <a:t>Systole</a:t>
            </a:r>
            <a:r>
              <a:rPr lang="en-IN" sz="1400" dirty="0"/>
              <a:t> </a:t>
            </a:r>
            <a:r>
              <a:rPr lang="en-IN" sz="1400" dirty="0">
                <a:sym typeface="Wingdings" panose="05000000000000000000" pitchFamily="2" charset="2"/>
              </a:rPr>
              <a:t> </a:t>
            </a:r>
            <a:r>
              <a:rPr lang="en-IN" sz="1400" dirty="0"/>
              <a:t>a measurement of the </a:t>
            </a:r>
            <a:r>
              <a:rPr lang="en-IN" sz="1400" b="1" dirty="0"/>
              <a:t>peak pressure during the periods of heart contraction</a:t>
            </a:r>
          </a:p>
          <a:p>
            <a:pPr marL="745200" lvl="1" indent="-285750" algn="l">
              <a:spcAft>
                <a:spcPts val="300"/>
              </a:spcAft>
              <a:buFont typeface="Arial" panose="020B0604020202020204" pitchFamily="34" charset="0"/>
              <a:buChar char="•"/>
            </a:pPr>
            <a:r>
              <a:rPr lang="en-IN" sz="1400" b="1" u="sng" dirty="0"/>
              <a:t>Diastole</a:t>
            </a:r>
            <a:r>
              <a:rPr lang="en-IN" sz="1400" dirty="0"/>
              <a:t> </a:t>
            </a:r>
            <a:r>
              <a:rPr lang="en-IN" sz="1400" dirty="0">
                <a:sym typeface="Wingdings" panose="05000000000000000000" pitchFamily="2" charset="2"/>
              </a:rPr>
              <a:t> </a:t>
            </a:r>
            <a:r>
              <a:rPr lang="en-IN" sz="1400" dirty="0"/>
              <a:t>a measurement of the </a:t>
            </a:r>
            <a:r>
              <a:rPr lang="en-IN" sz="1400" b="1" dirty="0"/>
              <a:t>minimum pressure during the periods of relaxation</a:t>
            </a:r>
            <a:r>
              <a:rPr lang="en-IN" sz="1400" dirty="0"/>
              <a:t>. </a:t>
            </a:r>
          </a:p>
          <a:p>
            <a:pPr marL="288000" lvl="0" indent="-285750" algn="l">
              <a:spcAft>
                <a:spcPts val="300"/>
              </a:spcAft>
              <a:buFont typeface="Arial" panose="020B0604020202020204" pitchFamily="34" charset="0"/>
              <a:buChar char="•"/>
            </a:pPr>
            <a:r>
              <a:rPr lang="en-IN" sz="1400" dirty="0"/>
              <a:t>Blood pressure is usually expressed as a ratio of systolic over diastolic blood pressure in </a:t>
            </a:r>
            <a:r>
              <a:rPr lang="en-IN" sz="1400" dirty="0" err="1"/>
              <a:t>millimeters</a:t>
            </a:r>
            <a:r>
              <a:rPr lang="en-IN" sz="1400" dirty="0"/>
              <a:t> of mercury (mmHg). </a:t>
            </a:r>
          </a:p>
          <a:p>
            <a:pPr marL="288000" lvl="0" indent="-285750" algn="l">
              <a:spcAft>
                <a:spcPts val="300"/>
              </a:spcAft>
              <a:buFont typeface="Arial" panose="020B0604020202020204" pitchFamily="34" charset="0"/>
              <a:buChar char="•"/>
            </a:pPr>
            <a:r>
              <a:rPr lang="en-IN" sz="1400" dirty="0"/>
              <a:t>The </a:t>
            </a:r>
            <a:r>
              <a:rPr lang="en-IN" sz="1400" dirty="0">
                <a:highlight>
                  <a:srgbClr val="FFFF00"/>
                </a:highlight>
              </a:rPr>
              <a:t>normal resting blood pressure </a:t>
            </a:r>
            <a:r>
              <a:rPr lang="en-IN" sz="1400" dirty="0"/>
              <a:t>for an adult is about </a:t>
            </a:r>
            <a:r>
              <a:rPr lang="en-IN" sz="1400" dirty="0">
                <a:highlight>
                  <a:srgbClr val="FFFF00"/>
                </a:highlight>
              </a:rPr>
              <a:t>130/70 mmHg. </a:t>
            </a:r>
          </a:p>
          <a:p>
            <a:pPr marL="288000" lvl="0" indent="-285750" algn="l">
              <a:spcAft>
                <a:spcPts val="300"/>
              </a:spcAft>
              <a:buFont typeface="Arial" panose="020B0604020202020204" pitchFamily="34" charset="0"/>
              <a:buChar char="•"/>
            </a:pPr>
            <a:r>
              <a:rPr lang="en-IN" sz="1400" dirty="0"/>
              <a:t>A </a:t>
            </a:r>
            <a:r>
              <a:rPr lang="en-IN" sz="1400" dirty="0">
                <a:highlight>
                  <a:srgbClr val="FFFF00"/>
                </a:highlight>
              </a:rPr>
              <a:t>chronic blood pressure </a:t>
            </a:r>
            <a:r>
              <a:rPr lang="en-IN" sz="1400" dirty="0"/>
              <a:t>of </a:t>
            </a:r>
            <a:r>
              <a:rPr lang="en-IN" sz="1400" dirty="0">
                <a:highlight>
                  <a:srgbClr val="FFFF00"/>
                </a:highlight>
              </a:rPr>
              <a:t>more than 140/90 mmHg </a:t>
            </a:r>
            <a:r>
              <a:rPr lang="en-IN" sz="1400" dirty="0"/>
              <a:t>is viewed as a serious health hazard and is called </a:t>
            </a:r>
            <a:r>
              <a:rPr lang="en-IN" sz="1400" b="1" dirty="0"/>
              <a:t>hypertension</a:t>
            </a:r>
            <a:r>
              <a:rPr lang="en-IN" sz="1400" dirty="0"/>
              <a:t>. </a:t>
            </a:r>
          </a:p>
          <a:p>
            <a:pPr marL="288000" lvl="0" indent="-285750" algn="l">
              <a:spcAft>
                <a:spcPts val="300"/>
              </a:spcAft>
              <a:buFont typeface="Arial" panose="020B0604020202020204" pitchFamily="34" charset="0"/>
              <a:buChar char="•"/>
            </a:pPr>
            <a:r>
              <a:rPr lang="en-IN" sz="1400" dirty="0"/>
              <a:t>You have likely had your blood pressure measured with a </a:t>
            </a:r>
            <a:r>
              <a:rPr lang="en-IN" sz="1400" b="1" dirty="0"/>
              <a:t>sphygmomanometer,</a:t>
            </a:r>
            <a:r>
              <a:rPr lang="en-IN" sz="1400" dirty="0"/>
              <a:t> a crude device composed of a hollow cuff, a rubber bulb for inflating it, and a pressure gauge for measuring the pressure in the cuff (</a:t>
            </a:r>
            <a:r>
              <a:rPr lang="en-IN" sz="1400" dirty="0" err="1"/>
              <a:t>sphygmos</a:t>
            </a:r>
            <a:r>
              <a:rPr lang="en-IN" sz="1400" dirty="0"/>
              <a:t> means pulse ). </a:t>
            </a:r>
          </a:p>
          <a:p>
            <a:pPr marL="288000" lvl="0" indent="-285750" algn="l">
              <a:spcBef>
                <a:spcPts val="600"/>
              </a:spcBef>
              <a:spcAft>
                <a:spcPts val="600"/>
              </a:spcAft>
              <a:buFont typeface="Arial" panose="020B0604020202020204" pitchFamily="34" charset="0"/>
              <a:buChar char="•"/>
            </a:pPr>
            <a:endParaRPr lang="en-IN" sz="1400" b="1" dirty="0"/>
          </a:p>
        </p:txBody>
      </p:sp>
      <p:grpSp>
        <p:nvGrpSpPr>
          <p:cNvPr id="1527" name="Google Shape;1527;p56">
            <a:extLst>
              <a:ext uri="{FF2B5EF4-FFF2-40B4-BE49-F238E27FC236}">
                <a16:creationId xmlns:a16="http://schemas.microsoft.com/office/drawing/2014/main" id="{968BA27F-F562-E538-7E27-F442F65568C8}"/>
              </a:ext>
            </a:extLst>
          </p:cNvPr>
          <p:cNvGrpSpPr/>
          <p:nvPr/>
        </p:nvGrpSpPr>
        <p:grpSpPr>
          <a:xfrm rot="10800000" flipH="1">
            <a:off x="7561682" y="2263846"/>
            <a:ext cx="580432" cy="615807"/>
            <a:chOff x="1795374" y="144994"/>
            <a:chExt cx="580432" cy="615807"/>
          </a:xfrm>
        </p:grpSpPr>
        <p:grpSp>
          <p:nvGrpSpPr>
            <p:cNvPr id="1528" name="Google Shape;1528;p56">
              <a:extLst>
                <a:ext uri="{FF2B5EF4-FFF2-40B4-BE49-F238E27FC236}">
                  <a16:creationId xmlns:a16="http://schemas.microsoft.com/office/drawing/2014/main" id="{2C0172E5-0490-5355-2794-06EE6CD948A5}"/>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DE0FFB49-E932-3190-E17E-B9787C42C71C}"/>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3E260E67-77A7-2D75-217E-E7D5EFB1CF3F}"/>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63E95ABE-A09B-48D6-1BCE-DF4B0735FFAB}"/>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8808A07C-2B5F-6F71-8A2B-2FA0B2474742}"/>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5CD86C22-71F8-5157-C428-BEDAA7D8F118}"/>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54E52F04-7140-3941-E82A-46190240DF18}"/>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86EC8EBD-59FE-878F-13CD-BDDEE537FB00}"/>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9F1A8B33-A9CC-E5D4-364E-F4C0F18AF197}"/>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5EF3155D-3C72-70C2-0F3E-AC6234B8B661}"/>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5597EB0F-D7C8-AC2F-A74E-428A9302CC93}"/>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627BDDE0-F1DE-CC2F-0BCE-F250C92AF9FF}"/>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CC633717-EA9A-3852-5203-6E674EA13926}"/>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E1FA1346-25E7-9AF8-3DF2-F7EBD5547DB9}"/>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A9077BBE-F0AD-9D9F-1543-B8210AAADDC0}"/>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1DB5ECAD-8737-0C58-86C9-9A2FBF07E7C8}"/>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9B4A87FE-0865-FD31-D8BD-F38698AF3B25}"/>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EB635A9E-14A0-127B-9B3B-8D3D3F28E259}"/>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9684191A-7A0D-E947-F53B-632117D05737}"/>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B950BD36-4E84-E552-8CA8-6EE1F366B7CC}"/>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5B757F9A-CB26-51CD-B6ED-A5F28533A2B5}"/>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64849C49-1751-5358-DBD9-9A6AF4910083}"/>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52A2D9D0-EEAA-9B0E-41A2-87E66CE79E45}"/>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6533DB97-CB46-2083-64BB-8B651E36AF75}"/>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FDDF8ACB-CB32-4BD1-282F-8578E0487848}"/>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59588421-07A1-69B2-871C-8E09FBFC8BB4}"/>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4FF64103-D779-D15C-9A57-8E70C14CC45E}"/>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8221D7CF-F849-5CF4-74BF-4F7B037C9088}"/>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993B8B39-0293-4BC3-21AE-5766E59245F2}"/>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106A127D-9647-9C8E-90D3-5CFCE764A184}"/>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59AFE7BD-4F4F-9562-BF26-F31B9E9FD2D0}"/>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E9623A84-E6FE-43B3-D880-424DCD3D89E9}"/>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25668140-3060-BBDB-E372-1695D932EC1B}"/>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AF7D52A3-A4DF-357C-7711-57EC8E74A1FF}"/>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EA687918-9090-72D2-5717-6E3D093320B1}"/>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631D1429-C1CE-E91E-0B0D-169CDBDF87AD}"/>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E1CB6921-C4B1-C115-F2DD-5C8BF7EF0AE5}"/>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BB8082B9-977E-9766-9298-B42DB35CBAA1}"/>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01B425C0-BB5B-EB9A-855D-CC96DA3A76BC}"/>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FA0D3561-0CC4-AD74-B44C-9FFDC5924CA0}"/>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8D330CBB-6475-24AC-800D-872359116D24}"/>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150D276F-3F30-BA39-2DF6-C0CC8B208C90}"/>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990D78B3-024B-CC83-0114-0825C377D41B}"/>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793D3D8E-3F1B-2846-4549-4BEB56047CC7}"/>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460F8EE2-75BC-264A-DD71-FBFF8E1BABCB}"/>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BE9C00EA-C601-380A-B55A-789626A66A15}"/>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A4C2FD85-B24E-5FAF-7D37-7886B0DB4F0C}"/>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2FEEF82D-3EF6-2E71-4E54-9A31FC530D9F}"/>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41F55F1A-C8CB-3A93-B7AD-F1BCA607FE04}"/>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957E91F3-6F59-4450-4DEB-2F6D1F5F018C}"/>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DA7E94FD-D0F0-B50B-40BB-9F37EC4F6539}"/>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3B29D699-DE2C-6FFC-66F9-FA44F6C59244}"/>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54358732-2CED-A31D-3630-4B3405D83D87}"/>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C5DD1196-2987-3197-3641-A5D75CDEEC24}"/>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084F13A5-3F4C-8DC7-77A1-7CA52DAAF785}"/>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DB1DDA73-50B3-738A-6166-C2EECB5D6620}"/>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09390F9B-B37D-95E6-82DC-41239AEBEB2F}"/>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DB070B1D-0558-EECC-BD09-ECA3E83DD5AD}"/>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8ABEDC37-08B5-5677-6C27-B931DE837CA7}"/>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A28B99C8-5846-32D9-8CA8-D7A384407A19}"/>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1AC25C8A-D5CC-B693-0DA7-0EB4462DC9D7}"/>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FFBB1093-2CDD-7E06-BEA3-A2D049153D40}"/>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F0F1635D-ABD8-B970-A56A-8B88F56ED308}"/>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C26A07B2-DA94-C20D-7403-85BB030F6BFC}"/>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C41735C7-4FA2-CDF5-E92B-26678FBF387C}"/>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0AED7E44-40EF-D30E-24FD-DB967F3C4F12}"/>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59464424-26F2-4BD1-C7B0-115809D25C58}"/>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E806706E-E8C2-70B9-DC81-F277E9A9F31B}"/>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993042CB-1BDB-A718-A6D4-62CB44AAA2A9}"/>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48A92DB1-20B8-05FD-EBC7-F08D11873850}"/>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AAF6A192-6212-BB7F-D587-2DBBD049FE28}"/>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5BE0F4A6-59EF-2F11-ED1B-A0F7DB301660}"/>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957AE315-5C00-9063-80CE-D82A1B3F8366}"/>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FAF29DE6-6F17-F106-937B-F4BF139E0441}"/>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5422ECE1-09DE-5341-6B8D-ABDF2B1EE25C}"/>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E8913615-51B1-B975-4A80-7A5B129A0E35}"/>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0F5AB7F3-3CA5-E274-F792-C8A719B197EC}"/>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2C9E6A2C-DC33-A66B-7578-0990276F56E3}"/>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A78A5C94-990C-9C36-CCAB-C4137696075E}"/>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0AC33764-A6A0-9D4D-01CC-70E52F6639A3}"/>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F96A89D9-8E02-C4C5-707F-156F6AB4092D}"/>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51A81BF3-CC3B-4D13-5F79-159B84925B87}"/>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7089F0B4-A5E2-4A27-18D0-24C791294974}"/>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65472CB6-D0FA-8FFE-22B2-0672B8CB80EC}"/>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F511E795-43CF-D3CC-E64F-5537EEDE2D5D}"/>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D2BAA1FD-374C-16CC-AA37-F55AC23A7C07}"/>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8E6D60FE-AEBA-A423-F1FC-15E76A004764}"/>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FEF42101-3546-EDD7-A3E0-99516F0B8090}"/>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E9717A88-016A-7D2C-0256-DE443985601C}"/>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C75C5EA8-EA71-F4E8-D002-2362206F67DA}"/>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B900340E-F5CE-7BB8-75E2-84BDFA18F46A}"/>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F6045ADD-8990-5A1D-523C-7FB337122475}"/>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9D6D7F25-B298-F5BD-E923-57971691BDC5}"/>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D0CE2FC6-FA8B-0787-3823-BFA0A78715D1}"/>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484D4971-9DD7-8CBB-8E96-E5633531AD21}"/>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73BAAD29-B3AE-7EF5-2BE6-D9ACE1A8A806}"/>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96B91F88-E905-8960-1B07-FA23B7620514}"/>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BEB878BE-959A-84A9-0D4D-3F71743A8AB0}"/>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B80DC633-1A99-4434-EB76-283A64009944}"/>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21BC59A2-D73B-F71D-8432-8405BCE54EC5}"/>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335C818D-73EB-3A3E-043C-DB6DBFED81AE}"/>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3135D6BB-1970-924F-09C5-B73D7CBF40EF}"/>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F5A2C63F-07F5-88CD-A24E-1AF6524DAF01}"/>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ABB325B5-382A-681A-7BFF-37ADDE45C6AB}"/>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BEC8371C-2CCC-0463-D927-C0774D6CEEE2}"/>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4B2CADD0-A95F-522F-5ED2-6DF7E5C9270B}"/>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AB0B20C9-E1A7-0FCD-1E40-E420E7B7F52F}"/>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A9FAC628-AF8A-0D4F-12BF-AE48762457F9}"/>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63871F74-FCCD-EAE9-A955-51D438CEF72A}"/>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08B36A29-55FC-C3B0-D638-A4A0F10E2390}"/>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642E9E58-19BD-D255-B3D5-ECD07BDBE4A8}"/>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5F31BCA4-29D2-C14E-AB19-3432F8066857}"/>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67C11493-F2B7-70A9-3C8B-17208A4B76AA}"/>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1E6B3EB5-CB7D-3780-3A1F-FE21B064CBB4}"/>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03C99B1C-DE8B-EE66-2948-0EE15F33D497}"/>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80620236-C775-E90E-DCB7-8389F45FE438}"/>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0E85948C-A1BA-14C3-DFD6-ED3C11DEEAC2}"/>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6702443E-CA3E-BE7B-440C-7482126B82A3}"/>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9FDDDE18-92D7-607E-C949-BF87A5E2B8EC}"/>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4CCC8BA0-F775-DE48-4F54-C2B76E2350FD}"/>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48B91CC1-3D63-6B2B-AE01-6CA4A2C90294}"/>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80A33C11-7F4B-2C78-949D-04ABF694503A}"/>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C6D53CF6-C65B-D21A-2DA1-DAE2A8EB7C20}"/>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9E13E93F-49D3-B2F9-6068-F4C3989297BF}"/>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12DDCFD7-C611-E280-2E15-808A6372743B}"/>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D31535B1-67D5-BB04-39F6-EF6FC027DEA3}"/>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2A5EFCC9-F528-2737-76AF-FAA2E79C680B}"/>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cxnSp>
        <p:nvCxnSpPr>
          <p:cNvPr id="1655" name="Google Shape;1655;p56">
            <a:extLst>
              <a:ext uri="{FF2B5EF4-FFF2-40B4-BE49-F238E27FC236}">
                <a16:creationId xmlns:a16="http://schemas.microsoft.com/office/drawing/2014/main" id="{205810E8-BBCD-0FEE-DC90-2875262A01D9}"/>
              </a:ext>
            </a:extLst>
          </p:cNvPr>
          <p:cNvCxnSpPr>
            <a:cxnSpLocks/>
          </p:cNvCxnSpPr>
          <p:nvPr/>
        </p:nvCxnSpPr>
        <p:spPr>
          <a:xfrm>
            <a:off x="3056510" y="628458"/>
            <a:ext cx="3425933" cy="0"/>
          </a:xfrm>
          <a:prstGeom prst="straightConnector1">
            <a:avLst/>
          </a:prstGeom>
          <a:noFill/>
          <a:ln w="38100" cap="flat" cmpd="sng">
            <a:solidFill>
              <a:schemeClr val="accent6"/>
            </a:solidFill>
            <a:prstDash val="solid"/>
            <a:round/>
            <a:headEnd type="none" w="med" len="med"/>
            <a:tailEnd type="none" w="med" len="med"/>
          </a:ln>
        </p:spPr>
      </p:cxnSp>
    </p:spTree>
    <p:extLst>
      <p:ext uri="{BB962C8B-B14F-4D97-AF65-F5344CB8AC3E}">
        <p14:creationId xmlns:p14="http://schemas.microsoft.com/office/powerpoint/2010/main" val="629146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A38745D7-41B5-D492-9D77-664AF2A0F847}"/>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62AF3910-7DE7-A453-DAFE-D22DED6107D6}"/>
              </a:ext>
            </a:extLst>
          </p:cNvPr>
          <p:cNvSpPr txBox="1">
            <a:spLocks noGrp="1"/>
          </p:cNvSpPr>
          <p:nvPr>
            <p:ph type="title"/>
          </p:nvPr>
        </p:nvSpPr>
        <p:spPr>
          <a:xfrm>
            <a:off x="2014754" y="228818"/>
            <a:ext cx="5489036" cy="457667"/>
          </a:xfrm>
          <a:prstGeom prst="rect">
            <a:avLst/>
          </a:prstGeom>
        </p:spPr>
        <p:txBody>
          <a:bodyPr spcFirstLastPara="1" wrap="square" lIns="91425" tIns="91425" rIns="91425" bIns="91425" anchor="b" anchorCtr="0">
            <a:noAutofit/>
          </a:bodyPr>
          <a:lstStyle/>
          <a:p>
            <a:pPr lvl="0" algn="ctr"/>
            <a:r>
              <a:rPr lang="en-IN" sz="2000" dirty="0">
                <a:solidFill>
                  <a:srgbClr val="FF0000"/>
                </a:solidFill>
              </a:rPr>
              <a:t>Cardiovascular Activity </a:t>
            </a:r>
            <a:r>
              <a:rPr lang="en-IN" sz="1400" dirty="0">
                <a:solidFill>
                  <a:srgbClr val="FF0000"/>
                </a:solidFill>
              </a:rPr>
              <a:t>(Cont.)</a:t>
            </a:r>
            <a:endParaRPr sz="2000" dirty="0">
              <a:solidFill>
                <a:srgbClr val="FF0000"/>
              </a:solidFill>
            </a:endParaRPr>
          </a:p>
        </p:txBody>
      </p:sp>
      <p:sp>
        <p:nvSpPr>
          <p:cNvPr id="1526" name="Google Shape;1526;p56">
            <a:extLst>
              <a:ext uri="{FF2B5EF4-FFF2-40B4-BE49-F238E27FC236}">
                <a16:creationId xmlns:a16="http://schemas.microsoft.com/office/drawing/2014/main" id="{CA96FA29-5764-AB4F-FE17-702DBE2B3986}"/>
              </a:ext>
            </a:extLst>
          </p:cNvPr>
          <p:cNvSpPr txBox="1">
            <a:spLocks noGrp="1"/>
          </p:cNvSpPr>
          <p:nvPr>
            <p:ph type="subTitle" idx="1"/>
          </p:nvPr>
        </p:nvSpPr>
        <p:spPr>
          <a:xfrm>
            <a:off x="167044" y="704452"/>
            <a:ext cx="8646064" cy="3975977"/>
          </a:xfrm>
          <a:prstGeom prst="rect">
            <a:avLst/>
          </a:prstGeom>
        </p:spPr>
        <p:txBody>
          <a:bodyPr spcFirstLastPara="1" wrap="square" lIns="91425" tIns="91425" rIns="91425" bIns="91425" anchor="t" anchorCtr="0">
            <a:noAutofit/>
          </a:bodyPr>
          <a:lstStyle/>
          <a:p>
            <a:pPr marL="2250" lvl="0" indent="0" algn="l">
              <a:spcBef>
                <a:spcPts val="600"/>
              </a:spcBef>
              <a:spcAft>
                <a:spcPts val="600"/>
              </a:spcAft>
            </a:pPr>
            <a:r>
              <a:rPr lang="en-IN" sz="1400" b="1" dirty="0">
                <a:solidFill>
                  <a:schemeClr val="tx1">
                    <a:lumMod val="50000"/>
                    <a:lumOff val="50000"/>
                  </a:schemeClr>
                </a:solidFill>
              </a:rPr>
              <a:t>Blood Volume </a:t>
            </a:r>
          </a:p>
          <a:p>
            <a:pPr marL="288000" lvl="0" indent="-285750" algn="l">
              <a:spcBef>
                <a:spcPts val="600"/>
              </a:spcBef>
              <a:spcAft>
                <a:spcPts val="600"/>
              </a:spcAft>
              <a:buFont typeface="Arial" panose="020B0604020202020204" pitchFamily="34" charset="0"/>
              <a:buChar char="•"/>
            </a:pPr>
            <a:r>
              <a:rPr lang="en-IN" sz="1400" dirty="0"/>
              <a:t>Changes in the volume of blood in particular parts of the body are associated with psychological events. </a:t>
            </a:r>
          </a:p>
          <a:p>
            <a:pPr marL="288000" lvl="0" indent="-285750" algn="l">
              <a:spcBef>
                <a:spcPts val="600"/>
              </a:spcBef>
              <a:spcAft>
                <a:spcPts val="600"/>
              </a:spcAft>
              <a:buFont typeface="Arial" panose="020B0604020202020204" pitchFamily="34" charset="0"/>
              <a:buChar char="•"/>
            </a:pPr>
            <a:r>
              <a:rPr lang="en-IN" sz="1200" dirty="0">
                <a:solidFill>
                  <a:srgbClr val="FF0000"/>
                </a:solidFill>
              </a:rPr>
              <a:t>Example- engorgement of the genitals that is associated with sexual arousal in both males and females. </a:t>
            </a:r>
          </a:p>
          <a:p>
            <a:pPr marL="288000" lvl="0" indent="-285750" algn="l">
              <a:spcBef>
                <a:spcPts val="600"/>
              </a:spcBef>
              <a:spcAft>
                <a:spcPts val="600"/>
              </a:spcAft>
              <a:buFont typeface="Arial" panose="020B0604020202020204" pitchFamily="34" charset="0"/>
              <a:buChar char="•"/>
            </a:pPr>
            <a:r>
              <a:rPr lang="en-IN" sz="1400" b="1" dirty="0"/>
              <a:t>Plethysmography</a:t>
            </a:r>
            <a:r>
              <a:rPr lang="en-IN" sz="1400" dirty="0"/>
              <a:t> refers to the various techniques for measuring changes in the volume of blood in a particular part of the body (</a:t>
            </a:r>
            <a:r>
              <a:rPr lang="en-IN" sz="1400" dirty="0" err="1"/>
              <a:t>plethysmos</a:t>
            </a:r>
            <a:r>
              <a:rPr lang="en-IN" sz="1400" dirty="0"/>
              <a:t> means an enlargement). </a:t>
            </a:r>
          </a:p>
          <a:p>
            <a:pPr marL="288000" lvl="0" indent="-285750" algn="l">
              <a:spcBef>
                <a:spcPts val="600"/>
              </a:spcBef>
              <a:spcAft>
                <a:spcPts val="600"/>
              </a:spcAft>
              <a:buFont typeface="Arial" panose="020B0604020202020204" pitchFamily="34" charset="0"/>
              <a:buChar char="•"/>
            </a:pPr>
            <a:r>
              <a:rPr lang="en-IN" sz="1400" dirty="0"/>
              <a:t>One method of measuring these changes is to </a:t>
            </a:r>
            <a:r>
              <a:rPr lang="en-IN" sz="1400" dirty="0">
                <a:highlight>
                  <a:srgbClr val="FFFF00"/>
                </a:highlight>
              </a:rPr>
              <a:t>record the volume of the target tissue by wrapping a strain gauge around it</a:t>
            </a:r>
            <a:r>
              <a:rPr lang="en-IN" sz="1400" dirty="0"/>
              <a:t>. </a:t>
            </a:r>
          </a:p>
          <a:p>
            <a:pPr marL="288000" lvl="0" indent="-285750" algn="l">
              <a:spcBef>
                <a:spcPts val="600"/>
              </a:spcBef>
              <a:spcAft>
                <a:spcPts val="600"/>
              </a:spcAft>
              <a:buFont typeface="Arial" panose="020B0604020202020204" pitchFamily="34" charset="0"/>
              <a:buChar char="•"/>
            </a:pPr>
            <a:r>
              <a:rPr lang="en-IN" sz="1400" dirty="0"/>
              <a:t>Although this method has utility in measuring blood flow in fingers or similarly shaped organs, the possibilities for employing it are somewhat limited. </a:t>
            </a:r>
          </a:p>
          <a:p>
            <a:pPr marL="288000" lvl="0" indent="-285750" algn="l">
              <a:spcBef>
                <a:spcPts val="600"/>
              </a:spcBef>
              <a:spcAft>
                <a:spcPts val="600"/>
              </a:spcAft>
              <a:buFont typeface="Arial" panose="020B0604020202020204" pitchFamily="34" charset="0"/>
              <a:buChar char="•"/>
            </a:pPr>
            <a:r>
              <a:rPr lang="en-IN" sz="1400" dirty="0"/>
              <a:t>Another </a:t>
            </a:r>
            <a:r>
              <a:rPr lang="en-IN" sz="1400" dirty="0" err="1"/>
              <a:t>plethysmographic</a:t>
            </a:r>
            <a:r>
              <a:rPr lang="en-IN" sz="1400" dirty="0"/>
              <a:t> method is to shine a light through the tissue under investigation and to measure the amount of the light that is absorbed by it. The more blood there is in a structure, the more light it will absorb.</a:t>
            </a:r>
            <a:endParaRPr lang="en-IN" sz="1400" b="1" dirty="0"/>
          </a:p>
        </p:txBody>
      </p:sp>
      <p:grpSp>
        <p:nvGrpSpPr>
          <p:cNvPr id="1527" name="Google Shape;1527;p56">
            <a:extLst>
              <a:ext uri="{FF2B5EF4-FFF2-40B4-BE49-F238E27FC236}">
                <a16:creationId xmlns:a16="http://schemas.microsoft.com/office/drawing/2014/main" id="{606B504B-764A-4F03-3A4E-8BC4193874CC}"/>
              </a:ext>
            </a:extLst>
          </p:cNvPr>
          <p:cNvGrpSpPr/>
          <p:nvPr/>
        </p:nvGrpSpPr>
        <p:grpSpPr>
          <a:xfrm rot="10800000" flipH="1">
            <a:off x="189332" y="4376024"/>
            <a:ext cx="580432" cy="615807"/>
            <a:chOff x="1795374" y="144994"/>
            <a:chExt cx="580432" cy="615807"/>
          </a:xfrm>
        </p:grpSpPr>
        <p:grpSp>
          <p:nvGrpSpPr>
            <p:cNvPr id="1528" name="Google Shape;1528;p56">
              <a:extLst>
                <a:ext uri="{FF2B5EF4-FFF2-40B4-BE49-F238E27FC236}">
                  <a16:creationId xmlns:a16="http://schemas.microsoft.com/office/drawing/2014/main" id="{AF30C901-6FD7-0362-06B1-66BE5BD4B68B}"/>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EA9197DD-1659-7369-AA49-A5D0D55B307C}"/>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AE75BDA4-720A-0617-87E5-0134E121C35D}"/>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68843FFC-D171-38E2-329A-D7FC0A3B0AC8}"/>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DA41FFC0-0B10-F981-0DF2-6BD0C1D206AD}"/>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EFB8640E-45B9-257E-F393-1FDE4A1EB6F9}"/>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C24F334E-B0CD-B513-4E2C-7553A8DD2018}"/>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9734B41E-AA4C-0317-54DD-CC8B2285D205}"/>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3A2CA2D8-F227-A09B-C584-F3B5DDADCF7B}"/>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F890D6C0-94AF-A282-A3F7-1CFBDE7699E1}"/>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E3DF1251-F51F-E505-0EAB-3534FA9440B9}"/>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BAA31720-95D0-0437-9F20-D7E8E433D546}"/>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5DCEC47E-A7EE-E789-6622-90A28DFBC5EC}"/>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42968506-E7DA-C8E4-7BD1-8B44976D78E1}"/>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5574CF56-BFB2-0B4E-E54A-29FE2FDE1E16}"/>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5AA30FFA-AC9B-2300-30CA-A99A9DEA7520}"/>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397F8D1F-04DF-65BA-0927-A1C83C09FB7B}"/>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E547316D-7225-ADD8-FE1F-095C4C9B9D09}"/>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2FE3FA0A-E803-733A-1CE0-5A579E6116E7}"/>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B536AEA9-8AD0-40B1-F453-29182368ACED}"/>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F0D99635-AA5F-5418-B061-0D71C82A4F67}"/>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6C9131D1-0CFC-8671-41A9-DF5B348375DC}"/>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CFA2B795-81FF-8DCE-B452-68B1ACD3E48A}"/>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241B144D-5861-1E54-7D7B-7350051321D7}"/>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19884246-B06B-3753-A58A-E25BC5D9A556}"/>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7BEEACBC-A9ED-5326-AD02-58707A325F35}"/>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5AC21AB1-DCB4-169B-029E-57BD04B92623}"/>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BE80CCC9-7EEC-55ED-2913-A794FC050078}"/>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AAE50022-787D-0C19-CCA1-FE929561CD46}"/>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8CB37261-0A26-F842-D419-A67751476833}"/>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71F6298D-3045-7C71-94BC-0AC4DE376912}"/>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DA841CD0-2122-D03B-B978-D71E62755238}"/>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763E9B02-9EB9-979B-8DD8-7FDB5D2902F9}"/>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AB39E461-4CEB-AC95-69FF-A533E6A9105D}"/>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935E6A32-BA30-C16E-0A5F-4A38E3410355}"/>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3902FCB9-9FB4-3FE1-CE92-51EA732E58A6}"/>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05AE28A6-84F3-CCFC-52D2-5AC85EF1051C}"/>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EB4ACB7B-003D-62E6-A470-72B224C46131}"/>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A70C37DC-013A-2F6E-1AFF-E55029E81379}"/>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AA08E3E8-7080-479E-FAC2-0F43C2BBCC02}"/>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7E89BC93-84BE-A5EB-A33D-29296B3CBDE0}"/>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0762CD67-3817-95E8-CE21-5FC2CA169BE1}"/>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AD9D7307-7276-650A-92A1-0392E0653240}"/>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1FA9BC6B-38B7-26E2-A930-A5054704A775}"/>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25AADB3F-A8D2-1F09-1517-36181A77D9E6}"/>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84F448D1-C9F8-4D40-086F-51192B00D7D1}"/>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89AEE783-48CA-6A00-4F75-4F525845F4F2}"/>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4012926B-4F8F-303A-65F8-B0E451E89E6B}"/>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C377C1CF-9FC4-40CD-B575-4E85A381F6A0}"/>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D74D3145-1850-6DF1-4DF2-3076E3272A01}"/>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E2B3A9FD-E211-53D7-292E-0C8CC16FA5CE}"/>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B34BE275-DD7E-28AD-8BA5-A82A9175562B}"/>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B2FEC2A4-A754-FA78-6244-6F5AB5AFE41F}"/>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5E060E14-EA7E-7690-8139-3C5D802E4B42}"/>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572870DD-0F1E-66E8-0A99-10936411610A}"/>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44B7938D-BF51-DBD1-3D6A-DEA126AFF8BA}"/>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F11A64E0-5CE5-15B2-AD2A-61199DD005AA}"/>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88A16D60-4547-E458-B4DC-E60398DA556D}"/>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5E56DF6C-F631-AC2B-CA75-8788D5ABEE85}"/>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0C39DDC7-424F-4BAD-9507-5EDA1EAFA45E}"/>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0A78D42D-28F2-2F08-32B6-085F2D3DD0CC}"/>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8EE98495-4768-FC57-9631-778633F82B71}"/>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130C07FE-4A60-BD8C-3786-431DD1DA4FC6}"/>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1DC23760-3D5D-1C9E-F702-F9AF4A56619F}"/>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4AF93C6A-1C4E-7E6D-886F-0BED28BBD83A}"/>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2606E6E6-E72E-D3E9-44AE-7AAF7AB543FE}"/>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BBE12D8D-89A8-7625-9098-9B79815481F2}"/>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41390E3C-6AF6-E576-B80D-7F5EAED5C7A1}"/>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D3CD17A5-BC9B-0741-687D-B0A0D85061AA}"/>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5C4C4E65-7B97-5D00-44B7-261C1F6D3469}"/>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92382FF8-2256-CC03-DD5D-0C4130144410}"/>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FB88FF71-7B92-0E70-9F48-19CD2B49D6B3}"/>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B59BF43F-A657-AFBC-6DF5-CDFECD354A98}"/>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83B5807D-8948-4DD0-9C2A-88908B8BED39}"/>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73EBA318-E98B-D97D-770D-20EE58669F0C}"/>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0EE06847-26A9-C5FE-F8B2-D2F1BFE9E89F}"/>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D09D6942-3127-86DC-0C66-CEAD424E63B1}"/>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2DA61230-C094-A1EA-8265-21FB53FAAD0D}"/>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B6E03BBB-0EAE-B447-60F1-4C9065453C18}"/>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EB348DD5-C361-6120-886C-BA9F7AB8E9F6}"/>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9DBF9294-5289-B2E3-AB25-AEFDC9B0177C}"/>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C9AF442C-2113-7E06-CB99-FF63C4D4B546}"/>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A1DB3009-B25D-16FF-A3D8-9708C0BC4807}"/>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4367E634-B298-94C6-1012-E724867AB1FD}"/>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4A71BCDC-C15E-C0F3-5297-1D0B5EC71FA8}"/>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049A09DC-F622-F8B0-82A2-4DF9A449B2F1}"/>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F1F09988-FB11-3903-A094-1B62BD8E6510}"/>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11BC45EC-4132-50A3-4794-6354193B83FB}"/>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C1D0918D-54EA-902B-56AD-7A155AB59993}"/>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E08C7A3C-56FC-8269-8D92-7A259000B225}"/>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DBCE59F8-B376-F707-C142-D0EC4ECA15BE}"/>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BD02708C-BA6D-4732-503A-A57012144DE4}"/>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2A9CC597-3E79-A808-AE7A-F0C83C8DB0D5}"/>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A6096355-B3D1-0AE4-7AB0-3BA22A5211AA}"/>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FC627660-B7B8-7665-69D6-0F6B77D16996}"/>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C572E221-1676-DE04-140C-659BEE281CE6}"/>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71FD8E27-6FA4-C81F-093F-13606775E2F1}"/>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15EEF0DA-285B-7B14-FE0C-7B8CCD248E22}"/>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3F631029-423D-2462-DF99-01488C8299C2}"/>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3167DF68-D009-38D4-1BDC-591AB91765C3}"/>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16CD2195-B4BE-5E37-933E-1AE385A648D2}"/>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F3481C54-37F2-E9F2-5F3B-84CDF1AE61EE}"/>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7D8F897E-D986-C9B8-9B02-7EAABD8F2F8E}"/>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E87E462E-49C9-0DF3-60F8-60BA237B84F2}"/>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8EF0443A-2C33-9AA8-2CF9-CC48BD942F4D}"/>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691190AE-5AB3-6601-6E04-F5EF8ED97193}"/>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CBA30C5D-227F-BE06-4171-8422A466CAEA}"/>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B989469E-8369-AA03-5B5A-379D6545377A}"/>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2327636F-602C-9DDF-C34C-EB6D526DB336}"/>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E378E700-F7C4-BCF6-7366-CD757AD32C51}"/>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667A6478-2A84-C8C6-A9E3-8C4289551283}"/>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5FB1EAA2-7733-918F-7A7E-9414F2B0F5EF}"/>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9620E52B-E61F-EFD6-27F0-F0A0A0C82CE9}"/>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953EDC24-F9D3-058C-5538-050D4CBF7C9B}"/>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E76101B3-4D0A-1227-EC0A-04859C5EF040}"/>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403A9188-4281-68EC-18E1-C2EC4155E91E}"/>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15A7CE2F-761E-EF83-5AE1-C67ACAC6A454}"/>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577C8BF9-2463-0E3D-4A5A-55D293930413}"/>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9D9BFA02-87C4-5672-D3E1-B24686397FBC}"/>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F5FAB98B-4429-A62F-33E9-0E8E2A611EA6}"/>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74119494-E44C-1904-0B6F-96923142ED2B}"/>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4BFB30C5-63EB-D22C-348A-CDA8581E2241}"/>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A31991BD-A4C1-D3D3-D60D-2CC02D3A123E}"/>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962F1D0E-68C0-184C-F50C-C92EDB8B7F8F}"/>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8736C39B-EDB8-39E5-1A44-57207B10C1CB}"/>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FCEDF3A0-A557-F1C5-93EC-8A378B5EADAC}"/>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6DC62759-96F8-AA02-B358-4CB4ED121D0D}"/>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cxnSp>
        <p:nvCxnSpPr>
          <p:cNvPr id="1655" name="Google Shape;1655;p56">
            <a:extLst>
              <a:ext uri="{FF2B5EF4-FFF2-40B4-BE49-F238E27FC236}">
                <a16:creationId xmlns:a16="http://schemas.microsoft.com/office/drawing/2014/main" id="{55E0D80B-2640-A5E1-F459-3EB9274791E5}"/>
              </a:ext>
            </a:extLst>
          </p:cNvPr>
          <p:cNvCxnSpPr>
            <a:cxnSpLocks/>
          </p:cNvCxnSpPr>
          <p:nvPr/>
        </p:nvCxnSpPr>
        <p:spPr>
          <a:xfrm>
            <a:off x="2860567" y="620294"/>
            <a:ext cx="2903419" cy="0"/>
          </a:xfrm>
          <a:prstGeom prst="straightConnector1">
            <a:avLst/>
          </a:prstGeom>
          <a:noFill/>
          <a:ln w="38100" cap="flat" cmpd="sng">
            <a:solidFill>
              <a:schemeClr val="accent6"/>
            </a:solidFill>
            <a:prstDash val="solid"/>
            <a:round/>
            <a:headEnd type="none" w="med" len="med"/>
            <a:tailEnd type="none" w="med" len="med"/>
          </a:ln>
        </p:spPr>
      </p:cxnSp>
    </p:spTree>
    <p:extLst>
      <p:ext uri="{BB962C8B-B14F-4D97-AF65-F5344CB8AC3E}">
        <p14:creationId xmlns:p14="http://schemas.microsoft.com/office/powerpoint/2010/main" val="2090526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10D41947-C8CD-FDB8-9491-82EAC04A1C1C}"/>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7BF3F717-346A-D48E-F7D2-36CD5095F3EB}"/>
              </a:ext>
            </a:extLst>
          </p:cNvPr>
          <p:cNvSpPr txBox="1">
            <a:spLocks noGrp="1"/>
          </p:cNvSpPr>
          <p:nvPr>
            <p:ph type="title"/>
          </p:nvPr>
        </p:nvSpPr>
        <p:spPr>
          <a:xfrm>
            <a:off x="1882332" y="312577"/>
            <a:ext cx="5813510" cy="457667"/>
          </a:xfrm>
          <a:prstGeom prst="rect">
            <a:avLst/>
          </a:prstGeom>
        </p:spPr>
        <p:txBody>
          <a:bodyPr spcFirstLastPara="1" wrap="square" lIns="91425" tIns="91425" rIns="91425" bIns="91425" anchor="b" anchorCtr="0">
            <a:noAutofit/>
          </a:bodyPr>
          <a:lstStyle/>
          <a:p>
            <a:pPr lvl="0" algn="ctr"/>
            <a:r>
              <a:rPr lang="en-IN" sz="2000" dirty="0">
                <a:solidFill>
                  <a:srgbClr val="7030A0"/>
                </a:solidFill>
              </a:rPr>
              <a:t>Invasive Physiological Research Methods</a:t>
            </a:r>
            <a:endParaRPr sz="2000" dirty="0">
              <a:solidFill>
                <a:srgbClr val="7030A0"/>
              </a:solidFill>
            </a:endParaRPr>
          </a:p>
        </p:txBody>
      </p:sp>
      <p:sp>
        <p:nvSpPr>
          <p:cNvPr id="1526" name="Google Shape;1526;p56">
            <a:extLst>
              <a:ext uri="{FF2B5EF4-FFF2-40B4-BE49-F238E27FC236}">
                <a16:creationId xmlns:a16="http://schemas.microsoft.com/office/drawing/2014/main" id="{1CFD3100-785A-ADDA-2B8D-B324D26F3EB5}"/>
              </a:ext>
            </a:extLst>
          </p:cNvPr>
          <p:cNvSpPr txBox="1">
            <a:spLocks noGrp="1"/>
          </p:cNvSpPr>
          <p:nvPr>
            <p:ph type="subTitle" idx="1"/>
          </p:nvPr>
        </p:nvSpPr>
        <p:spPr>
          <a:xfrm>
            <a:off x="179668" y="753980"/>
            <a:ext cx="8646064" cy="3975977"/>
          </a:xfrm>
          <a:prstGeom prst="rect">
            <a:avLst/>
          </a:prstGeom>
        </p:spPr>
        <p:txBody>
          <a:bodyPr spcFirstLastPara="1" wrap="square" lIns="91425" tIns="91425" rIns="91425" bIns="91425" numCol="2" anchor="t" anchorCtr="0">
            <a:noAutofit/>
          </a:bodyPr>
          <a:lstStyle/>
          <a:p>
            <a:pPr marL="2250" lvl="0" indent="0" algn="ctr">
              <a:spcBef>
                <a:spcPts val="600"/>
              </a:spcBef>
              <a:spcAft>
                <a:spcPts val="600"/>
              </a:spcAft>
            </a:pPr>
            <a:r>
              <a:rPr lang="en-IN" sz="1800" b="1" dirty="0">
                <a:solidFill>
                  <a:srgbClr val="FF0000"/>
                </a:solidFill>
              </a:rPr>
              <a:t>Stereotaxic Surgery</a:t>
            </a:r>
          </a:p>
          <a:p>
            <a:pPr marL="288000" lvl="0" indent="-285750" algn="l">
              <a:spcAft>
                <a:spcPts val="300"/>
              </a:spcAft>
              <a:buFont typeface="Arial" panose="020B0604020202020204" pitchFamily="34" charset="0"/>
              <a:buChar char="•"/>
            </a:pPr>
            <a:r>
              <a:rPr lang="en-IN" sz="1400" dirty="0"/>
              <a:t>Stereotaxic surgery </a:t>
            </a:r>
            <a:r>
              <a:rPr lang="en-IN" sz="1400" dirty="0">
                <a:sym typeface="Wingdings" panose="05000000000000000000" pitchFamily="2" charset="2"/>
              </a:rPr>
              <a:t> </a:t>
            </a:r>
            <a:r>
              <a:rPr lang="en-IN" sz="1400" dirty="0"/>
              <a:t>means by which experimental devices are precisely positioned in the depths of the brain.</a:t>
            </a:r>
          </a:p>
          <a:p>
            <a:pPr marL="288000" lvl="0" indent="-285750" algn="l">
              <a:spcAft>
                <a:spcPts val="300"/>
              </a:spcAft>
              <a:buFont typeface="Arial" panose="020B0604020202020204" pitchFamily="34" charset="0"/>
              <a:buChar char="•"/>
            </a:pPr>
            <a:r>
              <a:rPr lang="en-IN" sz="1400" dirty="0"/>
              <a:t>Two things are required in stereotaxic surgery: </a:t>
            </a:r>
          </a:p>
          <a:p>
            <a:pPr marL="745200" lvl="1" indent="-285750" algn="l">
              <a:spcAft>
                <a:spcPts val="300"/>
              </a:spcAft>
              <a:buFont typeface="Arial" panose="020B0604020202020204" pitchFamily="34" charset="0"/>
              <a:buChar char="•"/>
            </a:pPr>
            <a:r>
              <a:rPr lang="en-IN" sz="1400" dirty="0"/>
              <a:t>An atlas to provide directions to the target site </a:t>
            </a:r>
          </a:p>
          <a:p>
            <a:pPr marL="745200" lvl="1" indent="-285750" algn="l">
              <a:spcAft>
                <a:spcPts val="300"/>
              </a:spcAft>
              <a:buFont typeface="Arial" panose="020B0604020202020204" pitchFamily="34" charset="0"/>
              <a:buChar char="•"/>
            </a:pPr>
            <a:r>
              <a:rPr lang="en-IN" sz="1400" dirty="0"/>
              <a:t>An instrument for getting there</a:t>
            </a:r>
          </a:p>
          <a:p>
            <a:pPr marL="2250" lvl="0" indent="0" algn="l">
              <a:spcAft>
                <a:spcPts val="300"/>
              </a:spcAft>
            </a:pPr>
            <a:r>
              <a:rPr lang="en-IN" sz="1400" b="1" dirty="0">
                <a:solidFill>
                  <a:schemeClr val="tx1">
                    <a:lumMod val="50000"/>
                    <a:lumOff val="50000"/>
                  </a:schemeClr>
                </a:solidFill>
              </a:rPr>
              <a:t>The stereotaxic atlas</a:t>
            </a:r>
          </a:p>
          <a:p>
            <a:pPr marL="288000" lvl="0" indent="-285750" algn="l">
              <a:spcAft>
                <a:spcPts val="300"/>
              </a:spcAft>
              <a:buFont typeface="Arial" panose="020B0604020202020204" pitchFamily="34" charset="0"/>
              <a:buChar char="•"/>
            </a:pPr>
            <a:r>
              <a:rPr lang="en-IN" sz="1400" dirty="0"/>
              <a:t>Used to locate brain structures </a:t>
            </a:r>
          </a:p>
          <a:p>
            <a:pPr marL="288000" lvl="0" indent="-285750" algn="l">
              <a:spcAft>
                <a:spcPts val="300"/>
              </a:spcAft>
              <a:buFont typeface="Arial" panose="020B0604020202020204" pitchFamily="34" charset="0"/>
              <a:buChar char="•"/>
            </a:pPr>
            <a:r>
              <a:rPr lang="en-IN" sz="1400" dirty="0"/>
              <a:t>Since the brain has three dimensions (Anterior–Posterior; Medial–Lateral &amp; Dorsal–Ventral), the brain is represented in a stereotaxic atlas by a series of individual maps, one per page, each representing the structure of a single, two-dimensional frontal brain slice.</a:t>
            </a:r>
          </a:p>
          <a:p>
            <a:pPr marL="288000" lvl="0" indent="-285750" algn="l">
              <a:spcAft>
                <a:spcPts val="300"/>
              </a:spcAft>
              <a:buFont typeface="Arial" panose="020B0604020202020204" pitchFamily="34" charset="0"/>
              <a:buChar char="•"/>
            </a:pPr>
            <a:r>
              <a:rPr lang="en-IN" sz="1400" dirty="0"/>
              <a:t>In stereotaxic atlases, all distances are given in </a:t>
            </a:r>
            <a:r>
              <a:rPr lang="en-IN" sz="1400" dirty="0" err="1"/>
              <a:t>millimeters</a:t>
            </a:r>
            <a:r>
              <a:rPr lang="en-IN" sz="1400" dirty="0"/>
              <a:t> from a designated reference point. </a:t>
            </a:r>
          </a:p>
          <a:p>
            <a:pPr marL="288000" lvl="0" indent="-285750" algn="l">
              <a:spcAft>
                <a:spcPts val="300"/>
              </a:spcAft>
              <a:buFont typeface="Arial" panose="020B0604020202020204" pitchFamily="34" charset="0"/>
              <a:buChar char="•"/>
            </a:pPr>
            <a:r>
              <a:rPr lang="en-IN" sz="1400" dirty="0"/>
              <a:t>In some rat atlases, the reference point is </a:t>
            </a:r>
            <a:r>
              <a:rPr lang="en-IN" sz="1400" b="1" dirty="0"/>
              <a:t>bregma</a:t>
            </a:r>
            <a:r>
              <a:rPr lang="en-IN" sz="1400" dirty="0"/>
              <a:t>, the point on the top of the skull where two of the major sutures (seams in the skull) intersect. </a:t>
            </a:r>
          </a:p>
          <a:p>
            <a:pPr marL="2250" indent="0" algn="l">
              <a:spcAft>
                <a:spcPts val="300"/>
              </a:spcAft>
            </a:pPr>
            <a:r>
              <a:rPr lang="en-IN" sz="1400" b="1" dirty="0">
                <a:solidFill>
                  <a:schemeClr val="tx1">
                    <a:lumMod val="50000"/>
                    <a:lumOff val="50000"/>
                  </a:schemeClr>
                </a:solidFill>
              </a:rPr>
              <a:t>The stereotaxic instrument </a:t>
            </a:r>
          </a:p>
          <a:p>
            <a:pPr marL="288000" indent="-285750" algn="l">
              <a:spcAft>
                <a:spcPts val="300"/>
              </a:spcAft>
              <a:buFont typeface="Arial" panose="020B0604020202020204" pitchFamily="34" charset="0"/>
              <a:buChar char="•"/>
            </a:pPr>
            <a:r>
              <a:rPr lang="en-IN" sz="1400" dirty="0"/>
              <a:t>Has </a:t>
            </a:r>
            <a:r>
              <a:rPr lang="en-IN" sz="1400" u="sng" dirty="0"/>
              <a:t>two parts</a:t>
            </a:r>
            <a:r>
              <a:rPr lang="en-IN" sz="1400" dirty="0"/>
              <a:t>: a </a:t>
            </a:r>
            <a:r>
              <a:rPr lang="en-IN" sz="1400" b="1" dirty="0"/>
              <a:t>head holder</a:t>
            </a:r>
            <a:r>
              <a:rPr lang="en-IN" sz="1400" dirty="0"/>
              <a:t>, which firmly holds each subjects brain in the prescribed position and orientation; and </a:t>
            </a:r>
            <a:r>
              <a:rPr lang="en-IN" sz="1400" b="1" dirty="0"/>
              <a:t>an electrode holder</a:t>
            </a:r>
            <a:r>
              <a:rPr lang="en-IN" sz="1400" dirty="0"/>
              <a:t>, which holds the device to be inserted.</a:t>
            </a:r>
          </a:p>
          <a:p>
            <a:pPr marL="288000" indent="-285750" algn="l">
              <a:spcAft>
                <a:spcPts val="300"/>
              </a:spcAft>
              <a:buFont typeface="Arial" panose="020B0604020202020204" pitchFamily="34" charset="0"/>
              <a:buChar char="•"/>
            </a:pPr>
            <a:r>
              <a:rPr lang="en-IN" sz="1400" b="1" dirty="0"/>
              <a:t>A system of precision gears allows the electrode holder to be moved in three dimensions</a:t>
            </a:r>
            <a:endParaRPr lang="en-IN" sz="1400" dirty="0"/>
          </a:p>
          <a:p>
            <a:pPr marL="288000" lvl="0" indent="-285750" algn="l">
              <a:spcBef>
                <a:spcPts val="600"/>
              </a:spcBef>
              <a:spcAft>
                <a:spcPts val="600"/>
              </a:spcAft>
              <a:buFont typeface="Arial" panose="020B0604020202020204" pitchFamily="34" charset="0"/>
              <a:buChar char="•"/>
            </a:pPr>
            <a:endParaRPr lang="en-IN" sz="1400" dirty="0"/>
          </a:p>
        </p:txBody>
      </p:sp>
      <p:grpSp>
        <p:nvGrpSpPr>
          <p:cNvPr id="1527" name="Google Shape;1527;p56">
            <a:extLst>
              <a:ext uri="{FF2B5EF4-FFF2-40B4-BE49-F238E27FC236}">
                <a16:creationId xmlns:a16="http://schemas.microsoft.com/office/drawing/2014/main" id="{E821EF20-82D2-5F86-72D2-510C3C05E0B9}"/>
              </a:ext>
            </a:extLst>
          </p:cNvPr>
          <p:cNvGrpSpPr/>
          <p:nvPr/>
        </p:nvGrpSpPr>
        <p:grpSpPr>
          <a:xfrm rot="10800000" flipH="1">
            <a:off x="146985" y="1802769"/>
            <a:ext cx="580432" cy="615807"/>
            <a:chOff x="1795374" y="144994"/>
            <a:chExt cx="580432" cy="615807"/>
          </a:xfrm>
        </p:grpSpPr>
        <p:grpSp>
          <p:nvGrpSpPr>
            <p:cNvPr id="1528" name="Google Shape;1528;p56">
              <a:extLst>
                <a:ext uri="{FF2B5EF4-FFF2-40B4-BE49-F238E27FC236}">
                  <a16:creationId xmlns:a16="http://schemas.microsoft.com/office/drawing/2014/main" id="{F8E0BCF4-C0F6-9AA1-01D0-62017A3751D6}"/>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8AC2E330-5951-A232-C81A-BE2294E55C35}"/>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F10BDA58-9424-0D2F-4008-014268A58339}"/>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AB98652D-4C34-A418-0334-C2CB2F208FC9}"/>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67F0AE4E-DEBC-6647-D92C-C6997104A8FD}"/>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62622986-5F84-06ED-7060-17E0FA971AC1}"/>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E819FB18-F325-2CCD-4DF5-326E1E30D285}"/>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45468C90-655F-5E17-B072-72062247F887}"/>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F53BEF01-3628-C979-C9BA-A84781BD5BCB}"/>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A4937BBB-919E-E915-4096-051086239AD1}"/>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52E0920B-8FE4-AD92-B918-0D887D4E9A51}"/>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D2FC3FDA-3AEE-E0A7-95A3-DCCCE572708C}"/>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13755330-1489-718B-2361-8B94D2630414}"/>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E859B434-6E88-C71E-3367-C3FBC614528F}"/>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DC21C709-D463-3F1F-6E1F-392794EFCD04}"/>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E79C07D6-FF90-AC89-10FD-A845408068A3}"/>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9D1DD5B6-9EF6-565F-08B6-1EACBC5F5C31}"/>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610546AF-E5E3-A369-F0A5-F7D865F4E60D}"/>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F36EC368-F561-E368-3E3F-5CB510017862}"/>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4C24BA97-C42A-42E0-78D2-730A14894942}"/>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12E2BE07-06DC-A636-FAA2-7F8E124A0F48}"/>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65B98D06-F56A-9166-1007-4CD9E5667942}"/>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629B9C7A-1831-4E3D-1AC2-343C6E5BDCF4}"/>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05EA4779-B8C5-A7DF-A257-958AD7450297}"/>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DA95EAE7-B165-BD32-CCCA-9819DB0F0951}"/>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68F71C89-9624-06FE-A2B9-F8C9724FAF45}"/>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96AB0C15-EC95-381C-07B2-1CF819D6E25A}"/>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975270EB-DA58-79C6-79BA-3014183AF709}"/>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7C8A2870-E128-0346-6532-B04DBDBFAF94}"/>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69EE1D06-A191-5D48-D545-3FCCBFAF8740}"/>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67AAECC3-13DD-B6DB-79C5-8D81092DBA81}"/>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38A777D4-61E2-B02A-748A-E291E86800BE}"/>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4C0491BB-C7B8-1DBF-841A-A4B94147B947}"/>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25C1FBC5-6E03-9EEB-5F94-FB4B4156740C}"/>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E84DA33E-0B2C-1F98-0243-C4F3B1E482DB}"/>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EA62CBA0-08F7-2B20-974D-459D9F5F5C5D}"/>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7BC75381-A7B7-2DEB-7D0A-1F526613B085}"/>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83555537-68EB-11EC-93F6-F79D6EBC06F0}"/>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75C6487B-EB00-9BD1-7531-5E7EED91270A}"/>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8C063F8E-E72B-7010-8CC3-BF727DB1177B}"/>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23FC03A6-8A16-5B44-0D98-6110CCB3614E}"/>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1A697D22-3829-1B4A-F4B6-7E5838CCCE38}"/>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770028D7-CFB1-722A-BA9D-FEF9551E8822}"/>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21134B40-70B2-FD10-8E76-C8667E8A4C27}"/>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5223717D-EF00-0BEC-43EC-661107343A4F}"/>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7510F2F7-46FC-EEC2-FDCA-E4905CBDEE31}"/>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E6AFF6B9-0107-47C1-9020-792C33984932}"/>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FB24B182-9E3B-D4B6-DFC0-A36A1AFB19BA}"/>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22D1FE2B-6794-F975-F1C6-ACEE6813326F}"/>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0DAC12FA-5B50-911B-A400-B5536F52CFEF}"/>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FF2629E0-2761-C68F-6CE2-A33AC4EA14A1}"/>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9AB3D23D-FC11-ABBE-2857-7BFADA50D383}"/>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9116A782-3264-208B-EC64-C6D69DCACE58}"/>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D1F8A6E2-BCB7-1EA6-946E-C95C0B61CB98}"/>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DB607EBF-855F-4C01-9815-6836A04ACCAF}"/>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50F4B1E4-47DE-5511-78E5-03A80DE6B69D}"/>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6C4DB54D-2275-9629-CF87-98C93ACF7CC8}"/>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2E606CA6-3C7D-EBA1-7A7F-B96CB32160C5}"/>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D26B9E64-007F-1D01-2C1D-D3995565E11D}"/>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80D61B29-5E20-CB53-20D0-C7A1DF694B0E}"/>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594A5AD1-2BF1-2063-2C90-A0AFFCD1965F}"/>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8CD9F609-931C-0548-BCE5-06F2200DB2B6}"/>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4D814942-33D3-927B-48A4-32C3CD6513DA}"/>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F237BB78-C534-EBA9-43DE-5FC288B06836}"/>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D7ACDDE1-A0E3-3735-CE86-6D8840548ECF}"/>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66A134D7-582C-1D32-1E4F-931A999511BC}"/>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AB5AC704-F1B7-38AE-C5B3-28615178EC02}"/>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86342FC4-B4F4-CC7B-F8BA-AADE023301CC}"/>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04470348-5A3C-2D91-DB7D-0DB10F8202D9}"/>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36FE9018-E50E-8D88-C934-0ACB6BA19EF0}"/>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4477CCEF-484A-36CB-BD0F-1EED1B56C326}"/>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2530C4D3-F997-4B18-B38B-8A9AA7E21032}"/>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01F83C6C-D41C-F200-3BAD-812827C50A63}"/>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3E9FBBC6-5D5C-7634-AB07-F6D9AF8E3F82}"/>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E325D16F-AF75-D99C-1022-A8687A802C18}"/>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B22EC221-1A55-47C5-D53F-783C5B5F814F}"/>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E6797A1F-326D-FBCA-07DC-522CD4B5AE48}"/>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D6888DA6-68A7-C2AE-2290-271566449B5C}"/>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3D9A2673-12ED-CA0B-69B7-DA8572EF76F2}"/>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E4B5D388-CB0E-62EF-2624-4D7D673C8D2E}"/>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0B76C5A8-2983-021C-41A4-81E74F1B4A51}"/>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0E6889E3-B837-C55C-278F-8B37D4E8A509}"/>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71566A43-ADFD-A85B-01BA-327C5C37403C}"/>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463777A3-2432-798B-DA7F-BA962A2F25FB}"/>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7B607582-9B45-22C5-EBE7-7F2C4ABCE4B6}"/>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36EDF016-0FB8-C860-A8AC-42BC2CD83D0C}"/>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E9A2AD69-0EFA-8742-890A-EB50AD814FC4}"/>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7078D852-FB22-5098-19D7-0932F1999FF9}"/>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A1C3FAE7-9417-2288-5FB2-6E8BEA65A83E}"/>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5176DD85-955D-F415-CD62-8155F79CA7DF}"/>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81D5E9DA-6B20-7CDB-6DCC-7985002CF116}"/>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97B5AF57-DE3C-9DDF-B1CB-9E76DB64C933}"/>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0A7CF77C-9EC3-40B4-1AB3-595825E39287}"/>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72B9F986-E3CA-7A11-B7F0-765157DDD79D}"/>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1ECD4470-F34A-1252-C79D-F875088DBFFF}"/>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F177769D-D0F7-86AA-EDC2-DE670838B3CE}"/>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17905936-C59A-9967-3509-DC878C704F37}"/>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7406F551-7361-C864-F632-7EFA02867A15}"/>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F7C42F41-6D13-7678-405F-64287ABE6BD3}"/>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62026020-7BDE-D54E-C028-47E26E1D74E6}"/>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B8D259B7-9EBA-D051-E84A-BE75839483CB}"/>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A5459D1B-CCE8-9302-CDDB-20FBC5901AD1}"/>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0F546FB7-46B9-F5AB-3028-B582330C258E}"/>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76899792-F3B6-6A09-DE5B-41E52BE58766}"/>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D222C724-6810-C95A-1961-E2B2014AA7E2}"/>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2C858E1A-52E6-1C33-FC5A-FEE1C6587304}"/>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2AFD6E48-3312-9EE7-1880-1B4D9095A9E3}"/>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2E9AF013-18F6-3D0F-DE06-88E7B053299E}"/>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10643977-6118-1CDF-3702-94195B4DC554}"/>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7AB89460-0B3D-C0D9-7B2B-712437361F68}"/>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D719DAF0-16E9-B5E7-4820-8484950085BB}"/>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45E4941E-66FC-2EB8-4B1B-F1469E04689E}"/>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AE6A5A9D-151E-28BC-07F7-070C21E87723}"/>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8643C328-70C9-4B20-0BC9-A35649C69AA8}"/>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9A82A391-150E-2F4F-C026-329EDDA2CD53}"/>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8B8220B4-6588-715C-A5F8-F5689CCF657C}"/>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9A209B32-3A7D-5416-0FDE-AE8D092CC409}"/>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1359F404-E1E5-44C0-FD3B-4B1D54998E05}"/>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C5E93F57-5145-0F9F-4FBA-3765E39C0989}"/>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3B4BF644-FADB-F797-50E4-7E41FBA0D745}"/>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BE037D1A-B82B-A4A0-F12D-8ED542C51F5F}"/>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0BD5A852-6310-CAD5-FA84-21820420269A}"/>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C78B38B4-E286-FEDC-D7AE-7B807EBEA4C5}"/>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5C7B89CC-012E-87FA-C593-D832F5D902F2}"/>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5D5D6522-B2C9-390C-2936-A61286DD02B0}"/>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C4FD2771-30AD-FD73-07B6-B224B2BDB314}"/>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A978D971-162D-D9FF-1DB0-399617B40811}"/>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pic>
        <p:nvPicPr>
          <p:cNvPr id="2" name="Online Media 1" title="stereotaxic surgery">
            <a:hlinkClick r:id="" action="ppaction://media"/>
            <a:extLst>
              <a:ext uri="{FF2B5EF4-FFF2-40B4-BE49-F238E27FC236}">
                <a16:creationId xmlns:a16="http://schemas.microsoft.com/office/drawing/2014/main" id="{7D3E3E8F-3E1E-D7D6-646E-4528FAD3E9F8}"/>
              </a:ext>
            </a:extLst>
          </p:cNvPr>
          <p:cNvPicPr>
            <a:picLocks noRot="1" noChangeAspect="1"/>
          </p:cNvPicPr>
          <p:nvPr>
            <a:videoFile r:link="rId1"/>
          </p:nvPr>
        </p:nvPicPr>
        <p:blipFill>
          <a:blip r:embed="rId4"/>
          <a:stretch>
            <a:fillRect/>
          </a:stretch>
        </p:blipFill>
        <p:spPr>
          <a:xfrm>
            <a:off x="6149266" y="3581090"/>
            <a:ext cx="2422476" cy="1368582"/>
          </a:xfrm>
          <a:prstGeom prst="rect">
            <a:avLst/>
          </a:prstGeom>
        </p:spPr>
      </p:pic>
    </p:spTree>
    <p:extLst>
      <p:ext uri="{BB962C8B-B14F-4D97-AF65-F5344CB8AC3E}">
        <p14:creationId xmlns:p14="http://schemas.microsoft.com/office/powerpoint/2010/main" val="2263090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10D41947-C8CD-FDB8-9491-82EAC04A1C1C}"/>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7BF3F717-346A-D48E-F7D2-36CD5095F3EB}"/>
              </a:ext>
            </a:extLst>
          </p:cNvPr>
          <p:cNvSpPr txBox="1">
            <a:spLocks noGrp="1"/>
          </p:cNvSpPr>
          <p:nvPr>
            <p:ph type="title"/>
          </p:nvPr>
        </p:nvSpPr>
        <p:spPr>
          <a:xfrm>
            <a:off x="1882332" y="312577"/>
            <a:ext cx="5813510" cy="457667"/>
          </a:xfrm>
          <a:prstGeom prst="rect">
            <a:avLst/>
          </a:prstGeom>
        </p:spPr>
        <p:txBody>
          <a:bodyPr spcFirstLastPara="1" wrap="square" lIns="91425" tIns="91425" rIns="91425" bIns="91425" anchor="b" anchorCtr="0">
            <a:noAutofit/>
          </a:bodyPr>
          <a:lstStyle/>
          <a:p>
            <a:pPr lvl="0" algn="ctr"/>
            <a:r>
              <a:rPr lang="en-IN" sz="2000" dirty="0">
                <a:solidFill>
                  <a:srgbClr val="7030A0"/>
                </a:solidFill>
              </a:rPr>
              <a:t>Invasive Physiological Research Methods</a:t>
            </a:r>
            <a:endParaRPr sz="2000" dirty="0">
              <a:solidFill>
                <a:srgbClr val="7030A0"/>
              </a:solidFill>
            </a:endParaRPr>
          </a:p>
        </p:txBody>
      </p:sp>
      <p:sp>
        <p:nvSpPr>
          <p:cNvPr id="1526" name="Google Shape;1526;p56">
            <a:extLst>
              <a:ext uri="{FF2B5EF4-FFF2-40B4-BE49-F238E27FC236}">
                <a16:creationId xmlns:a16="http://schemas.microsoft.com/office/drawing/2014/main" id="{1CFD3100-785A-ADDA-2B8D-B324D26F3EB5}"/>
              </a:ext>
            </a:extLst>
          </p:cNvPr>
          <p:cNvSpPr txBox="1">
            <a:spLocks noGrp="1"/>
          </p:cNvSpPr>
          <p:nvPr>
            <p:ph type="subTitle" idx="1"/>
          </p:nvPr>
        </p:nvSpPr>
        <p:spPr>
          <a:xfrm>
            <a:off x="167044" y="594276"/>
            <a:ext cx="8646064" cy="3975977"/>
          </a:xfrm>
          <a:prstGeom prst="rect">
            <a:avLst/>
          </a:prstGeom>
        </p:spPr>
        <p:txBody>
          <a:bodyPr spcFirstLastPara="1" wrap="square" lIns="91425" tIns="91425" rIns="91425" bIns="91425" numCol="1" anchor="t" anchorCtr="0">
            <a:noAutofit/>
          </a:bodyPr>
          <a:lstStyle/>
          <a:p>
            <a:pPr marL="2250" lvl="0" indent="0" algn="ctr">
              <a:spcBef>
                <a:spcPts val="600"/>
              </a:spcBef>
              <a:spcAft>
                <a:spcPts val="600"/>
              </a:spcAft>
            </a:pPr>
            <a:r>
              <a:rPr lang="en-IN" sz="1800" b="1" dirty="0">
                <a:solidFill>
                  <a:srgbClr val="FF0000"/>
                </a:solidFill>
              </a:rPr>
              <a:t>Lesion methods</a:t>
            </a:r>
          </a:p>
          <a:p>
            <a:pPr marL="288000" lvl="0" indent="-285750" algn="l">
              <a:spcBef>
                <a:spcPts val="600"/>
              </a:spcBef>
              <a:spcAft>
                <a:spcPts val="600"/>
              </a:spcAft>
              <a:buFont typeface="Arial" panose="020B0604020202020204" pitchFamily="34" charset="0"/>
              <a:buChar char="•"/>
            </a:pPr>
            <a:r>
              <a:rPr lang="en-IN" sz="1400" b="1" dirty="0"/>
              <a:t>In lesion methods, a part of the brain is removed, damaged, or destroyed</a:t>
            </a:r>
            <a:r>
              <a:rPr lang="en-IN" sz="1400" dirty="0"/>
              <a:t>; then, the </a:t>
            </a:r>
            <a:r>
              <a:rPr lang="en-IN" sz="1400" dirty="0" err="1"/>
              <a:t>behavior</a:t>
            </a:r>
            <a:r>
              <a:rPr lang="en-IN" sz="1400" dirty="0"/>
              <a:t> of the subject is carefully assessed in an effort to determine the functions of the lesioned structure. </a:t>
            </a:r>
          </a:p>
          <a:p>
            <a:pPr marL="288000" lvl="0" indent="-285750" algn="l">
              <a:spcBef>
                <a:spcPts val="600"/>
              </a:spcBef>
              <a:spcAft>
                <a:spcPts val="600"/>
              </a:spcAft>
              <a:buFont typeface="Arial" panose="020B0604020202020204" pitchFamily="34" charset="0"/>
              <a:buChar char="•"/>
            </a:pPr>
            <a:r>
              <a:rPr lang="en-IN" sz="1400" dirty="0"/>
              <a:t>Four types of lesions are as follows:</a:t>
            </a:r>
          </a:p>
          <a:p>
            <a:pPr marL="2250" lvl="0" indent="0" algn="l">
              <a:spcBef>
                <a:spcPts val="600"/>
              </a:spcBef>
              <a:spcAft>
                <a:spcPts val="600"/>
              </a:spcAft>
            </a:pPr>
            <a:r>
              <a:rPr lang="en-IN" sz="1400" b="1" dirty="0">
                <a:solidFill>
                  <a:schemeClr val="tx1">
                    <a:lumMod val="50000"/>
                    <a:lumOff val="50000"/>
                  </a:schemeClr>
                </a:solidFill>
              </a:rPr>
              <a:t>Aspiration Lesions</a:t>
            </a:r>
          </a:p>
          <a:p>
            <a:pPr marL="288000" lvl="0" indent="-285750" algn="l">
              <a:spcBef>
                <a:spcPts val="600"/>
              </a:spcBef>
              <a:spcAft>
                <a:spcPts val="600"/>
              </a:spcAft>
              <a:buFont typeface="Arial" panose="020B0604020202020204" pitchFamily="34" charset="0"/>
              <a:buChar char="•"/>
            </a:pPr>
            <a:r>
              <a:rPr lang="en-IN" sz="1400" dirty="0"/>
              <a:t>When a lesion is to be made in an area of cortical tissue that is accessible to the eyes and instruments of the surgeon, aspiration is frequently the method of choice. </a:t>
            </a:r>
          </a:p>
          <a:p>
            <a:pPr marL="288000" lvl="0" indent="-285750" algn="l">
              <a:spcBef>
                <a:spcPts val="600"/>
              </a:spcBef>
              <a:spcAft>
                <a:spcPts val="600"/>
              </a:spcAft>
              <a:buFont typeface="Arial" panose="020B0604020202020204" pitchFamily="34" charset="0"/>
              <a:buChar char="•"/>
            </a:pPr>
            <a:r>
              <a:rPr lang="en-IN" sz="1400" dirty="0"/>
              <a:t>The </a:t>
            </a:r>
            <a:r>
              <a:rPr lang="en-IN" sz="1400" dirty="0">
                <a:highlight>
                  <a:srgbClr val="FFFF00"/>
                </a:highlight>
              </a:rPr>
              <a:t>cortical tissue is drawn off by suction through a fine tipped handheld glass pipette</a:t>
            </a:r>
            <a:r>
              <a:rPr lang="en-IN" sz="1400" dirty="0"/>
              <a:t>. Modern researchers use fine needles as well. </a:t>
            </a:r>
          </a:p>
          <a:p>
            <a:pPr marL="288000" lvl="0" indent="-285750" algn="l">
              <a:spcBef>
                <a:spcPts val="600"/>
              </a:spcBef>
              <a:spcAft>
                <a:spcPts val="600"/>
              </a:spcAft>
              <a:buFont typeface="Arial" panose="020B0604020202020204" pitchFamily="34" charset="0"/>
              <a:buChar char="•"/>
            </a:pPr>
            <a:r>
              <a:rPr lang="en-IN" sz="1400" dirty="0"/>
              <a:t>Because the underlying white matter is slightly more resistant to suction than the cortical tissue itself, </a:t>
            </a:r>
            <a:r>
              <a:rPr lang="en-IN" sz="1400" dirty="0">
                <a:highlight>
                  <a:srgbClr val="FFFF00"/>
                </a:highlight>
              </a:rPr>
              <a:t>a skilled surgeon can delicately peel off the layers of cortical tissue from the surface of the brain, leaving the underlying white matter and major blood vessels undamaged</a:t>
            </a:r>
            <a:r>
              <a:rPr lang="en-IN" sz="1400" dirty="0"/>
              <a:t>. This is important because it minimizes unintended damage to neural connections and blood supply and allows researchers to attribute </a:t>
            </a:r>
            <a:r>
              <a:rPr lang="en-IN" sz="1400" dirty="0" err="1"/>
              <a:t>behavioral</a:t>
            </a:r>
            <a:r>
              <a:rPr lang="en-IN" sz="1400" dirty="0"/>
              <a:t> changes more accurately to the loss of the target brain region rather than to widespread damage caused by severed axons or reduced blood flow.</a:t>
            </a:r>
          </a:p>
        </p:txBody>
      </p:sp>
      <p:grpSp>
        <p:nvGrpSpPr>
          <p:cNvPr id="1527" name="Google Shape;1527;p56">
            <a:extLst>
              <a:ext uri="{FF2B5EF4-FFF2-40B4-BE49-F238E27FC236}">
                <a16:creationId xmlns:a16="http://schemas.microsoft.com/office/drawing/2014/main" id="{E821EF20-82D2-5F86-72D2-510C3C05E0B9}"/>
              </a:ext>
            </a:extLst>
          </p:cNvPr>
          <p:cNvGrpSpPr/>
          <p:nvPr/>
        </p:nvGrpSpPr>
        <p:grpSpPr>
          <a:xfrm rot="10800000" flipH="1">
            <a:off x="254525" y="413543"/>
            <a:ext cx="580432" cy="615807"/>
            <a:chOff x="1795374" y="144994"/>
            <a:chExt cx="580432" cy="615807"/>
          </a:xfrm>
        </p:grpSpPr>
        <p:grpSp>
          <p:nvGrpSpPr>
            <p:cNvPr id="1528" name="Google Shape;1528;p56">
              <a:extLst>
                <a:ext uri="{FF2B5EF4-FFF2-40B4-BE49-F238E27FC236}">
                  <a16:creationId xmlns:a16="http://schemas.microsoft.com/office/drawing/2014/main" id="{F8E0BCF4-C0F6-9AA1-01D0-62017A3751D6}"/>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8AC2E330-5951-A232-C81A-BE2294E55C35}"/>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F10BDA58-9424-0D2F-4008-014268A58339}"/>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AB98652D-4C34-A418-0334-C2CB2F208FC9}"/>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67F0AE4E-DEBC-6647-D92C-C6997104A8FD}"/>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62622986-5F84-06ED-7060-17E0FA971AC1}"/>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E819FB18-F325-2CCD-4DF5-326E1E30D285}"/>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45468C90-655F-5E17-B072-72062247F887}"/>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F53BEF01-3628-C979-C9BA-A84781BD5BCB}"/>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A4937BBB-919E-E915-4096-051086239AD1}"/>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52E0920B-8FE4-AD92-B918-0D887D4E9A51}"/>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D2FC3FDA-3AEE-E0A7-95A3-DCCCE572708C}"/>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13755330-1489-718B-2361-8B94D2630414}"/>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E859B434-6E88-C71E-3367-C3FBC614528F}"/>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DC21C709-D463-3F1F-6E1F-392794EFCD04}"/>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E79C07D6-FF90-AC89-10FD-A845408068A3}"/>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9D1DD5B6-9EF6-565F-08B6-1EACBC5F5C31}"/>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610546AF-E5E3-A369-F0A5-F7D865F4E60D}"/>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F36EC368-F561-E368-3E3F-5CB510017862}"/>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4C24BA97-C42A-42E0-78D2-730A14894942}"/>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12E2BE07-06DC-A636-FAA2-7F8E124A0F48}"/>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65B98D06-F56A-9166-1007-4CD9E5667942}"/>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629B9C7A-1831-4E3D-1AC2-343C6E5BDCF4}"/>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05EA4779-B8C5-A7DF-A257-958AD7450297}"/>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DA95EAE7-B165-BD32-CCCA-9819DB0F0951}"/>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68F71C89-9624-06FE-A2B9-F8C9724FAF45}"/>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96AB0C15-EC95-381C-07B2-1CF819D6E25A}"/>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975270EB-DA58-79C6-79BA-3014183AF709}"/>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7C8A2870-E128-0346-6532-B04DBDBFAF94}"/>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69EE1D06-A191-5D48-D545-3FCCBFAF8740}"/>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67AAECC3-13DD-B6DB-79C5-8D81092DBA81}"/>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38A777D4-61E2-B02A-748A-E291E86800BE}"/>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4C0491BB-C7B8-1DBF-841A-A4B94147B947}"/>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25C1FBC5-6E03-9EEB-5F94-FB4B4156740C}"/>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E84DA33E-0B2C-1F98-0243-C4F3B1E482DB}"/>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EA62CBA0-08F7-2B20-974D-459D9F5F5C5D}"/>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7BC75381-A7B7-2DEB-7D0A-1F526613B085}"/>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83555537-68EB-11EC-93F6-F79D6EBC06F0}"/>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75C6487B-EB00-9BD1-7531-5E7EED91270A}"/>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8C063F8E-E72B-7010-8CC3-BF727DB1177B}"/>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23FC03A6-8A16-5B44-0D98-6110CCB3614E}"/>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1A697D22-3829-1B4A-F4B6-7E5838CCCE38}"/>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770028D7-CFB1-722A-BA9D-FEF9551E8822}"/>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21134B40-70B2-FD10-8E76-C8667E8A4C27}"/>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5223717D-EF00-0BEC-43EC-661107343A4F}"/>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7510F2F7-46FC-EEC2-FDCA-E4905CBDEE31}"/>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E6AFF6B9-0107-47C1-9020-792C33984932}"/>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FB24B182-9E3B-D4B6-DFC0-A36A1AFB19BA}"/>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22D1FE2B-6794-F975-F1C6-ACEE6813326F}"/>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0DAC12FA-5B50-911B-A400-B5536F52CFEF}"/>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FF2629E0-2761-C68F-6CE2-A33AC4EA14A1}"/>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9AB3D23D-FC11-ABBE-2857-7BFADA50D383}"/>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9116A782-3264-208B-EC64-C6D69DCACE58}"/>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D1F8A6E2-BCB7-1EA6-946E-C95C0B61CB98}"/>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DB607EBF-855F-4C01-9815-6836A04ACCAF}"/>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50F4B1E4-47DE-5511-78E5-03A80DE6B69D}"/>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6C4DB54D-2275-9629-CF87-98C93ACF7CC8}"/>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2E606CA6-3C7D-EBA1-7A7F-B96CB32160C5}"/>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D26B9E64-007F-1D01-2C1D-D3995565E11D}"/>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80D61B29-5E20-CB53-20D0-C7A1DF694B0E}"/>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594A5AD1-2BF1-2063-2C90-A0AFFCD1965F}"/>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8CD9F609-931C-0548-BCE5-06F2200DB2B6}"/>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4D814942-33D3-927B-48A4-32C3CD6513DA}"/>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F237BB78-C534-EBA9-43DE-5FC288B06836}"/>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D7ACDDE1-A0E3-3735-CE86-6D8840548ECF}"/>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66A134D7-582C-1D32-1E4F-931A999511BC}"/>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AB5AC704-F1B7-38AE-C5B3-28615178EC02}"/>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86342FC4-B4F4-CC7B-F8BA-AADE023301CC}"/>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04470348-5A3C-2D91-DB7D-0DB10F8202D9}"/>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36FE9018-E50E-8D88-C934-0ACB6BA19EF0}"/>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4477CCEF-484A-36CB-BD0F-1EED1B56C326}"/>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2530C4D3-F997-4B18-B38B-8A9AA7E21032}"/>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01F83C6C-D41C-F200-3BAD-812827C50A63}"/>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3E9FBBC6-5D5C-7634-AB07-F6D9AF8E3F82}"/>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E325D16F-AF75-D99C-1022-A8687A802C18}"/>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B22EC221-1A55-47C5-D53F-783C5B5F814F}"/>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E6797A1F-326D-FBCA-07DC-522CD4B5AE48}"/>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D6888DA6-68A7-C2AE-2290-271566449B5C}"/>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3D9A2673-12ED-CA0B-69B7-DA8572EF76F2}"/>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E4B5D388-CB0E-62EF-2624-4D7D673C8D2E}"/>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0B76C5A8-2983-021C-41A4-81E74F1B4A51}"/>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0E6889E3-B837-C55C-278F-8B37D4E8A509}"/>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71566A43-ADFD-A85B-01BA-327C5C37403C}"/>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463777A3-2432-798B-DA7F-BA962A2F25FB}"/>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7B607582-9B45-22C5-EBE7-7F2C4ABCE4B6}"/>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36EDF016-0FB8-C860-A8AC-42BC2CD83D0C}"/>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E9A2AD69-0EFA-8742-890A-EB50AD814FC4}"/>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7078D852-FB22-5098-19D7-0932F1999FF9}"/>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A1C3FAE7-9417-2288-5FB2-6E8BEA65A83E}"/>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5176DD85-955D-F415-CD62-8155F79CA7DF}"/>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81D5E9DA-6B20-7CDB-6DCC-7985002CF116}"/>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97B5AF57-DE3C-9DDF-B1CB-9E76DB64C933}"/>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0A7CF77C-9EC3-40B4-1AB3-595825E39287}"/>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72B9F986-E3CA-7A11-B7F0-765157DDD79D}"/>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1ECD4470-F34A-1252-C79D-F875088DBFFF}"/>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F177769D-D0F7-86AA-EDC2-DE670838B3CE}"/>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17905936-C59A-9967-3509-DC878C704F37}"/>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7406F551-7361-C864-F632-7EFA02867A15}"/>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F7C42F41-6D13-7678-405F-64287ABE6BD3}"/>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62026020-7BDE-D54E-C028-47E26E1D74E6}"/>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B8D259B7-9EBA-D051-E84A-BE75839483CB}"/>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A5459D1B-CCE8-9302-CDDB-20FBC5901AD1}"/>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0F546FB7-46B9-F5AB-3028-B582330C258E}"/>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76899792-F3B6-6A09-DE5B-41E52BE58766}"/>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D222C724-6810-C95A-1961-E2B2014AA7E2}"/>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2C858E1A-52E6-1C33-FC5A-FEE1C6587304}"/>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2AFD6E48-3312-9EE7-1880-1B4D9095A9E3}"/>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2E9AF013-18F6-3D0F-DE06-88E7B053299E}"/>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10643977-6118-1CDF-3702-94195B4DC554}"/>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7AB89460-0B3D-C0D9-7B2B-712437361F68}"/>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D719DAF0-16E9-B5E7-4820-8484950085BB}"/>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45E4941E-66FC-2EB8-4B1B-F1469E04689E}"/>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AE6A5A9D-151E-28BC-07F7-070C21E87723}"/>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8643C328-70C9-4B20-0BC9-A35649C69AA8}"/>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9A82A391-150E-2F4F-C026-329EDDA2CD53}"/>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8B8220B4-6588-715C-A5F8-F5689CCF657C}"/>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9A209B32-3A7D-5416-0FDE-AE8D092CC409}"/>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1359F404-E1E5-44C0-FD3B-4B1D54998E05}"/>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C5E93F57-5145-0F9F-4FBA-3765E39C0989}"/>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3B4BF644-FADB-F797-50E4-7E41FBA0D745}"/>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BE037D1A-B82B-A4A0-F12D-8ED542C51F5F}"/>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0BD5A852-6310-CAD5-FA84-21820420269A}"/>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C78B38B4-E286-FEDC-D7AE-7B807EBEA4C5}"/>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5C7B89CC-012E-87FA-C593-D832F5D902F2}"/>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5D5D6522-B2C9-390C-2936-A61286DD02B0}"/>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C4FD2771-30AD-FD73-07B6-B224B2BDB314}"/>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A978D971-162D-D9FF-1DB0-399617B40811}"/>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2258942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FC26FCB5-D08F-A965-3649-4AB70AF42C17}"/>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CBC17883-3747-FA8B-06F0-D7566BB1C473}"/>
              </a:ext>
            </a:extLst>
          </p:cNvPr>
          <p:cNvSpPr txBox="1">
            <a:spLocks noGrp="1"/>
          </p:cNvSpPr>
          <p:nvPr>
            <p:ph type="title"/>
          </p:nvPr>
        </p:nvSpPr>
        <p:spPr>
          <a:xfrm>
            <a:off x="1943134" y="217750"/>
            <a:ext cx="5813510" cy="457667"/>
          </a:xfrm>
          <a:prstGeom prst="rect">
            <a:avLst/>
          </a:prstGeom>
        </p:spPr>
        <p:txBody>
          <a:bodyPr spcFirstLastPara="1" wrap="square" lIns="91425" tIns="91425" rIns="91425" bIns="91425" anchor="b" anchorCtr="0">
            <a:noAutofit/>
          </a:bodyPr>
          <a:lstStyle/>
          <a:p>
            <a:pPr lvl="0" algn="ctr"/>
            <a:r>
              <a:rPr lang="en-IN" sz="2000" dirty="0">
                <a:solidFill>
                  <a:srgbClr val="7030A0"/>
                </a:solidFill>
              </a:rPr>
              <a:t>Invasive Physiological Research Methods</a:t>
            </a:r>
            <a:endParaRPr sz="2000" dirty="0">
              <a:solidFill>
                <a:srgbClr val="7030A0"/>
              </a:solidFill>
            </a:endParaRPr>
          </a:p>
        </p:txBody>
      </p:sp>
      <p:sp>
        <p:nvSpPr>
          <p:cNvPr id="1526" name="Google Shape;1526;p56">
            <a:extLst>
              <a:ext uri="{FF2B5EF4-FFF2-40B4-BE49-F238E27FC236}">
                <a16:creationId xmlns:a16="http://schemas.microsoft.com/office/drawing/2014/main" id="{E84EAD2D-608B-2D01-1F70-42A0545E8167}"/>
              </a:ext>
            </a:extLst>
          </p:cNvPr>
          <p:cNvSpPr txBox="1">
            <a:spLocks noGrp="1"/>
          </p:cNvSpPr>
          <p:nvPr>
            <p:ph type="subTitle" idx="1"/>
          </p:nvPr>
        </p:nvSpPr>
        <p:spPr>
          <a:xfrm>
            <a:off x="217068" y="483626"/>
            <a:ext cx="8926932" cy="4513171"/>
          </a:xfrm>
          <a:prstGeom prst="rect">
            <a:avLst/>
          </a:prstGeom>
        </p:spPr>
        <p:txBody>
          <a:bodyPr spcFirstLastPara="1" wrap="square" lIns="91425" tIns="91425" rIns="91425" bIns="91425" numCol="1" anchor="t" anchorCtr="0">
            <a:noAutofit/>
          </a:bodyPr>
          <a:lstStyle/>
          <a:p>
            <a:pPr marL="2250" lvl="0" indent="0" algn="ctr">
              <a:spcAft>
                <a:spcPts val="300"/>
              </a:spcAft>
            </a:pPr>
            <a:r>
              <a:rPr lang="en-IN" sz="1800" b="1" dirty="0">
                <a:solidFill>
                  <a:srgbClr val="FF0000"/>
                </a:solidFill>
              </a:rPr>
              <a:t>Lesion methods</a:t>
            </a:r>
          </a:p>
          <a:p>
            <a:pPr marL="2250" lvl="0" indent="0" algn="l">
              <a:spcAft>
                <a:spcPts val="300"/>
              </a:spcAft>
            </a:pPr>
            <a:r>
              <a:rPr lang="en-IN" sz="1400" b="1" dirty="0">
                <a:solidFill>
                  <a:schemeClr val="tx1">
                    <a:lumMod val="50000"/>
                    <a:lumOff val="50000"/>
                  </a:schemeClr>
                </a:solidFill>
              </a:rPr>
              <a:t>Radio-Frequency Lesions</a:t>
            </a:r>
          </a:p>
          <a:p>
            <a:pPr marL="288000" lvl="0" indent="-285750" algn="l">
              <a:spcAft>
                <a:spcPts val="300"/>
              </a:spcAft>
              <a:buFont typeface="Arial" panose="020B0604020202020204" pitchFamily="34" charset="0"/>
              <a:buChar char="•"/>
            </a:pPr>
            <a:r>
              <a:rPr lang="en-IN" sz="1400" dirty="0">
                <a:highlight>
                  <a:srgbClr val="FFFF00"/>
                </a:highlight>
              </a:rPr>
              <a:t>Small subcortical lesions are commonly made by passing radio-frequency current (high-frequency current) through the target tissue from the tip of a </a:t>
            </a:r>
            <a:r>
              <a:rPr lang="en-IN" sz="1400" dirty="0" err="1">
                <a:highlight>
                  <a:srgbClr val="FFFF00"/>
                </a:highlight>
              </a:rPr>
              <a:t>stereotaxically</a:t>
            </a:r>
            <a:r>
              <a:rPr lang="en-IN" sz="1400" dirty="0">
                <a:highlight>
                  <a:srgbClr val="FFFF00"/>
                </a:highlight>
              </a:rPr>
              <a:t> positioned electrode. </a:t>
            </a:r>
          </a:p>
          <a:p>
            <a:pPr marL="288000" lvl="0" indent="-285750" algn="l">
              <a:spcAft>
                <a:spcPts val="300"/>
              </a:spcAft>
              <a:buFont typeface="Arial" panose="020B0604020202020204" pitchFamily="34" charset="0"/>
              <a:buChar char="•"/>
            </a:pPr>
            <a:r>
              <a:rPr lang="en-IN" sz="1400" dirty="0">
                <a:highlight>
                  <a:srgbClr val="FFFF00"/>
                </a:highlight>
              </a:rPr>
              <a:t>The heat from the current destroys the tissue</a:t>
            </a:r>
            <a:r>
              <a:rPr lang="en-IN" sz="1400" dirty="0"/>
              <a:t>. </a:t>
            </a:r>
          </a:p>
          <a:p>
            <a:pPr marL="288000" lvl="0" indent="-285750" algn="l">
              <a:spcAft>
                <a:spcPts val="300"/>
              </a:spcAft>
              <a:buFont typeface="Arial" panose="020B0604020202020204" pitchFamily="34" charset="0"/>
              <a:buChar char="•"/>
            </a:pPr>
            <a:r>
              <a:rPr lang="en-IN" sz="1400" dirty="0"/>
              <a:t>The size and shape of the lesion are determined by the duration and intensity of the current and the configuration of the electrode tip. </a:t>
            </a:r>
          </a:p>
          <a:p>
            <a:pPr marL="2250" lvl="0" indent="0" algn="l">
              <a:spcAft>
                <a:spcPts val="300"/>
              </a:spcAft>
            </a:pPr>
            <a:r>
              <a:rPr lang="en-IN" sz="1400" b="1" dirty="0">
                <a:solidFill>
                  <a:schemeClr val="tx1">
                    <a:lumMod val="50000"/>
                    <a:lumOff val="50000"/>
                  </a:schemeClr>
                </a:solidFill>
              </a:rPr>
              <a:t>Knife Cuts </a:t>
            </a:r>
          </a:p>
          <a:p>
            <a:pPr marL="288000" lvl="0" indent="-285750" algn="l">
              <a:spcAft>
                <a:spcPts val="300"/>
              </a:spcAft>
              <a:buFont typeface="Arial" panose="020B0604020202020204" pitchFamily="34" charset="0"/>
              <a:buChar char="•"/>
            </a:pPr>
            <a:r>
              <a:rPr lang="en-IN" sz="1400" dirty="0">
                <a:highlight>
                  <a:srgbClr val="FFFF00"/>
                </a:highlight>
              </a:rPr>
              <a:t>Sectioning (cutting) is used to eliminate conduction in a nerve or tract. </a:t>
            </a:r>
          </a:p>
          <a:p>
            <a:pPr marL="288000" lvl="0" indent="-285750" algn="l">
              <a:spcAft>
                <a:spcPts val="300"/>
              </a:spcAft>
              <a:buFont typeface="Arial" panose="020B0604020202020204" pitchFamily="34" charset="0"/>
              <a:buChar char="•"/>
            </a:pPr>
            <a:r>
              <a:rPr lang="en-IN" sz="1400" dirty="0"/>
              <a:t>A tiny, well-placed cut can unambiguously accomplish this task without producing extensive damage to surrounding tissue. </a:t>
            </a:r>
          </a:p>
          <a:p>
            <a:pPr marL="2250" lvl="0" indent="0" algn="l">
              <a:spcAft>
                <a:spcPts val="300"/>
              </a:spcAft>
            </a:pPr>
            <a:r>
              <a:rPr lang="en-IN" sz="1400" b="1" dirty="0">
                <a:solidFill>
                  <a:schemeClr val="tx1">
                    <a:lumMod val="50000"/>
                    <a:lumOff val="50000"/>
                  </a:schemeClr>
                </a:solidFill>
              </a:rPr>
              <a:t>Cryogenic Blockade </a:t>
            </a:r>
          </a:p>
          <a:p>
            <a:pPr marL="288000" lvl="0" indent="-285750" algn="l">
              <a:spcAft>
                <a:spcPts val="300"/>
              </a:spcAft>
              <a:buFont typeface="Arial" panose="020B0604020202020204" pitchFamily="34" charset="0"/>
              <a:buChar char="•"/>
            </a:pPr>
            <a:r>
              <a:rPr lang="en-IN" sz="1400" dirty="0"/>
              <a:t>An </a:t>
            </a:r>
            <a:r>
              <a:rPr lang="en-IN" sz="1400" b="1" dirty="0"/>
              <a:t>alternative to destructive lesions </a:t>
            </a:r>
            <a:r>
              <a:rPr lang="en-IN" sz="1400" dirty="0"/>
              <a:t>is cryogenic blockade.</a:t>
            </a:r>
          </a:p>
          <a:p>
            <a:pPr marL="288000" lvl="0" indent="-285750" algn="l">
              <a:spcAft>
                <a:spcPts val="300"/>
              </a:spcAft>
              <a:buFont typeface="Arial" panose="020B0604020202020204" pitchFamily="34" charset="0"/>
              <a:buChar char="•"/>
            </a:pPr>
            <a:r>
              <a:rPr lang="en-IN" sz="1400" dirty="0"/>
              <a:t>When </a:t>
            </a:r>
            <a:r>
              <a:rPr lang="en-IN" sz="1400" dirty="0">
                <a:highlight>
                  <a:srgbClr val="FFFF00"/>
                </a:highlight>
              </a:rPr>
              <a:t>coolant is pumped through an implanted cryoprobe</a:t>
            </a:r>
            <a:r>
              <a:rPr lang="en-IN" sz="1400" dirty="0"/>
              <a:t>, neurons near the tip are cooled until </a:t>
            </a:r>
            <a:r>
              <a:rPr lang="en-IN" sz="1400" dirty="0">
                <a:highlight>
                  <a:srgbClr val="FFFF00"/>
                </a:highlight>
              </a:rPr>
              <a:t>they stop firing</a:t>
            </a:r>
            <a:r>
              <a:rPr lang="en-IN" sz="1400" dirty="0"/>
              <a:t>. </a:t>
            </a:r>
          </a:p>
          <a:p>
            <a:pPr marL="288000" lvl="0" indent="-285750" algn="l">
              <a:spcAft>
                <a:spcPts val="300"/>
              </a:spcAft>
              <a:buFont typeface="Arial" panose="020B0604020202020204" pitchFamily="34" charset="0"/>
              <a:buChar char="•"/>
            </a:pPr>
            <a:r>
              <a:rPr lang="en-IN" sz="1400" dirty="0"/>
              <a:t>The temperature is maintained above the freezing level, so there is no structural damage.</a:t>
            </a:r>
          </a:p>
          <a:p>
            <a:pPr marL="288000" lvl="0" indent="-285750" algn="l">
              <a:spcAft>
                <a:spcPts val="300"/>
              </a:spcAft>
              <a:buFont typeface="Arial" panose="020B0604020202020204" pitchFamily="34" charset="0"/>
              <a:buChar char="•"/>
            </a:pPr>
            <a:r>
              <a:rPr lang="en-IN" sz="1400" dirty="0"/>
              <a:t>Then, </a:t>
            </a:r>
            <a:r>
              <a:rPr lang="en-IN" sz="1400" dirty="0">
                <a:highlight>
                  <a:srgbClr val="FFFF00"/>
                </a:highlight>
              </a:rPr>
              <a:t>when the tissue is allowed to warm up, normal neural activity returns</a:t>
            </a:r>
            <a:r>
              <a:rPr lang="en-IN" sz="1400" dirty="0"/>
              <a:t>.</a:t>
            </a:r>
          </a:p>
          <a:p>
            <a:pPr marL="288000" lvl="0" indent="-285750" algn="l">
              <a:spcAft>
                <a:spcPts val="300"/>
              </a:spcAft>
              <a:buFont typeface="Arial" panose="020B0604020202020204" pitchFamily="34" charset="0"/>
              <a:buChar char="•"/>
            </a:pPr>
            <a:r>
              <a:rPr lang="en-IN" sz="1400" dirty="0"/>
              <a:t>Cryogenic blockades are sometimes </a:t>
            </a:r>
            <a:r>
              <a:rPr lang="en-IN" sz="1400" dirty="0">
                <a:highlight>
                  <a:srgbClr val="00FF00"/>
                </a:highlight>
              </a:rPr>
              <a:t>referred to as reversible lesions</a:t>
            </a:r>
            <a:r>
              <a:rPr lang="en-IN" sz="1400" dirty="0"/>
              <a:t>.</a:t>
            </a:r>
          </a:p>
          <a:p>
            <a:pPr marL="288000" lvl="0" indent="-285750" algn="l">
              <a:spcAft>
                <a:spcPts val="300"/>
              </a:spcAft>
              <a:buFont typeface="Arial" panose="020B0604020202020204" pitchFamily="34" charset="0"/>
              <a:buChar char="•"/>
            </a:pPr>
            <a:r>
              <a:rPr lang="en-IN" sz="1400" dirty="0"/>
              <a:t>Reversible lesions can also be produced with microinjections into the brain of local </a:t>
            </a:r>
            <a:r>
              <a:rPr lang="en-IN" sz="1400" dirty="0" err="1"/>
              <a:t>anesthetics</a:t>
            </a:r>
            <a:r>
              <a:rPr lang="en-IN" sz="1400" dirty="0"/>
              <a:t> such as lidocaine. </a:t>
            </a:r>
          </a:p>
        </p:txBody>
      </p:sp>
      <p:grpSp>
        <p:nvGrpSpPr>
          <p:cNvPr id="1527" name="Google Shape;1527;p56">
            <a:extLst>
              <a:ext uri="{FF2B5EF4-FFF2-40B4-BE49-F238E27FC236}">
                <a16:creationId xmlns:a16="http://schemas.microsoft.com/office/drawing/2014/main" id="{FBC08523-ED3B-F76D-89C4-40076D683CBD}"/>
              </a:ext>
            </a:extLst>
          </p:cNvPr>
          <p:cNvGrpSpPr/>
          <p:nvPr/>
        </p:nvGrpSpPr>
        <p:grpSpPr>
          <a:xfrm rot="10800000" flipH="1">
            <a:off x="254525" y="413543"/>
            <a:ext cx="580432" cy="615807"/>
            <a:chOff x="1795374" y="144994"/>
            <a:chExt cx="580432" cy="615807"/>
          </a:xfrm>
        </p:grpSpPr>
        <p:grpSp>
          <p:nvGrpSpPr>
            <p:cNvPr id="1528" name="Google Shape;1528;p56">
              <a:extLst>
                <a:ext uri="{FF2B5EF4-FFF2-40B4-BE49-F238E27FC236}">
                  <a16:creationId xmlns:a16="http://schemas.microsoft.com/office/drawing/2014/main" id="{AC09048F-4C22-C18E-07D4-D2545BAE9105}"/>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20AC075B-487C-6CA3-67AE-72A7649B955F}"/>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71D447D2-B226-3A1D-B1ED-24CB3BC6E7AA}"/>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B03DEA4D-0AB8-574D-ED20-18074421213A}"/>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2F68E6AC-47D5-AE9B-D7B9-9B4F38F032B8}"/>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7FA0A688-0016-558C-6A8B-2E24D70478B1}"/>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6537E90C-8C6F-1891-0731-609ABBAA89F9}"/>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48AECA69-9E58-DDB5-27C3-F230C43E0AC1}"/>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E4686771-F8C1-4492-5912-4636D1B68DF1}"/>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0FAECA31-247F-0FA8-3B49-E1BE0E9C1BE0}"/>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3F13E371-E2AA-13F7-D5E8-1DD710B7570B}"/>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734EA723-A890-0807-83C3-ED9B084902EC}"/>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EAE7CAF3-A38A-C779-6453-51726AD9DA87}"/>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29028416-5458-7EA7-0851-0443770D54FE}"/>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34113E77-041B-FF6D-3275-520948F00C0D}"/>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A5B858B4-5EC8-A8C6-F979-682EF15CE43B}"/>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9C5DEB78-E196-D15F-7325-AC0BF08F6E95}"/>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258370BD-0990-142F-1068-FFAFA4BA6F8A}"/>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76E476C4-B755-5394-E106-C22CBF4B90DB}"/>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6FE21664-FB1F-87A8-ACA8-1337DE023D2F}"/>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6CD6C0BD-37FD-51DA-B903-F174E97BF16A}"/>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F5025D04-A202-DDAB-B89C-0D972BF771F3}"/>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FE59B84C-ADAA-E19D-709E-29A9BF014CDF}"/>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B6A23EFB-342D-57A9-2C2B-2E00E72BD917}"/>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4564C7D7-EC9E-2148-E263-444020A89E45}"/>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32127E6F-634E-FC86-DD73-9901318ACC62}"/>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999363B5-FEA4-7808-F31A-C4EA0AEEB43C}"/>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969B1A70-C475-73E2-61A2-2B3B465304C9}"/>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712AC2A1-895C-73F2-70C2-F8F3757BAD0C}"/>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8312E420-E8D2-3636-0408-2E7D87F7E825}"/>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0AF53DEA-C1E6-1266-6DF4-A4281FC8FA6F}"/>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CF4AA381-2974-8776-DF91-B4F9E07B7B3C}"/>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B0F0A9BD-66ED-514F-FAB0-F2AA3120834E}"/>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80267C00-8302-8BE2-D438-5FB63995099C}"/>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36603CBF-BB17-A3C7-87B0-9AC2075E5C69}"/>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B9D223D6-E9E1-3617-2F18-3CE45995D1D2}"/>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74C87C30-2BF7-D832-CD11-372B2B3E0DA7}"/>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CEE86388-5178-2FAA-45E4-FD7345EE0646}"/>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3BD19419-D58F-053D-025A-B6094D4B4A9B}"/>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13FFDCB6-7467-479D-D282-D46A85494F42}"/>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CEE66003-254A-EAA5-6A62-FA6EF601F968}"/>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25FEED19-DF23-44A0-D530-EB0F64D1724C}"/>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58E2AD53-9AA1-9B9B-CE76-8F78848AA642}"/>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A009797D-28E1-7488-770A-0F330024CDB6}"/>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59D19C5F-567E-D779-04E3-909E7DEDFBA5}"/>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6ECB7079-3193-F4FC-965E-32288F1D916A}"/>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9FD9EACF-1ADA-96EA-BA27-EC4ACE0B497F}"/>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58012D97-8113-94FF-ECD3-5962AFDB36EF}"/>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6C9B049F-D139-93B3-B2D7-AC0177DB0E42}"/>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287A5BBB-53DD-1859-E061-EB88AFE4C6F9}"/>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64ACF7E4-A577-7DF6-4F71-673AEE2DF3AF}"/>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471785E9-6B0C-096F-17A7-FBA106064421}"/>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1C52A743-9C1F-D585-D121-C3FDEBA84197}"/>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8805E5D4-3F7D-1E07-F74A-0D8C90FBADA1}"/>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578F0297-3BB7-BA21-7671-4A3E8814BEB5}"/>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DEFFEE4E-8F61-6CC9-743D-F8039C56AB17}"/>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8A7D2100-3056-7309-EA8B-694422A425F9}"/>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D1A92B9A-12E7-E833-674F-24E66771A33F}"/>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E4E5078F-430C-0BC8-5E55-F799881049B6}"/>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750C547D-AD7B-9C68-6355-FF58B63C26A3}"/>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37A26158-A39B-BA58-ED73-D321B356B799}"/>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DF73FBD5-8550-2ABD-D978-BC11A2BB1519}"/>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2377B062-EC03-C6B0-E80F-0FC19266E9E7}"/>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D46369A2-2705-5B46-C4FD-345CBBBB94D0}"/>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F2ED486C-3EF5-37F8-3AFD-B2D9832BF61E}"/>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ACF4A905-716E-0460-9670-D5BA74B0AA81}"/>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EE56CF05-B83F-C22D-0D36-74FA3E0F2DBD}"/>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716D4D38-26AE-4238-7F0C-BFF12EE31F76}"/>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A1B1AB3D-361B-8B0D-CED1-D3AFA3B8E037}"/>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8D3B60AD-95FF-4C9B-B486-20D24A94427A}"/>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AB912AA4-E352-551C-E0F2-C5F328E4EB18}"/>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D7D19C78-E39B-5FF3-BBD8-03A2A5017F6B}"/>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F271CB90-A36C-50E6-4A56-654B3E904F26}"/>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D0AA0CA4-5582-8485-1F49-62666188F4B6}"/>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0E91DC36-B6F8-EF13-F5E8-F7C5D40EF79D}"/>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858F801A-3690-B862-2091-8737274C23DA}"/>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AFE6BD67-0606-AE0D-5F99-DE84C6AA7979}"/>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0DFE8A96-20F7-2BA4-51A0-1E2C4D47B134}"/>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81A19170-3186-BAC9-3A7A-1F925C617FD6}"/>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899FBD29-7252-CEFF-4763-68BAE396EDD9}"/>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FD89C43D-D567-1DD7-B32A-4BC8D2AA8F48}"/>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686E4990-A776-F50B-5DB5-80561697E49A}"/>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2A2950DC-3CE3-CE50-4D66-0EEE8E9C589F}"/>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4DEBEB91-ACC3-2721-B499-CE39AE435C52}"/>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3DA3700B-EECB-265D-3936-EA745D3A5733}"/>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9F4E92F0-6D9E-FA7F-4DA0-CB642BC3113F}"/>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6BAAA75D-5955-BD97-B5D2-0A0839A5164D}"/>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2416D095-4C4F-9737-ED2B-CEF225B0B08D}"/>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6814F0DE-1E17-0CF8-1E58-990C877CF263}"/>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2F2BBD81-FCEB-86AA-8FB1-DFDD9B15EC0B}"/>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06432C8F-8F00-13D4-5282-20AA9FF8912C}"/>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93E8E0D4-ACE0-DF03-4CA7-A5DBF49A4FF0}"/>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C9DB1043-BEAB-5204-41D1-B84259B15C97}"/>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6DA304F0-1FFB-0E1F-3AE3-53DCEF5198CF}"/>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84EA475D-6FDC-CE26-168F-897FE107B7F4}"/>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1C7EEF71-912F-6675-6C1A-089A45ECC252}"/>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F6BB003B-5FDD-BC6C-59FD-ACE6D34C34DE}"/>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0852B11F-62AD-B796-26E4-492D0B3AE255}"/>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8A074211-37BF-6F49-EF5A-A8089002306C}"/>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AD742E83-A7B0-521F-5658-0FE4CAE5A8C4}"/>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87FF54AA-677C-0A44-3E52-146A7A3FBEC2}"/>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8DAAC32D-3050-2737-BE7A-84BFE8B1D3BB}"/>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D126DA8C-2DC8-51E6-9C76-A86B33F70CAC}"/>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C567AD1C-B2CA-0FDB-ABCF-EAE8DB64C2FC}"/>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AF4399C1-02BC-9C7C-BBE2-F4C730E22144}"/>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1EC3ABF1-232C-B3F0-8EA2-D9541B6E6853}"/>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29267632-8349-B8BB-3BED-8E32DB2A061E}"/>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206ED076-ADE0-FF14-9D2C-8FAAE110122E}"/>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D5B3F852-8FC6-3694-3750-251C7825FE07}"/>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847EB2C5-11D1-158D-7AA4-344824702F71}"/>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817BF165-54D8-FA81-77C5-F1678B924CE8}"/>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78F10AF9-E2A4-CC97-38B3-F4B376CBDB9D}"/>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F63745EC-E138-20C0-47C9-5D4CFE26B314}"/>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190F8CB2-EBFF-43F8-D7DA-E10CE9B285A9}"/>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F2A62D34-4843-0A9D-5837-780F0780A42D}"/>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09326655-D8A5-55AD-4A68-54F4B4EF7103}"/>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51345FE2-0562-91A8-09E3-13EEE689E548}"/>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E13CD291-FDDD-BA1B-28A1-05AF271EB10A}"/>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892DAFF4-0B35-C060-2CEA-84F21F107F14}"/>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4B6066A0-06D7-084B-B40E-239D72315E5C}"/>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82F9D999-4455-E8DF-292C-2C81C69EE2E7}"/>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AC11D394-E712-755D-8298-B9D3D05CF122}"/>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B65C7E94-98AC-1EC4-3276-040B982F5F34}"/>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507E0420-CD32-A7D2-68B4-A5FD969BBED7}"/>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DEB3CEFD-CEA2-A7D3-9B96-97DA55980065}"/>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44EDD9ED-0966-1AE6-70DD-63B6B9D8B2B7}"/>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12D89BA5-5470-BA1D-AAE3-D3DAF8C9DFDE}"/>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14112049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2F42CB48-35C4-145A-9622-CE4900690939}"/>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140763FA-9B4B-57B2-7F4B-648214137D01}"/>
              </a:ext>
            </a:extLst>
          </p:cNvPr>
          <p:cNvSpPr txBox="1">
            <a:spLocks noGrp="1"/>
          </p:cNvSpPr>
          <p:nvPr>
            <p:ph type="title"/>
          </p:nvPr>
        </p:nvSpPr>
        <p:spPr>
          <a:xfrm>
            <a:off x="1943134" y="217750"/>
            <a:ext cx="5813510" cy="457667"/>
          </a:xfrm>
          <a:prstGeom prst="rect">
            <a:avLst/>
          </a:prstGeom>
        </p:spPr>
        <p:txBody>
          <a:bodyPr spcFirstLastPara="1" wrap="square" lIns="91425" tIns="91425" rIns="91425" bIns="91425" anchor="b" anchorCtr="0">
            <a:noAutofit/>
          </a:bodyPr>
          <a:lstStyle/>
          <a:p>
            <a:pPr lvl="0" algn="ctr"/>
            <a:r>
              <a:rPr lang="en-IN" sz="2000" dirty="0">
                <a:solidFill>
                  <a:srgbClr val="7030A0"/>
                </a:solidFill>
              </a:rPr>
              <a:t>Invasive Physiological Research Methods</a:t>
            </a:r>
            <a:endParaRPr sz="2000" dirty="0">
              <a:solidFill>
                <a:srgbClr val="7030A0"/>
              </a:solidFill>
            </a:endParaRPr>
          </a:p>
        </p:txBody>
      </p:sp>
      <p:sp>
        <p:nvSpPr>
          <p:cNvPr id="1526" name="Google Shape;1526;p56">
            <a:extLst>
              <a:ext uri="{FF2B5EF4-FFF2-40B4-BE49-F238E27FC236}">
                <a16:creationId xmlns:a16="http://schemas.microsoft.com/office/drawing/2014/main" id="{8C683A2E-9029-A004-FC69-A0062F80763E}"/>
              </a:ext>
            </a:extLst>
          </p:cNvPr>
          <p:cNvSpPr txBox="1">
            <a:spLocks noGrp="1"/>
          </p:cNvSpPr>
          <p:nvPr>
            <p:ph type="subTitle" idx="1"/>
          </p:nvPr>
        </p:nvSpPr>
        <p:spPr>
          <a:xfrm>
            <a:off x="217068" y="413543"/>
            <a:ext cx="8926932" cy="4513171"/>
          </a:xfrm>
          <a:prstGeom prst="rect">
            <a:avLst/>
          </a:prstGeom>
        </p:spPr>
        <p:txBody>
          <a:bodyPr spcFirstLastPara="1" wrap="square" lIns="91425" tIns="91425" rIns="91425" bIns="91425" numCol="1" anchor="t" anchorCtr="0">
            <a:noAutofit/>
          </a:bodyPr>
          <a:lstStyle/>
          <a:p>
            <a:pPr marL="2250" lvl="0" indent="0" algn="ctr">
              <a:spcBef>
                <a:spcPts val="300"/>
              </a:spcBef>
              <a:spcAft>
                <a:spcPts val="300"/>
              </a:spcAft>
            </a:pPr>
            <a:r>
              <a:rPr lang="en-IN" sz="1800" b="1" dirty="0">
                <a:solidFill>
                  <a:srgbClr val="FF0000"/>
                </a:solidFill>
              </a:rPr>
              <a:t>Lesion methods</a:t>
            </a:r>
          </a:p>
          <a:p>
            <a:pPr marL="2250" lvl="0" indent="0" algn="l">
              <a:spcBef>
                <a:spcPts val="300"/>
              </a:spcBef>
              <a:spcAft>
                <a:spcPts val="300"/>
              </a:spcAft>
            </a:pPr>
            <a:r>
              <a:rPr lang="en-IN" sz="1400" b="1" dirty="0">
                <a:solidFill>
                  <a:schemeClr val="tx1">
                    <a:lumMod val="50000"/>
                    <a:lumOff val="50000"/>
                  </a:schemeClr>
                </a:solidFill>
              </a:rPr>
              <a:t>Interpreting Lesion Effects</a:t>
            </a:r>
          </a:p>
          <a:p>
            <a:pPr marL="288000" lvl="0" indent="-285750" algn="l">
              <a:spcBef>
                <a:spcPts val="300"/>
              </a:spcBef>
              <a:spcAft>
                <a:spcPts val="300"/>
              </a:spcAft>
              <a:buFont typeface="Arial" panose="020B0604020202020204" pitchFamily="34" charset="0"/>
              <a:buChar char="•"/>
            </a:pPr>
            <a:r>
              <a:rPr lang="en-IN" sz="1400" b="1" dirty="0"/>
              <a:t>Lesion effects are difficult to interpret because </a:t>
            </a:r>
            <a:r>
              <a:rPr lang="en-IN" sz="1400" dirty="0"/>
              <a:t>the </a:t>
            </a:r>
            <a:r>
              <a:rPr lang="en-IN" sz="1400" dirty="0">
                <a:highlight>
                  <a:srgbClr val="FFFF00"/>
                </a:highlight>
              </a:rPr>
              <a:t>structures of the brain are small, convoluted, and tightly packed</a:t>
            </a:r>
            <a:r>
              <a:rPr lang="en-IN" sz="1400" dirty="0"/>
              <a:t> together, </a:t>
            </a:r>
            <a:r>
              <a:rPr lang="en-IN" sz="1400" dirty="0">
                <a:highlight>
                  <a:srgbClr val="FFFF00"/>
                </a:highlight>
              </a:rPr>
              <a:t>even a highly skilled surgeon cannot completely destroy a structure without producing significant damage to adjacent structures</a:t>
            </a:r>
            <a:r>
              <a:rPr lang="en-IN" sz="1400" dirty="0"/>
              <a:t>.</a:t>
            </a:r>
          </a:p>
          <a:p>
            <a:pPr marL="288000" lvl="0" indent="-285750" algn="l">
              <a:spcBef>
                <a:spcPts val="300"/>
              </a:spcBef>
              <a:spcAft>
                <a:spcPts val="300"/>
              </a:spcAft>
              <a:buFont typeface="Arial" panose="020B0604020202020204" pitchFamily="34" charset="0"/>
              <a:buChar char="•"/>
            </a:pPr>
            <a:r>
              <a:rPr lang="en-IN" sz="1200" dirty="0">
                <a:solidFill>
                  <a:srgbClr val="FF0000"/>
                </a:solidFill>
              </a:rPr>
              <a:t>Eg: A surgeon tries to damage the amygdala, but because the brain structures are so close together, part of the amygdala remains undamaged, while nearby brain areas are accidentally damaged. Even so, researchers often call it an "amygdala lesion." This can be misleading because </a:t>
            </a:r>
          </a:p>
          <a:p>
            <a:pPr marL="288000" lvl="0" indent="-285750" algn="l">
              <a:spcBef>
                <a:spcPts val="300"/>
              </a:spcBef>
              <a:spcAft>
                <a:spcPts val="300"/>
              </a:spcAft>
              <a:buFont typeface="Arial" panose="020B0604020202020204" pitchFamily="34" charset="0"/>
              <a:buChar char="•"/>
            </a:pPr>
            <a:r>
              <a:rPr lang="en-IN" sz="1400" dirty="0"/>
              <a:t>The </a:t>
            </a:r>
            <a:r>
              <a:rPr lang="en-IN" sz="1400" dirty="0" err="1"/>
              <a:t>behavioral</a:t>
            </a:r>
            <a:r>
              <a:rPr lang="en-IN" sz="1400" dirty="0"/>
              <a:t> changes may also be due to damage to adjacent brain areas </a:t>
            </a:r>
            <a:r>
              <a:rPr lang="en-IN" sz="1100" dirty="0">
                <a:solidFill>
                  <a:srgbClr val="7030A0"/>
                </a:solidFill>
              </a:rPr>
              <a:t>(Eg: While damaging the </a:t>
            </a:r>
            <a:r>
              <a:rPr lang="en-IN" sz="1100" b="1" dirty="0">
                <a:solidFill>
                  <a:srgbClr val="7030A0"/>
                </a:solidFill>
              </a:rPr>
              <a:t>amygdala</a:t>
            </a:r>
            <a:r>
              <a:rPr lang="en-IN" sz="1100" dirty="0">
                <a:solidFill>
                  <a:srgbClr val="7030A0"/>
                </a:solidFill>
              </a:rPr>
              <a:t>, the nearby hippocampus is also damaged. If the animal later has </a:t>
            </a:r>
            <a:r>
              <a:rPr lang="en-IN" sz="1100" b="1" dirty="0">
                <a:solidFill>
                  <a:srgbClr val="7030A0"/>
                </a:solidFill>
              </a:rPr>
              <a:t>memory problems</a:t>
            </a:r>
            <a:r>
              <a:rPr lang="en-IN" sz="1100" dirty="0">
                <a:solidFill>
                  <a:srgbClr val="7030A0"/>
                </a:solidFill>
              </a:rPr>
              <a:t>, the change may be due to </a:t>
            </a:r>
            <a:r>
              <a:rPr lang="en-IN" sz="1100" b="1" dirty="0">
                <a:solidFill>
                  <a:srgbClr val="7030A0"/>
                </a:solidFill>
              </a:rPr>
              <a:t>hippocampal damage</a:t>
            </a:r>
            <a:r>
              <a:rPr lang="en-IN" sz="1100" dirty="0">
                <a:solidFill>
                  <a:srgbClr val="7030A0"/>
                </a:solidFill>
              </a:rPr>
              <a:t>, not just the amygdala)</a:t>
            </a:r>
          </a:p>
          <a:p>
            <a:pPr marL="288000" indent="-285750" algn="l">
              <a:spcBef>
                <a:spcPts val="300"/>
              </a:spcBef>
              <a:spcAft>
                <a:spcPts val="300"/>
              </a:spcAft>
              <a:buFont typeface="Arial" panose="020B0604020202020204" pitchFamily="34" charset="0"/>
              <a:buChar char="•"/>
            </a:pPr>
            <a:r>
              <a:rPr lang="en-IN" sz="1400" dirty="0"/>
              <a:t>Normal </a:t>
            </a:r>
            <a:r>
              <a:rPr lang="en-IN" sz="1400" dirty="0" err="1"/>
              <a:t>behavior</a:t>
            </a:r>
            <a:r>
              <a:rPr lang="en-IN" sz="1400" dirty="0"/>
              <a:t> after a lesion does not necessarily mean that the amygdala has no role in that </a:t>
            </a:r>
            <a:r>
              <a:rPr lang="en-IN" sz="1400" dirty="0" err="1"/>
              <a:t>behavior</a:t>
            </a:r>
            <a:r>
              <a:rPr lang="en-IN" sz="1400" dirty="0"/>
              <a:t>. It may be because the lesion did not destroy the entire amygdala. </a:t>
            </a:r>
            <a:r>
              <a:rPr lang="en-IN" sz="1100" dirty="0">
                <a:solidFill>
                  <a:srgbClr val="7030A0"/>
                </a:solidFill>
              </a:rPr>
              <a:t>(Eg: Only part of the amygdala is damaged, but the animal still shows </a:t>
            </a:r>
            <a:r>
              <a:rPr lang="en-IN" sz="1100" b="1" dirty="0">
                <a:solidFill>
                  <a:srgbClr val="7030A0"/>
                </a:solidFill>
              </a:rPr>
              <a:t>normal fear responses</a:t>
            </a:r>
            <a:r>
              <a:rPr lang="en-IN" sz="1100" dirty="0">
                <a:solidFill>
                  <a:srgbClr val="7030A0"/>
                </a:solidFill>
              </a:rPr>
              <a:t>. The </a:t>
            </a:r>
            <a:r>
              <a:rPr lang="en-IN" sz="1100" b="1" dirty="0">
                <a:solidFill>
                  <a:srgbClr val="7030A0"/>
                </a:solidFill>
              </a:rPr>
              <a:t>remaining healthy part</a:t>
            </a:r>
            <a:r>
              <a:rPr lang="en-IN" sz="1100" dirty="0">
                <a:solidFill>
                  <a:srgbClr val="7030A0"/>
                </a:solidFill>
              </a:rPr>
              <a:t> of the amygdala may still be producing the fear response)</a:t>
            </a:r>
            <a:endParaRPr lang="en-IN" sz="1400" dirty="0">
              <a:solidFill>
                <a:srgbClr val="7030A0"/>
              </a:solidFill>
            </a:endParaRPr>
          </a:p>
          <a:p>
            <a:pPr marL="2250" lvl="0" indent="0" algn="l">
              <a:spcBef>
                <a:spcPts val="300"/>
              </a:spcBef>
              <a:spcAft>
                <a:spcPts val="300"/>
              </a:spcAft>
            </a:pPr>
            <a:r>
              <a:rPr lang="en-IN" sz="1400" b="1" dirty="0">
                <a:solidFill>
                  <a:schemeClr val="tx1">
                    <a:lumMod val="50000"/>
                    <a:lumOff val="50000"/>
                  </a:schemeClr>
                </a:solidFill>
              </a:rPr>
              <a:t>Bilateral and Unilateral Lesions </a:t>
            </a:r>
          </a:p>
          <a:p>
            <a:pPr marL="288000" lvl="0" indent="-285750" algn="l">
              <a:spcBef>
                <a:spcPts val="300"/>
              </a:spcBef>
              <a:spcAft>
                <a:spcPts val="300"/>
              </a:spcAft>
              <a:buFont typeface="Arial" panose="020B0604020202020204" pitchFamily="34" charset="0"/>
              <a:buChar char="•"/>
            </a:pPr>
            <a:r>
              <a:rPr lang="en-IN" sz="1400" dirty="0" err="1">
                <a:highlight>
                  <a:srgbClr val="FFFF00"/>
                </a:highlight>
              </a:rPr>
              <a:t>Behavioral</a:t>
            </a:r>
            <a:r>
              <a:rPr lang="en-IN" sz="1400" dirty="0">
                <a:highlight>
                  <a:srgbClr val="FFFF00"/>
                </a:highlight>
              </a:rPr>
              <a:t> effects of </a:t>
            </a:r>
            <a:r>
              <a:rPr lang="en-IN" sz="1400" b="1" dirty="0">
                <a:highlight>
                  <a:srgbClr val="FFFF00"/>
                </a:highlight>
              </a:rPr>
              <a:t>unilateral lesions </a:t>
            </a:r>
            <a:r>
              <a:rPr lang="en-IN" sz="1400" dirty="0"/>
              <a:t>(lesions restricted to one half of the brain) are </a:t>
            </a:r>
            <a:r>
              <a:rPr lang="en-IN" sz="1400" dirty="0">
                <a:highlight>
                  <a:srgbClr val="FFFF00"/>
                </a:highlight>
              </a:rPr>
              <a:t>much milder </a:t>
            </a:r>
            <a:r>
              <a:rPr lang="en-IN" sz="1400" dirty="0"/>
              <a:t>than those of symmetrical </a:t>
            </a:r>
            <a:r>
              <a:rPr lang="en-IN" sz="1400" b="1" dirty="0"/>
              <a:t>bilateral lesions </a:t>
            </a:r>
            <a:r>
              <a:rPr lang="en-IN" sz="1400" dirty="0"/>
              <a:t>(lesions involving both sides of the brain), particularly in non-human species.</a:t>
            </a:r>
          </a:p>
          <a:p>
            <a:pPr marL="288000" lvl="0" indent="-285750" algn="l">
              <a:spcBef>
                <a:spcPts val="300"/>
              </a:spcBef>
              <a:spcAft>
                <a:spcPts val="300"/>
              </a:spcAft>
              <a:buFont typeface="Arial" panose="020B0604020202020204" pitchFamily="34" charset="0"/>
              <a:buChar char="•"/>
            </a:pPr>
            <a:r>
              <a:rPr lang="en-IN" sz="1400" dirty="0"/>
              <a:t>Indeed, </a:t>
            </a:r>
            <a:r>
              <a:rPr lang="en-IN" sz="1400" dirty="0" err="1"/>
              <a:t>behavioral</a:t>
            </a:r>
            <a:r>
              <a:rPr lang="en-IN" sz="1400" dirty="0"/>
              <a:t> effects of unilateral lesions to some brain structures can be difficult to detect. </a:t>
            </a:r>
          </a:p>
          <a:p>
            <a:pPr marL="288000" lvl="0" indent="-285750" algn="l">
              <a:spcBef>
                <a:spcPts val="300"/>
              </a:spcBef>
              <a:spcAft>
                <a:spcPts val="300"/>
              </a:spcAft>
              <a:buFont typeface="Arial" panose="020B0604020202020204" pitchFamily="34" charset="0"/>
              <a:buChar char="•"/>
            </a:pPr>
            <a:r>
              <a:rPr lang="en-IN" sz="1400" dirty="0"/>
              <a:t>As a result, most experimental studies of lesion effects are studies of bilateral, rather than unilateral lesions.</a:t>
            </a:r>
            <a:endParaRPr lang="en-IN" sz="1400" b="1" dirty="0">
              <a:solidFill>
                <a:schemeClr val="tx1">
                  <a:lumMod val="50000"/>
                  <a:lumOff val="50000"/>
                </a:schemeClr>
              </a:solidFill>
            </a:endParaRPr>
          </a:p>
        </p:txBody>
      </p:sp>
      <p:grpSp>
        <p:nvGrpSpPr>
          <p:cNvPr id="1527" name="Google Shape;1527;p56">
            <a:extLst>
              <a:ext uri="{FF2B5EF4-FFF2-40B4-BE49-F238E27FC236}">
                <a16:creationId xmlns:a16="http://schemas.microsoft.com/office/drawing/2014/main" id="{2A10CD65-8C4E-2B58-BBE3-ED8FB1D6BC7E}"/>
              </a:ext>
            </a:extLst>
          </p:cNvPr>
          <p:cNvGrpSpPr/>
          <p:nvPr/>
        </p:nvGrpSpPr>
        <p:grpSpPr>
          <a:xfrm rot="10800000" flipH="1">
            <a:off x="254525" y="413543"/>
            <a:ext cx="580432" cy="615807"/>
            <a:chOff x="1795374" y="144994"/>
            <a:chExt cx="580432" cy="615807"/>
          </a:xfrm>
        </p:grpSpPr>
        <p:grpSp>
          <p:nvGrpSpPr>
            <p:cNvPr id="1528" name="Google Shape;1528;p56">
              <a:extLst>
                <a:ext uri="{FF2B5EF4-FFF2-40B4-BE49-F238E27FC236}">
                  <a16:creationId xmlns:a16="http://schemas.microsoft.com/office/drawing/2014/main" id="{997C8697-87D1-A0AE-9B4E-6889FEE01AD6}"/>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166FB79C-1799-9FCE-924F-81C39A473108}"/>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5A3F6900-89E2-B12B-4F71-6DB85089FCE7}"/>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CA5BFDC1-864E-BDFC-4A05-B9007D9EE3CD}"/>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37096191-E7BB-76FF-85A9-14492F832EE3}"/>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DD0E8CDF-43C0-720C-C583-08A2A6C6A4CB}"/>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5BDE9CA2-DF1D-EB83-B316-A1E7338AFC23}"/>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5F66079F-63E6-B7E2-F3A8-63B8DE5F7560}"/>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4D36B032-E3C4-C8E9-5674-633B1EF281F4}"/>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3BD765A2-624A-2435-ECE1-A84CE01F5EDF}"/>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64FA9BB6-76AE-8824-5594-60DBBD177233}"/>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25611553-39BF-06A6-1411-56408F8CA89E}"/>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F730562A-9E55-5BE5-0CE0-402C615DCD44}"/>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05D41D7E-000B-D778-883F-9C88CEED1F3E}"/>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23FDAA88-6812-6471-CC03-0C4B32B10686}"/>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EE302523-950A-A35C-48B6-D566F8BF6492}"/>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1DA4E16E-0253-6E0B-0515-A787507EA0E0}"/>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18EFA220-1B4C-36F8-3B0F-1F576365398D}"/>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4CE90F13-3E1D-E3C6-2286-27E77FF03F2B}"/>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477C0391-0A32-0473-2A7A-6E998B9BDE16}"/>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5A156479-3A72-8654-88DA-C72DAC548A27}"/>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709DFD82-A382-EF77-48AA-A73C5A7F39CA}"/>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97CBF67A-C369-4279-B52C-40452E574AF2}"/>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E5A77FC5-B42C-3DB7-A011-F424C5C7FC7A}"/>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617795C1-94C9-AB57-4E29-B526DB30B0E0}"/>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B7902D37-ED06-0C4F-3E4A-F2AADB13FD9C}"/>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C9148FA2-6F09-B8BD-0CFE-8765FFB1AAD4}"/>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350AC16A-ABAA-2A20-FCFD-5CE3E9E87C34}"/>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84542A8D-0B7D-A832-0962-3476E5F46E3C}"/>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B82A6B2E-4E09-28D6-C1A3-3AC3A8D57728}"/>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6FBBBEF1-08C6-7585-EDDA-AD1129F44E9F}"/>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F6AD658D-A8E5-988B-B13E-0669E0DDA0F8}"/>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C6C6894B-475F-F76B-2A1A-67F47D0C7A9A}"/>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C2931DFA-51D7-3A14-3D30-909B01B1062C}"/>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7F3DB399-EB36-53E0-F985-000D915B15E1}"/>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6ED09209-AB6C-F932-A76C-20413A384018}"/>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05BE77D2-2DA4-73C1-13D3-24E131A42985}"/>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39519FDF-4ECF-8648-A98B-776368B66928}"/>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1C17D82A-3694-2120-2EDB-381059C45F05}"/>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C33F5AF9-3072-79A3-F791-FFB6A9B5E7DA}"/>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71560E1C-4F9B-D050-BE8E-827A4351E1F6}"/>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CD787F35-95EF-B274-00F8-7C4E62033495}"/>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27A150F8-0AC8-BAF9-8F83-98C73AB47B1F}"/>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E2E6788A-65A7-24C0-3CEF-BEFFA0F2D35E}"/>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41EBB0CE-96D0-6221-64E2-FCBD380AD59E}"/>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279ACDA0-FBFC-32E0-CE55-7C40E4E413D3}"/>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7A012E64-6B43-72D9-FF45-4DDCBC732461}"/>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5681F32A-BA02-2601-6117-6895AAF388AC}"/>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6617CB0B-8C5F-7B34-068B-1CDD24A2CEC3}"/>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CA9CB9CF-98CF-D6C2-7215-0543F184F9BD}"/>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A547F5E0-3E10-E3DA-44F3-B99726CA262A}"/>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2E3BC79D-00BB-F5F3-EEA0-BBED3F207039}"/>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4F3BE716-2FC1-7ABA-3DFC-F77B2FD9D1F1}"/>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E08BB09A-5643-3055-7DAB-6946639FD9EF}"/>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3E83022B-0903-F0F4-164A-A90A4593662D}"/>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1F95D936-A522-EBFE-44A9-1D0A788CFD8D}"/>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B1F167A0-582A-9100-0F9C-A606D6EA0612}"/>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79604F52-B7F8-500E-284C-9DDBC04D7500}"/>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31DB1595-CC7E-C36D-4792-46A9A81ACEAD}"/>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885FD872-7E18-D622-EED6-F2109369AAFD}"/>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FB1B8391-D014-14A5-7AD3-21E99A73128C}"/>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FB4B01F0-4417-DC83-8F06-8864E085E1AA}"/>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14ADBBE0-A10A-F822-24C1-A74464761C0C}"/>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4ECE16A0-2B34-FCA7-B88C-4B318837D65E}"/>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285B9084-D6EA-17AA-064A-002F418B5D37}"/>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C435E6DA-F37B-BA59-4A31-0D51F74741E9}"/>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F01B3562-C3FF-D335-B823-E7B0EDF3CAF2}"/>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38E44291-5927-E582-EDDE-B588615CB3E6}"/>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A514D592-47CF-6006-275E-A4E8DA253915}"/>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22639D86-350C-F164-5D13-48CAD3EFF54F}"/>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6E9BC79E-0BC6-7076-1D61-8AA21AF39E7F}"/>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7CDD52A4-9AFA-E76A-9E0E-678A27A9B51A}"/>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8ED9BBE2-EBCE-64C6-5CB7-96FFC9BE7B15}"/>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70668D8F-F6EC-CB57-97ED-52A0D59B7A41}"/>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8CFD3B20-62F6-B99D-5F38-9764AD04E43F}"/>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7CED07EE-81AA-0774-0269-7C19B5C4AB32}"/>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2F154B8C-5E62-3817-26DF-BB2073644556}"/>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E68D2365-0733-C5F4-3C76-4DD4CB0CA817}"/>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ED6C55C2-231F-B301-1BAF-96F705456D27}"/>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E6768095-23BB-41D0-1FB7-7EA972AC2639}"/>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B48CF2A3-D559-1C85-73D8-6DB56789F5F5}"/>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C9F69ACC-15CF-BAD4-1E8F-704897BDFB27}"/>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82C97B51-6333-5376-F977-D41781C680B1}"/>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779A5AC5-0D7F-F56A-EE66-FF5E51A43C52}"/>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571046C1-3BC7-60DE-9B0A-F2C96DF8A6B2}"/>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3D23309C-36BF-D682-F52B-D4A76CC3581F}"/>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953FEC79-7CDD-434C-B245-D17F1EC8F36D}"/>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6E022C2E-7223-682F-EDD6-A72345AE2124}"/>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97F97539-56AC-F14F-D15E-EE314F9C41C9}"/>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1ACDE09F-1812-73EE-A8E0-230BAD9D3B08}"/>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31F26112-0BB0-AAD9-83B4-2DE0DB84FD63}"/>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DC1F4622-6091-602E-360C-D42E0D137BF6}"/>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1ACC5610-2B7C-A914-491E-EB88663F07AA}"/>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70F19C69-5AF2-EC36-202B-D6CE2ABD9CCA}"/>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D630BF13-556C-8436-1A52-D1DF6D3AC010}"/>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1135DE2B-DFFA-CFFB-1E39-55BA26C681B4}"/>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7E9300B5-4C55-017D-21C6-82DED28A9592}"/>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CB7968C9-164D-E035-02F8-F2193CF6A12B}"/>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E8A8C5DC-D617-4346-314F-D190C7C97C02}"/>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3554B438-0058-84B6-7CC2-5CFB1DF4157D}"/>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070A6257-1271-CA0E-8C1C-E1DF2BAF69EF}"/>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6AC3A3E6-4992-3E1A-5446-E91155447FB7}"/>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02B2AA0D-91F7-8605-3D46-007009C3A74C}"/>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6C595F3A-63FD-B3CF-0A43-794D5DD41DD1}"/>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02C388DF-793F-94C4-9F1B-E803178708B6}"/>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4E336029-A8AF-AB72-CA5A-122AA9CD6424}"/>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85B1411E-E92D-77D5-BE9B-D12043F32B6E}"/>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0A021BC4-8E2E-9F43-BF35-97FBBABA2C38}"/>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718EF68E-BA77-10FA-FB0F-A985A20357CE}"/>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1F438BC6-A15B-ADBD-2286-E99CF96F7545}"/>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20CFFA3D-545E-ECE1-1CC2-498B9A424096}"/>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1EAA42B0-4457-D670-A2FF-A9673EB755E4}"/>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F9458389-5A82-663E-8EAA-9C733CD4B8AB}"/>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580D1DD8-D719-74DB-4569-EE7BC487DE4F}"/>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178341BC-B9EB-A93E-1009-907F2082714A}"/>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6F0068C8-8791-BA94-DE81-6CB1A6768B81}"/>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B3DB3068-0E41-B9DE-BB26-5B4D956D33E4}"/>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0AF9E6DC-40DC-B955-F0D7-312B547DA0DB}"/>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A0BA6B77-1A4D-04C4-F5D2-27A82427DCE1}"/>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513760C8-EC06-E8C4-07CD-38AEB5327C14}"/>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F014E7F8-77BE-84CB-661C-90438515E483}"/>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25B16D7C-6507-DB1B-7A82-4C0571147CEF}"/>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ED371E59-8CC9-3C39-8CD6-B8312288A474}"/>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429EA27F-B634-518B-4476-AD7F05A236D0}"/>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13CC70AD-4DDB-99AA-FF03-37EED8AEBE13}"/>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F2F31D3E-1F5D-3CE8-83E7-2B28AEBDA102}"/>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6436DCCC-BEF9-E803-1737-2913102E9E2D}"/>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3344765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A9CB8E72-CD0B-1A7F-3A81-028AEA129652}"/>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DCFB6BAF-6EA7-7168-A523-08109AEABA85}"/>
              </a:ext>
            </a:extLst>
          </p:cNvPr>
          <p:cNvSpPr txBox="1">
            <a:spLocks noGrp="1"/>
          </p:cNvSpPr>
          <p:nvPr>
            <p:ph type="title"/>
          </p:nvPr>
        </p:nvSpPr>
        <p:spPr>
          <a:xfrm>
            <a:off x="1943134" y="217750"/>
            <a:ext cx="5813510" cy="457667"/>
          </a:xfrm>
          <a:prstGeom prst="rect">
            <a:avLst/>
          </a:prstGeom>
        </p:spPr>
        <p:txBody>
          <a:bodyPr spcFirstLastPara="1" wrap="square" lIns="91425" tIns="91425" rIns="91425" bIns="91425" anchor="b" anchorCtr="0">
            <a:noAutofit/>
          </a:bodyPr>
          <a:lstStyle/>
          <a:p>
            <a:pPr lvl="0" algn="ctr"/>
            <a:r>
              <a:rPr lang="en-IN" sz="2000" dirty="0">
                <a:solidFill>
                  <a:srgbClr val="7030A0"/>
                </a:solidFill>
              </a:rPr>
              <a:t>Invasive Physiological Research Methods</a:t>
            </a:r>
            <a:endParaRPr sz="2000" dirty="0">
              <a:solidFill>
                <a:srgbClr val="7030A0"/>
              </a:solidFill>
            </a:endParaRPr>
          </a:p>
        </p:txBody>
      </p:sp>
      <p:sp>
        <p:nvSpPr>
          <p:cNvPr id="1526" name="Google Shape;1526;p56">
            <a:extLst>
              <a:ext uri="{FF2B5EF4-FFF2-40B4-BE49-F238E27FC236}">
                <a16:creationId xmlns:a16="http://schemas.microsoft.com/office/drawing/2014/main" id="{D47069EF-EC28-1740-698E-57D9BA4CBC95}"/>
              </a:ext>
            </a:extLst>
          </p:cNvPr>
          <p:cNvSpPr txBox="1">
            <a:spLocks noGrp="1"/>
          </p:cNvSpPr>
          <p:nvPr>
            <p:ph type="subTitle" idx="1"/>
          </p:nvPr>
        </p:nvSpPr>
        <p:spPr>
          <a:xfrm>
            <a:off x="249751" y="745500"/>
            <a:ext cx="8392074" cy="3846368"/>
          </a:xfrm>
          <a:prstGeom prst="rect">
            <a:avLst/>
          </a:prstGeom>
        </p:spPr>
        <p:txBody>
          <a:bodyPr spcFirstLastPara="1" wrap="square" lIns="91425" tIns="91425" rIns="91425" bIns="91425" numCol="1" anchor="t" anchorCtr="0">
            <a:noAutofit/>
          </a:bodyPr>
          <a:lstStyle/>
          <a:p>
            <a:pPr marL="2250" lvl="0" indent="0" algn="ctr">
              <a:spcAft>
                <a:spcPts val="300"/>
              </a:spcAft>
            </a:pPr>
            <a:r>
              <a:rPr lang="en-IN" b="1" dirty="0">
                <a:solidFill>
                  <a:srgbClr val="FF0000"/>
                </a:solidFill>
              </a:rPr>
              <a:t>Electrical Stimulation</a:t>
            </a:r>
          </a:p>
          <a:p>
            <a:pPr marL="288000" lvl="0" indent="-285750" algn="l">
              <a:spcBef>
                <a:spcPts val="300"/>
              </a:spcBef>
              <a:spcAft>
                <a:spcPts val="300"/>
              </a:spcAft>
              <a:buFont typeface="Arial" panose="020B0604020202020204" pitchFamily="34" charset="0"/>
              <a:buChar char="•"/>
            </a:pPr>
            <a:r>
              <a:rPr lang="en-IN" sz="1400" dirty="0"/>
              <a:t>Clues about the function of a neural structure can be obtained by stimulating it electrically.</a:t>
            </a:r>
          </a:p>
          <a:p>
            <a:pPr marL="288000" lvl="0" indent="-285750" algn="l">
              <a:spcBef>
                <a:spcPts val="300"/>
              </a:spcBef>
              <a:spcAft>
                <a:spcPts val="300"/>
              </a:spcAft>
              <a:buFont typeface="Arial" panose="020B0604020202020204" pitchFamily="34" charset="0"/>
              <a:buChar char="•"/>
            </a:pPr>
            <a:r>
              <a:rPr lang="en-IN" sz="1400" dirty="0"/>
              <a:t>Electrical brain stimulation is usually delivered across the </a:t>
            </a:r>
            <a:r>
              <a:rPr lang="en-IN" sz="1400" b="1" dirty="0">
                <a:highlight>
                  <a:srgbClr val="FFFF00"/>
                </a:highlight>
              </a:rPr>
              <a:t>two tips of a bipolar electrode two insulated wires wound tightly together and cut at the end.</a:t>
            </a:r>
          </a:p>
          <a:p>
            <a:pPr marL="288000" lvl="0" indent="-285750" algn="l">
              <a:spcBef>
                <a:spcPts val="300"/>
              </a:spcBef>
              <a:spcAft>
                <a:spcPts val="300"/>
              </a:spcAft>
              <a:buFont typeface="Arial" panose="020B0604020202020204" pitchFamily="34" charset="0"/>
              <a:buChar char="•"/>
            </a:pPr>
            <a:r>
              <a:rPr lang="en-IN" sz="1400" dirty="0"/>
              <a:t>Weak pulses of current produce an </a:t>
            </a:r>
            <a:r>
              <a:rPr lang="en-IN" sz="1400" b="1" dirty="0"/>
              <a:t>immediate increase in the firing of neurons near the tip of the electrode. </a:t>
            </a:r>
          </a:p>
          <a:p>
            <a:pPr marL="288000" lvl="0" indent="-285750" algn="l">
              <a:spcBef>
                <a:spcPts val="300"/>
              </a:spcBef>
              <a:spcAft>
                <a:spcPts val="300"/>
              </a:spcAft>
              <a:buFont typeface="Arial" panose="020B0604020202020204" pitchFamily="34" charset="0"/>
              <a:buChar char="•"/>
            </a:pPr>
            <a:r>
              <a:rPr lang="en-IN" sz="1400" dirty="0"/>
              <a:t>Electrical stimulation of the brain is an important biopsychological research tool because it often has </a:t>
            </a:r>
            <a:r>
              <a:rPr lang="en-IN" sz="1400" dirty="0" err="1"/>
              <a:t>behavioral</a:t>
            </a:r>
            <a:r>
              <a:rPr lang="en-IN" sz="1400" dirty="0"/>
              <a:t> effects, usually opposite to those produced by a lesion to the same site.</a:t>
            </a:r>
          </a:p>
          <a:p>
            <a:pPr marL="288000" lvl="0" indent="-285750" algn="l">
              <a:spcBef>
                <a:spcPts val="300"/>
              </a:spcBef>
              <a:spcAft>
                <a:spcPts val="300"/>
              </a:spcAft>
              <a:buFont typeface="Arial" panose="020B0604020202020204" pitchFamily="34" charset="0"/>
              <a:buChar char="•"/>
            </a:pPr>
            <a:r>
              <a:rPr lang="en-IN" sz="1400" dirty="0"/>
              <a:t>It can elicit a number of </a:t>
            </a:r>
            <a:r>
              <a:rPr lang="en-IN" sz="1400" dirty="0" err="1"/>
              <a:t>behavioral</a:t>
            </a:r>
            <a:r>
              <a:rPr lang="en-IN" sz="1400" dirty="0"/>
              <a:t> sequences, including eating, drinking, attacking, copulating, and sleeping.</a:t>
            </a:r>
          </a:p>
          <a:p>
            <a:pPr marL="288000" lvl="0" indent="-285750" algn="l">
              <a:spcBef>
                <a:spcPts val="300"/>
              </a:spcBef>
              <a:spcAft>
                <a:spcPts val="300"/>
              </a:spcAft>
              <a:buFont typeface="Arial" panose="020B0604020202020204" pitchFamily="34" charset="0"/>
              <a:buChar char="•"/>
            </a:pPr>
            <a:r>
              <a:rPr lang="en-IN" sz="1400" dirty="0"/>
              <a:t>The particular </a:t>
            </a:r>
            <a:r>
              <a:rPr lang="en-IN" sz="1400" dirty="0" err="1"/>
              <a:t>behavioral</a:t>
            </a:r>
            <a:r>
              <a:rPr lang="en-IN" sz="1400" dirty="0"/>
              <a:t> response that is elicited depends on the location of the electrode tip, the parameters of the current, and the test environment in which the stimulation is administered.</a:t>
            </a:r>
            <a:endParaRPr lang="en-IN" sz="1400" b="1" dirty="0">
              <a:solidFill>
                <a:schemeClr val="tx1">
                  <a:lumMod val="50000"/>
                  <a:lumOff val="50000"/>
                </a:schemeClr>
              </a:solidFill>
            </a:endParaRPr>
          </a:p>
        </p:txBody>
      </p:sp>
      <p:grpSp>
        <p:nvGrpSpPr>
          <p:cNvPr id="1527" name="Google Shape;1527;p56">
            <a:extLst>
              <a:ext uri="{FF2B5EF4-FFF2-40B4-BE49-F238E27FC236}">
                <a16:creationId xmlns:a16="http://schemas.microsoft.com/office/drawing/2014/main" id="{3AD0F875-CE03-7498-CD1C-F9684603F52D}"/>
              </a:ext>
            </a:extLst>
          </p:cNvPr>
          <p:cNvGrpSpPr/>
          <p:nvPr/>
        </p:nvGrpSpPr>
        <p:grpSpPr>
          <a:xfrm rot="10800000" flipH="1">
            <a:off x="362635" y="4219344"/>
            <a:ext cx="580432" cy="615807"/>
            <a:chOff x="1795374" y="144994"/>
            <a:chExt cx="580432" cy="615807"/>
          </a:xfrm>
        </p:grpSpPr>
        <p:grpSp>
          <p:nvGrpSpPr>
            <p:cNvPr id="1528" name="Google Shape;1528;p56">
              <a:extLst>
                <a:ext uri="{FF2B5EF4-FFF2-40B4-BE49-F238E27FC236}">
                  <a16:creationId xmlns:a16="http://schemas.microsoft.com/office/drawing/2014/main" id="{6877DF75-080D-3166-EE4B-D58A667551E5}"/>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3330E6BC-3F11-8985-83EB-D01EE5F523FF}"/>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35A1A79B-D68E-1762-93E2-22BAE3004626}"/>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2A1A1099-48B7-B291-003B-2CD66913F293}"/>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6B82B2E3-6D26-5455-F6AE-8928D185A98A}"/>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F375BD3B-13B8-1BB7-5BA3-26D3C1A01F30}"/>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EBCE1689-ED4A-9869-4B10-4B20BCF83F3F}"/>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9F4D1256-C6CD-5754-5EB5-61FD45A107A6}"/>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B8703086-313C-3D16-3FC5-67BCD3BDE127}"/>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4D4A8984-7E90-08BC-F0C7-1999F0657FBD}"/>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0A622946-6C78-4E16-6A9D-0C12215553CE}"/>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E926CD54-EBAD-8EA2-7EEA-10B87916DAF4}"/>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8D57234E-184C-7DAD-DF4D-374AA82A7D19}"/>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05FD88B2-A304-9393-D353-DE871F094252}"/>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37512B2E-328F-9B7B-8FBF-205868F01FD2}"/>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2C6C7D50-003B-1251-9BBD-3A37952A39C2}"/>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FD1F7A09-41B6-606C-E5EB-9D7C22CD8C43}"/>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05C5B7CA-BB65-6733-ECC2-2864D93C09B8}"/>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09500951-654B-BD33-3DF7-1787BC1E5649}"/>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5D490C42-268D-6DDE-8D14-23D464302E60}"/>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241550E4-9D5C-2029-39A2-60FFF459C3DA}"/>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8509C00B-3408-1EAE-A1A1-9EA8766D08AE}"/>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2670D1B7-8F3F-4925-0B9C-0155C4C56F06}"/>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018A9CDE-5B89-6761-625A-FEBF265C08C1}"/>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3ACD8A4B-0C20-9914-FEF3-98B29F53EC9C}"/>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082E7FC4-9E9B-ABFD-607A-9EF64704EBC6}"/>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2ACEB5AF-285A-4422-D537-05C6F8114C0E}"/>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2A70B148-86A8-24AA-D1EC-171950D1EB8B}"/>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431D4598-F304-989F-B761-007289553CCA}"/>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117E073E-060F-C06E-E56A-C7FBBE8262D3}"/>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9AD834B2-2A20-F90D-D646-DBE872E00B69}"/>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BB82D6BA-0693-8CA9-96DB-0440535B2646}"/>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ACED1A54-1859-55F7-57A4-135F0C233BF1}"/>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1072625E-442D-F119-1E4E-B47BB66CF5A3}"/>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692FA98C-6D64-5CF7-FFA0-2B2C8B72FB5B}"/>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076B4ABD-D348-7942-DB5B-1A1D5BD20117}"/>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04392048-BE37-1CE7-5C4D-6FC550CD3A6D}"/>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AEE17EFA-56B1-A9A4-3A77-284DD77B8F71}"/>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6F8EB574-554E-3247-4365-6E4E6143E438}"/>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9B978ADC-5B38-1442-73DB-DF145BFA8963}"/>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2DCB7A9F-0049-5FD9-A196-033537E3BC32}"/>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F965A8E3-C463-CEC8-BFB6-7F1CD593FD5D}"/>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96E5CF86-A93D-7C3F-B1C4-B158B677763C}"/>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4C83E575-2128-A9D9-9C32-8E3C0ED66E43}"/>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CC3E4A06-892F-E274-17BE-F27EC33DF511}"/>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9F0E38A6-8EE6-AE72-48BA-C870B660A8CB}"/>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E325BB05-C0C2-7794-55C7-F812BB2D5396}"/>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2A130C8E-A417-1213-FBA8-F0009791232E}"/>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C35A3C01-723F-5D54-ED54-3BBBDCB720F9}"/>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01876AC5-9952-355A-2C29-35B1C871A0CF}"/>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A30A2977-A3BC-1923-C871-4D8DE46923B5}"/>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29FC98A8-8CC8-46BF-6622-78886EB98494}"/>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54FDED7C-766B-BF53-9375-BB5A11AC70A6}"/>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67037D8F-8D34-3944-6448-47EA81B653BE}"/>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862F9872-D717-F4B4-1887-D0D979130450}"/>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3E398A98-C275-1078-0926-830292573393}"/>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2909D369-5EFE-59D4-B7E9-F60572C86C80}"/>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18B6A60B-42D2-6DED-AF3D-D986A2947556}"/>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5FC27A3A-4F0F-2792-4368-DB0ED96E3074}"/>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1B7C9185-313C-F1DD-97B4-DAD3626AABBD}"/>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3C9A025F-2CBE-C50E-CA09-0EAE140DC9D0}"/>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B4662FB2-9AE8-8865-20B9-04D586E31153}"/>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DE285223-0663-DC2C-73C5-08FB9DAA2D49}"/>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E879EE34-1ACF-7462-1BF9-AC9CB03E81F2}"/>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37E3E436-5022-837C-CBB8-055B6C71A0AC}"/>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0B78C073-B363-2EDC-C692-39DE8FE178E9}"/>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6D3D6E5C-911D-7062-0A10-3039C77482A5}"/>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D57091EB-B0E7-071E-A91B-01B50720603F}"/>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FCAF2DB8-2446-D659-9CFF-E7356D5427E7}"/>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6EE7CB74-AF2F-33E6-3B98-B92279E668BB}"/>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D968E3AD-2402-1A5F-193E-E91FE3E36F7C}"/>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FB9D343B-786B-528F-8DCE-7AC4F76D7DDA}"/>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3D79E3C4-230F-EB9C-1505-1C59B55A8328}"/>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626B3B3D-66C2-A332-7643-6504CBAE69B6}"/>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3ED9C3DD-E461-5C17-78C4-B6681AD6C8B5}"/>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130DDA2C-7BC1-5F80-71F3-63BAE3EBCF7F}"/>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5AF8109F-6452-DB1D-DC87-AED09E42E801}"/>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AC4BB291-AF2F-A2C5-3BDF-F8A49A99FEF5}"/>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B103550A-4CCA-3836-EEC5-F746D9F16920}"/>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B73A459C-FE4F-02B0-784C-DDD146B741BA}"/>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B46E71B4-2EF0-2C0B-4241-B918B8789383}"/>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43AC0871-214D-D9C0-C9CB-36A69FBAD4C1}"/>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040DFD13-86B9-E8DA-2ED8-D18E8C5F25C6}"/>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91CE2F50-E211-345B-463A-8CD0539BF53C}"/>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05FC689D-A56C-FD20-4AEC-381F2D56C6D6}"/>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FDF7BB7F-90E2-A724-B1DC-9B0D2BB08179}"/>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CAD2B1EE-6673-6C1B-5DF4-95716BCC338B}"/>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3155DD3E-6012-6289-DF8A-FEB29FCD1C93}"/>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DF0B11F9-0236-96C8-8066-38CF4EB08584}"/>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137A3497-CDF2-560D-CCED-D858F1399332}"/>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E73BCE95-A9C8-B34E-EE63-78BBF42C8F1B}"/>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2ACFD069-2656-0311-82ED-A0AECF65BF57}"/>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40F35C78-C3FC-DEA0-C343-2CBB2F43D375}"/>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4A2A738C-65FD-5541-6CCC-66AD2D3BCC9D}"/>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B44DBB9B-6A23-0839-674D-6C5AD3A91D52}"/>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B7068FD2-F76C-B7EE-3CEA-90FD0496B3BD}"/>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3BC656BB-3F0E-16FA-7093-90F519467BDF}"/>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C8AAE2AC-AEBE-75AC-F12B-A9682AFBA8A1}"/>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BFD02F15-F08B-039C-8E23-58A02AB6837B}"/>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A4E501F2-9783-E0F0-EBC0-2D1D27003332}"/>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79A9C286-1CE0-0A13-9074-9D112D77A121}"/>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95AAA247-A8CA-C8A9-98F9-6E41709EC4D3}"/>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2CCDF1A4-3D78-0FA1-32F9-7EC9D7620E0C}"/>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D98384E4-9211-8F1F-98C1-3BD94EEA75F5}"/>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8A85E8E2-9A0E-1764-3022-E8B1EF455A31}"/>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73AE6720-CEA5-F00F-0D87-B9E65B2A2074}"/>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CF74B07D-EA14-3E08-DAC7-7C36D23C260D}"/>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346EF159-F4C5-6894-3448-3B78B91C41A7}"/>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5A3C5DC1-F332-886E-5FE4-4A0C608DD994}"/>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7E865BAC-F4CA-116B-3BE3-7D257747A3DA}"/>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EC049E7D-BBFE-B589-5CDC-91D3B98644BF}"/>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9873C746-3649-C6BE-AFEE-7E08BD3A53CB}"/>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5E625A94-6DF6-2E4F-5617-F5A79D89F454}"/>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377EAD19-9633-F62F-1902-4E33EC4241FF}"/>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5D96A013-222A-2A0A-DC90-540D651DA6C7}"/>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F81B7694-0075-222B-C908-CFC2D9F9FA11}"/>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C3CA46CD-5909-FDEC-9265-04924DE1160A}"/>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90066916-FDF5-04E5-C62F-24E7FE245042}"/>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BD8E8F7A-915B-222B-64DE-A3A9BC68C76B}"/>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0DAC349F-47A6-F082-0531-30C7F65AD930}"/>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2E16E5E6-BDBD-7E8D-C123-A7BFEFF9F3B3}"/>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E7A99CC5-8CB8-3022-D8E9-E096C7B48D45}"/>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3A2ADD83-E002-5B78-9D04-A200CBE180B9}"/>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9D8DB012-4BD0-E013-920B-A8E04598645A}"/>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513FC776-F967-BAB5-F331-D983F46B2A26}"/>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AAC5E4F2-AE12-9B1A-493A-CBC25A04C43F}"/>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FB9084FF-AA7B-9738-6220-75026B4A50A4}"/>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1792809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78263949-45F3-078C-EE25-A6EE6EB641D0}"/>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CD236EE9-22A2-F802-5170-629BF9DB3AD2}"/>
              </a:ext>
            </a:extLst>
          </p:cNvPr>
          <p:cNvSpPr txBox="1">
            <a:spLocks noGrp="1"/>
          </p:cNvSpPr>
          <p:nvPr>
            <p:ph type="title"/>
          </p:nvPr>
        </p:nvSpPr>
        <p:spPr>
          <a:xfrm>
            <a:off x="1137013" y="195774"/>
            <a:ext cx="6869974" cy="457667"/>
          </a:xfrm>
          <a:prstGeom prst="rect">
            <a:avLst/>
          </a:prstGeom>
        </p:spPr>
        <p:txBody>
          <a:bodyPr spcFirstLastPara="1" wrap="square" lIns="91425" tIns="91425" rIns="91425" bIns="91425" anchor="b" anchorCtr="0">
            <a:noAutofit/>
          </a:bodyPr>
          <a:lstStyle/>
          <a:p>
            <a:pPr lvl="0" algn="ctr"/>
            <a:r>
              <a:rPr lang="en-IN" sz="2000" dirty="0">
                <a:solidFill>
                  <a:srgbClr val="7030A0"/>
                </a:solidFill>
              </a:rPr>
              <a:t>Invasive Electrophysiological Recording Methods</a:t>
            </a:r>
            <a:endParaRPr sz="2000" dirty="0">
              <a:solidFill>
                <a:srgbClr val="7030A0"/>
              </a:solidFill>
            </a:endParaRPr>
          </a:p>
        </p:txBody>
      </p:sp>
      <p:sp>
        <p:nvSpPr>
          <p:cNvPr id="1526" name="Google Shape;1526;p56">
            <a:extLst>
              <a:ext uri="{FF2B5EF4-FFF2-40B4-BE49-F238E27FC236}">
                <a16:creationId xmlns:a16="http://schemas.microsoft.com/office/drawing/2014/main" id="{4496C33E-BCE3-26D1-90BF-AC80800C4057}"/>
              </a:ext>
            </a:extLst>
          </p:cNvPr>
          <p:cNvSpPr txBox="1">
            <a:spLocks noGrp="1"/>
          </p:cNvSpPr>
          <p:nvPr>
            <p:ph type="subTitle" idx="1"/>
          </p:nvPr>
        </p:nvSpPr>
        <p:spPr>
          <a:xfrm>
            <a:off x="362635" y="610797"/>
            <a:ext cx="8380390" cy="4451060"/>
          </a:xfrm>
          <a:prstGeom prst="rect">
            <a:avLst/>
          </a:prstGeom>
        </p:spPr>
        <p:txBody>
          <a:bodyPr spcFirstLastPara="1" wrap="square" lIns="91425" tIns="91425" rIns="91425" bIns="91425" numCol="1" anchor="t" anchorCtr="0">
            <a:noAutofit/>
          </a:bodyPr>
          <a:lstStyle/>
          <a:p>
            <a:pPr marL="2250" lvl="0" indent="0" algn="l">
              <a:spcBef>
                <a:spcPts val="300"/>
              </a:spcBef>
              <a:spcAft>
                <a:spcPts val="300"/>
              </a:spcAft>
            </a:pPr>
            <a:r>
              <a:rPr lang="en-IN" sz="1400" b="1" dirty="0">
                <a:solidFill>
                  <a:schemeClr val="tx1">
                    <a:lumMod val="50000"/>
                    <a:lumOff val="50000"/>
                  </a:schemeClr>
                </a:solidFill>
              </a:rPr>
              <a:t>Intracellular Unit Recording </a:t>
            </a:r>
          </a:p>
          <a:p>
            <a:pPr marL="288000" lvl="0" indent="-285750" algn="l">
              <a:spcBef>
                <a:spcPts val="300"/>
              </a:spcBef>
              <a:spcAft>
                <a:spcPts val="300"/>
              </a:spcAft>
              <a:buFont typeface="Arial" panose="020B0604020202020204" pitchFamily="34" charset="0"/>
              <a:buChar char="•"/>
            </a:pPr>
            <a:r>
              <a:rPr lang="en-IN" sz="1400" dirty="0"/>
              <a:t>Intracellular unit recording, provides a moment-by-moment </a:t>
            </a:r>
            <a:r>
              <a:rPr lang="en-IN" sz="1400" b="1" dirty="0">
                <a:highlight>
                  <a:srgbClr val="FFFF00"/>
                </a:highlight>
              </a:rPr>
              <a:t>record of the graded fluctuations in one neurons membrane potential. </a:t>
            </a:r>
          </a:p>
          <a:p>
            <a:pPr marL="288000" lvl="0" indent="-285750" algn="l">
              <a:spcBef>
                <a:spcPts val="300"/>
              </a:spcBef>
              <a:spcAft>
                <a:spcPts val="300"/>
              </a:spcAft>
              <a:buFont typeface="Arial" panose="020B0604020202020204" pitchFamily="34" charset="0"/>
              <a:buChar char="•"/>
            </a:pPr>
            <a:r>
              <a:rPr lang="en-IN" sz="1400" dirty="0"/>
              <a:t>Most experiments using this recording procedure are </a:t>
            </a:r>
            <a:r>
              <a:rPr lang="en-IN" sz="1400" dirty="0">
                <a:highlight>
                  <a:srgbClr val="FFFF00"/>
                </a:highlight>
              </a:rPr>
              <a:t>performed on chemically immobilized animals </a:t>
            </a:r>
            <a:r>
              <a:rPr lang="en-IN" sz="1400" dirty="0"/>
              <a:t>because it is next to impossible to </a:t>
            </a:r>
            <a:r>
              <a:rPr lang="en-IN" sz="1400" b="1" dirty="0"/>
              <a:t>keep the tip of a </a:t>
            </a:r>
            <a:r>
              <a:rPr lang="en-IN" sz="1400" b="1" dirty="0">
                <a:highlight>
                  <a:srgbClr val="00FF00"/>
                </a:highlight>
              </a:rPr>
              <a:t>microelectrode positioned inside a neuron </a:t>
            </a:r>
            <a:r>
              <a:rPr lang="en-IN" sz="1400" dirty="0"/>
              <a:t>of a freely moving animal. </a:t>
            </a:r>
          </a:p>
          <a:p>
            <a:pPr marL="2250" lvl="0" indent="0" algn="l">
              <a:spcBef>
                <a:spcPts val="300"/>
              </a:spcBef>
              <a:spcAft>
                <a:spcPts val="300"/>
              </a:spcAft>
            </a:pPr>
            <a:r>
              <a:rPr lang="en-IN" sz="1400" b="1" dirty="0">
                <a:solidFill>
                  <a:schemeClr val="tx1">
                    <a:lumMod val="50000"/>
                    <a:lumOff val="50000"/>
                  </a:schemeClr>
                </a:solidFill>
              </a:rPr>
              <a:t>Extracellular Unit Recording </a:t>
            </a:r>
          </a:p>
          <a:p>
            <a:pPr marL="288000" lvl="0" indent="-285750" algn="l">
              <a:spcBef>
                <a:spcPts val="300"/>
              </a:spcBef>
              <a:spcAft>
                <a:spcPts val="300"/>
              </a:spcAft>
              <a:buFont typeface="Arial" panose="020B0604020202020204" pitchFamily="34" charset="0"/>
              <a:buChar char="•"/>
            </a:pPr>
            <a:r>
              <a:rPr lang="en-IN" sz="1400" dirty="0"/>
              <a:t>It is possible to </a:t>
            </a:r>
            <a:r>
              <a:rPr lang="en-IN" sz="1400" b="1" dirty="0">
                <a:highlight>
                  <a:srgbClr val="FFFF00"/>
                </a:highlight>
              </a:rPr>
              <a:t>record the action potentials </a:t>
            </a:r>
            <a:r>
              <a:rPr lang="en-IN" sz="1400" dirty="0"/>
              <a:t>of a neuron through </a:t>
            </a:r>
            <a:r>
              <a:rPr lang="en-IN" sz="1400" b="1" dirty="0"/>
              <a:t>a microelectrode whose tip is </a:t>
            </a:r>
            <a:r>
              <a:rPr lang="en-IN" sz="1400" b="1" dirty="0">
                <a:highlight>
                  <a:srgbClr val="00FF00"/>
                </a:highlight>
              </a:rPr>
              <a:t>positioned in the extracellular fluid next to it each time the neuron fires</a:t>
            </a:r>
            <a:r>
              <a:rPr lang="en-IN" sz="1400" dirty="0"/>
              <a:t>, there is an electrical disturbance and a blip is recorded at the electrode tip.</a:t>
            </a:r>
          </a:p>
          <a:p>
            <a:pPr marL="288000" lvl="0" indent="-285750" algn="l">
              <a:spcBef>
                <a:spcPts val="300"/>
              </a:spcBef>
              <a:spcAft>
                <a:spcPts val="300"/>
              </a:spcAft>
              <a:buFont typeface="Arial" panose="020B0604020202020204" pitchFamily="34" charset="0"/>
              <a:buChar char="•"/>
            </a:pPr>
            <a:r>
              <a:rPr lang="en-IN" sz="1400" dirty="0"/>
              <a:t>Accordingly, extracellular unit recording provides a record of the firing of a neuron but </a:t>
            </a:r>
            <a:r>
              <a:rPr lang="en-IN" sz="1400" b="1" dirty="0"/>
              <a:t>no information about the neurons membrane potential.</a:t>
            </a:r>
          </a:p>
          <a:p>
            <a:pPr marL="288000" lvl="0" indent="-285750" algn="l">
              <a:spcBef>
                <a:spcPts val="300"/>
              </a:spcBef>
              <a:spcAft>
                <a:spcPts val="300"/>
              </a:spcAft>
              <a:buFont typeface="Arial" panose="020B0604020202020204" pitchFamily="34" charset="0"/>
              <a:buChar char="•"/>
            </a:pPr>
            <a:r>
              <a:rPr lang="en-IN" sz="1400" dirty="0"/>
              <a:t>It is difficult to record extracellularly from a single neuron in a freely moving animal without the electrode tip shifting away from the neuron, but it can be accomplished with </a:t>
            </a:r>
            <a:r>
              <a:rPr lang="en-IN" sz="1400" b="1" dirty="0"/>
              <a:t>special flexible microelectrodes </a:t>
            </a:r>
            <a:r>
              <a:rPr lang="en-IN" sz="1400" dirty="0"/>
              <a:t>that can shift slightly with the brain.</a:t>
            </a:r>
          </a:p>
        </p:txBody>
      </p:sp>
      <p:grpSp>
        <p:nvGrpSpPr>
          <p:cNvPr id="1527" name="Google Shape;1527;p56">
            <a:extLst>
              <a:ext uri="{FF2B5EF4-FFF2-40B4-BE49-F238E27FC236}">
                <a16:creationId xmlns:a16="http://schemas.microsoft.com/office/drawing/2014/main" id="{0BC242D2-DA6D-2758-9F47-5F190CE03329}"/>
              </a:ext>
            </a:extLst>
          </p:cNvPr>
          <p:cNvGrpSpPr/>
          <p:nvPr/>
        </p:nvGrpSpPr>
        <p:grpSpPr>
          <a:xfrm rot="10800000" flipH="1">
            <a:off x="110759" y="4289427"/>
            <a:ext cx="580432" cy="615807"/>
            <a:chOff x="1795374" y="144994"/>
            <a:chExt cx="580432" cy="615807"/>
          </a:xfrm>
        </p:grpSpPr>
        <p:grpSp>
          <p:nvGrpSpPr>
            <p:cNvPr id="1528" name="Google Shape;1528;p56">
              <a:extLst>
                <a:ext uri="{FF2B5EF4-FFF2-40B4-BE49-F238E27FC236}">
                  <a16:creationId xmlns:a16="http://schemas.microsoft.com/office/drawing/2014/main" id="{5420703F-3E5F-AB76-55D9-B908C6680379}"/>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1B29D001-CF7A-1D03-1268-62C5285E73F4}"/>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AC68700D-27C8-808D-C30D-D7F62ABC9584}"/>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0AA7B792-675A-8A65-C019-0D48EDCEF489}"/>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F916F2A6-21BE-710F-6441-BBE7AAC20C98}"/>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F54E54AB-F304-845C-F64A-D4E506FDA3FC}"/>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5603F7EF-2061-1272-2613-2102AEF02880}"/>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10E9C980-1386-3075-4AF5-013CEF1D3528}"/>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89F454C0-D2B9-69F8-6EE0-BB24F3AA3F39}"/>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5F3016D4-5802-13DF-6A2A-CBFD518DD20F}"/>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B88AEE68-2131-0178-ED15-DDDAE44FEFAD}"/>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9A1FED98-F3D4-2414-198C-ED41B77A5C16}"/>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0698B740-A745-A91D-FBAB-2A3D4F717276}"/>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A353B65B-D172-BFFF-5CF1-1CDD03C80BE3}"/>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82CD5C9C-B4B4-C3BB-B042-5FB93BD6FED1}"/>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A89679B9-A51E-5DAE-9670-C52AA227AD4F}"/>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C374E742-7D9D-5CB9-DDA7-FEE5BBB94C52}"/>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98551EA8-2390-2D6C-0B71-D8BE27489E02}"/>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8AB73C74-B766-A966-B2BE-B3A9F60B60D8}"/>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E980FED7-E996-201C-B0B4-D112B9E13348}"/>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5D9E6798-ED77-60E1-1813-B23AE67DBB0B}"/>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0F9CC851-DEFE-8226-C9C9-EFEEB860F278}"/>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D22F8819-5809-1464-FC26-9FCF484B323A}"/>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6673B0F1-3A97-36A4-4112-27E620A44CEC}"/>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2A32D731-3531-41D1-1CAB-408BD08C7217}"/>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0E58E9B8-36D5-CDBB-8876-B22C43D84BAC}"/>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3554AA61-E1A7-6658-FAA0-1871E2BB710B}"/>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2AA11EE4-DC95-57C6-C3A4-0C72165234CB}"/>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46A7F7C9-29DE-CCF6-391F-630B483E653D}"/>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5B9BD30C-4630-4716-6B00-6F8302793911}"/>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97932ED7-73B2-5495-D7C8-3359A2FF7F74}"/>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762A6A67-F1D7-787C-9BCE-D87C7E01C0FD}"/>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28F2727C-7061-C31A-9457-8E842AC00F48}"/>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A8D115D9-A211-7C8E-A89A-B45ECBA9E58C}"/>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5D66B65F-0773-510F-133C-F23B80F3503C}"/>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806663DF-81C9-2C72-8275-5196AA2F3D3B}"/>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04E9F7B0-0EE8-E5D2-2C24-35983ED7F0DD}"/>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5AAAFC64-CE77-6CE3-5B43-A4FDBE28003E}"/>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A6C9FB23-761D-D66D-7730-A9E4B767ABCB}"/>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1C322BB6-E14F-13E7-BE82-E9372E6CEA73}"/>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103A0F62-8688-2195-0FBB-1AA3A27E314C}"/>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93C3E65F-63D6-C070-1683-8E8E3755F20D}"/>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0847332C-B946-62B1-5704-8248854950A5}"/>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1561F22B-253B-03BF-52A6-3F5FC6F240D7}"/>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A2D06FF3-5096-3DC0-7D34-B607FB1D38F7}"/>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08E874D4-D488-E49E-E89A-F5697A38A36A}"/>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412609E0-492F-8750-B136-89E39CBE9C9C}"/>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18E78CED-A5D0-5358-0CC5-8069E8F8AC86}"/>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84E5E53C-B853-A222-01B8-E7AD39FAF83C}"/>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887415FF-F9DF-7D51-5F5B-C10CBA8C1F87}"/>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499F9DEF-0FE8-179A-3194-1E136B5AC3FB}"/>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0F3543F8-4D7F-4735-BF52-F48EC6CB9CD5}"/>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CDDB05B2-B1DD-EAEF-DBBD-1A6C1FEC0A74}"/>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A8FEED89-4D76-3AD7-ACCF-684C872D92DD}"/>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BA02851F-4821-D45A-BA37-2852ECDD268A}"/>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076427C8-2B6E-1664-FE9D-617BD989D31B}"/>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140C30AC-BB02-6FCE-3680-9671DC45210A}"/>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8104EACA-1150-63B7-DFD1-AD757544644A}"/>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28BCDAF3-9A90-BC12-7557-FDB9E830ADC9}"/>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5E41A842-311F-7EBD-F692-C7B3C3ECAA9C}"/>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9CFBBA64-F28E-685F-F3E8-64EF0B9399B6}"/>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FA3FA9E1-D446-A482-EED0-AA300FDA25D6}"/>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230FA738-CE4C-F18E-ADB9-6CB318DB4C07}"/>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5D76A6F4-F588-A45B-8B6B-7CF829ADDBDA}"/>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8E4CC27A-C606-595B-1FEE-EB07C61E5AF3}"/>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7CE88967-6FC6-37ED-A8DF-FD85B63A1E3D}"/>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702DA2D1-FDB6-923E-E7C2-3F704759E430}"/>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CEA23FE3-9F68-8F3D-A9C8-D989998C39FD}"/>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24B06935-53D3-C456-74A2-D1327CE9B4AA}"/>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2A91E4D3-5BFB-7312-634A-23F15F81CE86}"/>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796A5396-4213-745F-1858-40A83DB31841}"/>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A6BDB773-B216-1AA3-C687-E961D75F6839}"/>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4C8E469B-000A-28A2-E761-8976221ED163}"/>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5C40506A-2303-9B44-17C9-9B04BEA58A6E}"/>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D7307707-8CDC-C657-4DB0-AA5A115D54F6}"/>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3CB0C46D-4F0F-D385-18BB-D380D3DE4E59}"/>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32E6634F-EFE5-493A-D38E-2092F64B063C}"/>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AEBFCEAF-64F5-5911-FA9C-67F785B8D7BC}"/>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5303FB7E-296B-3500-F5F9-91637D8991EC}"/>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C4EDFB68-A0B1-4751-42D5-17BA585C58DD}"/>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59BEBDF1-56EF-3112-550B-0BF20CB9302D}"/>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5060553F-8FAA-7370-0C14-BC50B4584982}"/>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448552F2-E897-AE66-BCB2-88FD4BFF03BF}"/>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936B3812-A187-8E05-930E-A81764A22B46}"/>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74297B51-81E0-9E2D-170E-DB8A81C8CC48}"/>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B10C58B1-658A-EA47-DEC1-3A4398476BE3}"/>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F4A1D58E-6DAB-75D3-937A-86438C6E48A1}"/>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B5F21041-CA63-E123-A109-F7A8EF0F7D7B}"/>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F70ED800-FDE6-820F-ADCE-78B354E1A081}"/>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5E93AA2C-C796-A133-6533-82A5A6FBBC25}"/>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1D5C8D98-6FE8-8FF1-D854-59E7C2855406}"/>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D0B554A9-9EBB-AD68-991F-5F36F2008FAD}"/>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EF6711FD-A165-AFED-EDC1-611428179E4E}"/>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30575589-E06B-E7CB-A430-B124843BF4A9}"/>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6CF66F5A-9E68-18D7-5E3C-DDEA735CD1C8}"/>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709C8078-97B3-8D46-D29D-911A9840ACFE}"/>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FC5ADCB2-D71C-2378-B3AF-77CDF1CCBD44}"/>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100D4944-13DD-FA7C-7314-5CB86B335EF4}"/>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3BA27AFD-91B9-4DD4-23B2-A67331D4B586}"/>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10BD1BC3-1715-D29A-0745-2935A87E2430}"/>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DB42FA09-3028-CBFE-57C9-78AACE808FFD}"/>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C39B01D0-542A-D5F1-9CE9-A8E39A78B899}"/>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FF8D4909-3CCC-518D-576B-160D5B4320C0}"/>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CF175260-E154-98D2-A029-4E5D4C64D648}"/>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E6BAB457-FE84-BE02-9F30-54C0151E48E3}"/>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E3D09D4D-0852-1730-73AA-45D2A7538770}"/>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CD7F7D24-835A-0D0D-9872-3C2519262441}"/>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FB47BECC-58F3-388E-0A4A-C8963FA2CF59}"/>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0922867F-CCC4-B306-38E3-BC6C4D2DE17C}"/>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8FC1D344-F819-E4F8-1AA7-4B718A82F062}"/>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273ECD58-158C-FB7B-AC30-0546FCBF2534}"/>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59572E15-6686-3290-2108-28636C344283}"/>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64B77704-9BAB-18AC-5FB8-5C76CBA0B7E9}"/>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5EA9EC0E-A06C-2AA1-3875-3E82082B351E}"/>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B45F5116-182E-6671-A42D-2C16DD842049}"/>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A1723A29-39C4-EEEC-47BB-876167F03BFB}"/>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6E0D6F75-4333-DAA0-59EE-AFA8E5ADA8CA}"/>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4D3B509B-E700-E3E3-D62F-3E4D103988DB}"/>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3D518532-7AFF-4ECC-614E-62653E6367CE}"/>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EF444BBD-41F6-DBAC-8D15-FAA17FF57E51}"/>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192C824D-F519-6E9C-7525-BAB7E8E1B79F}"/>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6C817EAF-CA36-05F4-10A6-7C558C98791D}"/>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8CEC89F3-2A8C-0F0D-F32F-582F174FF3C3}"/>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BDC13822-BED1-0D6D-0EAC-1CA564B3D134}"/>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91351668-0F59-EC2E-E172-2C7506514CB3}"/>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F8360993-F00C-13C4-5D8D-E5064954AE12}"/>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69DF257D-91D3-190B-20B3-B6E5F735B299}"/>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2363521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24">
          <a:extLst>
            <a:ext uri="{FF2B5EF4-FFF2-40B4-BE49-F238E27FC236}">
              <a16:creationId xmlns:a16="http://schemas.microsoft.com/office/drawing/2014/main" id="{D6C96072-6A05-9113-86F4-6318596F8534}"/>
            </a:ext>
          </a:extLst>
        </p:cNvPr>
        <p:cNvGrpSpPr/>
        <p:nvPr/>
      </p:nvGrpSpPr>
      <p:grpSpPr>
        <a:xfrm>
          <a:off x="0" y="0"/>
          <a:ext cx="0" cy="0"/>
          <a:chOff x="0" y="0"/>
          <a:chExt cx="0" cy="0"/>
        </a:xfrm>
      </p:grpSpPr>
      <p:sp>
        <p:nvSpPr>
          <p:cNvPr id="1525" name="Google Shape;1525;p56">
            <a:extLst>
              <a:ext uri="{FF2B5EF4-FFF2-40B4-BE49-F238E27FC236}">
                <a16:creationId xmlns:a16="http://schemas.microsoft.com/office/drawing/2014/main" id="{D42DE283-70FE-3209-5BBB-F863EF49F39D}"/>
              </a:ext>
            </a:extLst>
          </p:cNvPr>
          <p:cNvSpPr txBox="1">
            <a:spLocks noGrp="1"/>
          </p:cNvSpPr>
          <p:nvPr>
            <p:ph type="title"/>
          </p:nvPr>
        </p:nvSpPr>
        <p:spPr>
          <a:xfrm>
            <a:off x="1137013" y="195774"/>
            <a:ext cx="6869974" cy="457667"/>
          </a:xfrm>
          <a:prstGeom prst="rect">
            <a:avLst/>
          </a:prstGeom>
        </p:spPr>
        <p:txBody>
          <a:bodyPr spcFirstLastPara="1" wrap="square" lIns="91425" tIns="91425" rIns="91425" bIns="91425" anchor="b" anchorCtr="0">
            <a:noAutofit/>
          </a:bodyPr>
          <a:lstStyle/>
          <a:p>
            <a:pPr lvl="0" algn="ctr"/>
            <a:r>
              <a:rPr lang="en-IN" sz="2000" dirty="0">
                <a:solidFill>
                  <a:srgbClr val="7030A0"/>
                </a:solidFill>
              </a:rPr>
              <a:t>Invasive Electrophysiological Recording Methods</a:t>
            </a:r>
            <a:endParaRPr sz="2000" dirty="0">
              <a:solidFill>
                <a:srgbClr val="7030A0"/>
              </a:solidFill>
            </a:endParaRPr>
          </a:p>
        </p:txBody>
      </p:sp>
      <p:sp>
        <p:nvSpPr>
          <p:cNvPr id="1526" name="Google Shape;1526;p56">
            <a:extLst>
              <a:ext uri="{FF2B5EF4-FFF2-40B4-BE49-F238E27FC236}">
                <a16:creationId xmlns:a16="http://schemas.microsoft.com/office/drawing/2014/main" id="{EB27DBFB-B6E5-7797-6FA6-2CB747BE2F07}"/>
              </a:ext>
            </a:extLst>
          </p:cNvPr>
          <p:cNvSpPr txBox="1">
            <a:spLocks noGrp="1"/>
          </p:cNvSpPr>
          <p:nvPr>
            <p:ph type="subTitle" idx="1"/>
          </p:nvPr>
        </p:nvSpPr>
        <p:spPr>
          <a:xfrm>
            <a:off x="249751" y="745500"/>
            <a:ext cx="8241398" cy="3846368"/>
          </a:xfrm>
          <a:prstGeom prst="rect">
            <a:avLst/>
          </a:prstGeom>
        </p:spPr>
        <p:txBody>
          <a:bodyPr spcFirstLastPara="1" wrap="square" lIns="91425" tIns="91425" rIns="91425" bIns="91425" numCol="1" anchor="t" anchorCtr="0">
            <a:noAutofit/>
          </a:bodyPr>
          <a:lstStyle/>
          <a:p>
            <a:pPr marL="2250" lvl="0" indent="0" algn="l">
              <a:spcBef>
                <a:spcPts val="300"/>
              </a:spcBef>
              <a:spcAft>
                <a:spcPts val="300"/>
              </a:spcAft>
            </a:pPr>
            <a:r>
              <a:rPr lang="en-IN" sz="1400" b="1" dirty="0">
                <a:solidFill>
                  <a:schemeClr val="tx1">
                    <a:lumMod val="50000"/>
                    <a:lumOff val="50000"/>
                  </a:schemeClr>
                </a:solidFill>
              </a:rPr>
              <a:t>Multiple-Unit Recording</a:t>
            </a:r>
          </a:p>
          <a:p>
            <a:pPr marL="288000" lvl="0" indent="-285750" algn="l">
              <a:spcBef>
                <a:spcPts val="300"/>
              </a:spcBef>
              <a:spcAft>
                <a:spcPts val="300"/>
              </a:spcAft>
              <a:buFont typeface="Arial" panose="020B0604020202020204" pitchFamily="34" charset="0"/>
              <a:buChar char="•"/>
            </a:pPr>
            <a:r>
              <a:rPr lang="en-IN" sz="1400" dirty="0"/>
              <a:t>In multiple-unit recording, the </a:t>
            </a:r>
            <a:r>
              <a:rPr lang="en-IN" sz="1400" b="1" dirty="0"/>
              <a:t>electrode tip is much larger than that of a microelectrode</a:t>
            </a:r>
            <a:r>
              <a:rPr lang="en-IN" sz="1400" dirty="0"/>
              <a:t>; thus, it picks up signals from many neurons, and slight shifts in its position due to movement of the subject have little effect on the overall signal. </a:t>
            </a:r>
          </a:p>
          <a:p>
            <a:pPr marL="288000" lvl="0" indent="-285750" algn="l">
              <a:spcBef>
                <a:spcPts val="300"/>
              </a:spcBef>
              <a:spcAft>
                <a:spcPts val="300"/>
              </a:spcAft>
              <a:buFont typeface="Arial" panose="020B0604020202020204" pitchFamily="34" charset="0"/>
              <a:buChar char="•"/>
            </a:pPr>
            <a:r>
              <a:rPr lang="en-IN" sz="1400" dirty="0"/>
              <a:t>The many action potentials picked up by the electrode are fed into an integrating circuit, which adds them together. </a:t>
            </a:r>
          </a:p>
          <a:p>
            <a:pPr marL="288000" lvl="0" indent="-285750" algn="l">
              <a:spcBef>
                <a:spcPts val="300"/>
              </a:spcBef>
              <a:spcAft>
                <a:spcPts val="300"/>
              </a:spcAft>
              <a:buFont typeface="Arial" panose="020B0604020202020204" pitchFamily="34" charset="0"/>
              <a:buChar char="•"/>
            </a:pPr>
            <a:r>
              <a:rPr lang="en-IN" sz="1400" dirty="0"/>
              <a:t>A multiple-unit recording is a graph of the total number of recorded action potentials per unit of time (e.g., per 0.1 second).</a:t>
            </a:r>
          </a:p>
          <a:p>
            <a:pPr marL="2250" lvl="0" indent="0" algn="l">
              <a:spcBef>
                <a:spcPts val="300"/>
              </a:spcBef>
              <a:spcAft>
                <a:spcPts val="300"/>
              </a:spcAft>
            </a:pPr>
            <a:r>
              <a:rPr lang="en-IN" sz="1400" b="1" dirty="0">
                <a:solidFill>
                  <a:schemeClr val="tx1">
                    <a:lumMod val="50000"/>
                    <a:lumOff val="50000"/>
                  </a:schemeClr>
                </a:solidFill>
              </a:rPr>
              <a:t>Invasive EEG Recording</a:t>
            </a:r>
          </a:p>
          <a:p>
            <a:pPr marL="288000" lvl="0" indent="-285750" algn="l">
              <a:spcBef>
                <a:spcPts val="300"/>
              </a:spcBef>
              <a:spcAft>
                <a:spcPts val="300"/>
              </a:spcAft>
              <a:buFont typeface="Arial" panose="020B0604020202020204" pitchFamily="34" charset="0"/>
              <a:buChar char="•"/>
            </a:pPr>
            <a:r>
              <a:rPr lang="en-IN" sz="1400" dirty="0"/>
              <a:t>In laboratory animals, EEG signals are recorded through large implanted electrodes rather than through scalp electrodes. </a:t>
            </a:r>
          </a:p>
          <a:p>
            <a:pPr marL="288000" lvl="0" indent="-285750" algn="l">
              <a:spcBef>
                <a:spcPts val="300"/>
              </a:spcBef>
              <a:spcAft>
                <a:spcPts val="300"/>
              </a:spcAft>
              <a:buFont typeface="Arial" panose="020B0604020202020204" pitchFamily="34" charset="0"/>
              <a:buChar char="•"/>
            </a:pPr>
            <a:r>
              <a:rPr lang="en-IN" sz="1400" dirty="0"/>
              <a:t>Cortical EEG signals are frequently recorded through stainless steel skull screws, whereas subcortical EEG signals are typically recorded through </a:t>
            </a:r>
            <a:r>
              <a:rPr lang="en-IN" sz="1400" dirty="0" err="1"/>
              <a:t>stereotaxically</a:t>
            </a:r>
            <a:r>
              <a:rPr lang="en-IN" sz="1400" dirty="0"/>
              <a:t> implanted wire electrodes.</a:t>
            </a:r>
            <a:endParaRPr lang="en-IN" sz="1400" b="1" dirty="0">
              <a:solidFill>
                <a:schemeClr val="tx1">
                  <a:lumMod val="50000"/>
                  <a:lumOff val="50000"/>
                </a:schemeClr>
              </a:solidFill>
            </a:endParaRPr>
          </a:p>
        </p:txBody>
      </p:sp>
      <p:grpSp>
        <p:nvGrpSpPr>
          <p:cNvPr id="1527" name="Google Shape;1527;p56">
            <a:extLst>
              <a:ext uri="{FF2B5EF4-FFF2-40B4-BE49-F238E27FC236}">
                <a16:creationId xmlns:a16="http://schemas.microsoft.com/office/drawing/2014/main" id="{589BADE3-0589-6B66-E808-264DE956CB9D}"/>
              </a:ext>
            </a:extLst>
          </p:cNvPr>
          <p:cNvGrpSpPr/>
          <p:nvPr/>
        </p:nvGrpSpPr>
        <p:grpSpPr>
          <a:xfrm rot="10800000" flipH="1">
            <a:off x="362635" y="4219344"/>
            <a:ext cx="580432" cy="615807"/>
            <a:chOff x="1795374" y="144994"/>
            <a:chExt cx="580432" cy="615807"/>
          </a:xfrm>
        </p:grpSpPr>
        <p:grpSp>
          <p:nvGrpSpPr>
            <p:cNvPr id="1528" name="Google Shape;1528;p56">
              <a:extLst>
                <a:ext uri="{FF2B5EF4-FFF2-40B4-BE49-F238E27FC236}">
                  <a16:creationId xmlns:a16="http://schemas.microsoft.com/office/drawing/2014/main" id="{7851C274-4D0D-1636-5424-B530BB82113E}"/>
                </a:ext>
              </a:extLst>
            </p:cNvPr>
            <p:cNvGrpSpPr/>
            <p:nvPr/>
          </p:nvGrpSpPr>
          <p:grpSpPr>
            <a:xfrm>
              <a:off x="1795374" y="428844"/>
              <a:ext cx="221307" cy="221307"/>
              <a:chOff x="1795450" y="152325"/>
              <a:chExt cx="435300" cy="435300"/>
            </a:xfrm>
          </p:grpSpPr>
          <p:sp>
            <p:nvSpPr>
              <p:cNvPr id="1529" name="Google Shape;1529;p56">
                <a:extLst>
                  <a:ext uri="{FF2B5EF4-FFF2-40B4-BE49-F238E27FC236}">
                    <a16:creationId xmlns:a16="http://schemas.microsoft.com/office/drawing/2014/main" id="{BFF69A6F-57B4-4BFC-A0CC-EAB3669754BD}"/>
                  </a:ext>
                </a:extLst>
              </p:cNvPr>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6">
                <a:extLst>
                  <a:ext uri="{FF2B5EF4-FFF2-40B4-BE49-F238E27FC236}">
                    <a16:creationId xmlns:a16="http://schemas.microsoft.com/office/drawing/2014/main" id="{7A9E32FC-F697-3610-FC7C-F5B594894058}"/>
                  </a:ext>
                </a:extLst>
              </p:cNvPr>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531" name="Google Shape;1531;p56">
              <a:extLst>
                <a:ext uri="{FF2B5EF4-FFF2-40B4-BE49-F238E27FC236}">
                  <a16:creationId xmlns:a16="http://schemas.microsoft.com/office/drawing/2014/main" id="{80AE2B5E-51A5-4D1D-2D47-74C202D98AB5}"/>
                </a:ext>
              </a:extLst>
            </p:cNvPr>
            <p:cNvGrpSpPr/>
            <p:nvPr/>
          </p:nvGrpSpPr>
          <p:grpSpPr>
            <a:xfrm>
              <a:off x="2016674" y="144994"/>
              <a:ext cx="221307" cy="221307"/>
              <a:chOff x="1795450" y="152325"/>
              <a:chExt cx="435300" cy="435300"/>
            </a:xfrm>
          </p:grpSpPr>
          <p:sp>
            <p:nvSpPr>
              <p:cNvPr id="1532" name="Google Shape;1532;p56">
                <a:extLst>
                  <a:ext uri="{FF2B5EF4-FFF2-40B4-BE49-F238E27FC236}">
                    <a16:creationId xmlns:a16="http://schemas.microsoft.com/office/drawing/2014/main" id="{AE3E7196-47A7-2F78-AC06-2A643E9C3E3A}"/>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6">
                <a:extLst>
                  <a:ext uri="{FF2B5EF4-FFF2-40B4-BE49-F238E27FC236}">
                    <a16:creationId xmlns:a16="http://schemas.microsoft.com/office/drawing/2014/main" id="{8D2A5F95-E7C8-B401-6703-3F7600615B2A}"/>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56">
              <a:extLst>
                <a:ext uri="{FF2B5EF4-FFF2-40B4-BE49-F238E27FC236}">
                  <a16:creationId xmlns:a16="http://schemas.microsoft.com/office/drawing/2014/main" id="{84BD12EB-5981-CD90-64CE-F716CAD82F29}"/>
                </a:ext>
              </a:extLst>
            </p:cNvPr>
            <p:cNvGrpSpPr/>
            <p:nvPr/>
          </p:nvGrpSpPr>
          <p:grpSpPr>
            <a:xfrm>
              <a:off x="2154499" y="539494"/>
              <a:ext cx="221307" cy="221307"/>
              <a:chOff x="1795450" y="152325"/>
              <a:chExt cx="435300" cy="435300"/>
            </a:xfrm>
          </p:grpSpPr>
          <p:sp>
            <p:nvSpPr>
              <p:cNvPr id="1535" name="Google Shape;1535;p56">
                <a:extLst>
                  <a:ext uri="{FF2B5EF4-FFF2-40B4-BE49-F238E27FC236}">
                    <a16:creationId xmlns:a16="http://schemas.microsoft.com/office/drawing/2014/main" id="{074C1812-6BE1-1A0E-4B57-D3AB5BBA2B57}"/>
                  </a:ext>
                </a:extLst>
              </p:cNvPr>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6">
                <a:extLst>
                  <a:ext uri="{FF2B5EF4-FFF2-40B4-BE49-F238E27FC236}">
                    <a16:creationId xmlns:a16="http://schemas.microsoft.com/office/drawing/2014/main" id="{7D139559-6C86-0FA0-1733-34B8A2CAA6C4}"/>
                  </a:ext>
                </a:extLst>
              </p:cNvPr>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7" name="Google Shape;1537;p56">
            <a:extLst>
              <a:ext uri="{FF2B5EF4-FFF2-40B4-BE49-F238E27FC236}">
                <a16:creationId xmlns:a16="http://schemas.microsoft.com/office/drawing/2014/main" id="{9388B111-9FCD-9D9A-2637-C317EA321A27}"/>
              </a:ext>
            </a:extLst>
          </p:cNvPr>
          <p:cNvGrpSpPr/>
          <p:nvPr/>
        </p:nvGrpSpPr>
        <p:grpSpPr>
          <a:xfrm rot="10800000" flipH="1">
            <a:off x="8339925" y="4044074"/>
            <a:ext cx="624407" cy="837107"/>
            <a:chOff x="1714774" y="144994"/>
            <a:chExt cx="624407" cy="837107"/>
          </a:xfrm>
        </p:grpSpPr>
        <p:grpSp>
          <p:nvGrpSpPr>
            <p:cNvPr id="1538" name="Google Shape;1538;p56">
              <a:extLst>
                <a:ext uri="{FF2B5EF4-FFF2-40B4-BE49-F238E27FC236}">
                  <a16:creationId xmlns:a16="http://schemas.microsoft.com/office/drawing/2014/main" id="{B86AA692-8429-0928-08F9-6962A262F9BF}"/>
                </a:ext>
              </a:extLst>
            </p:cNvPr>
            <p:cNvGrpSpPr/>
            <p:nvPr/>
          </p:nvGrpSpPr>
          <p:grpSpPr>
            <a:xfrm>
              <a:off x="1714774" y="428844"/>
              <a:ext cx="221307" cy="221307"/>
              <a:chOff x="1636913" y="152325"/>
              <a:chExt cx="435300" cy="435300"/>
            </a:xfrm>
          </p:grpSpPr>
          <p:sp>
            <p:nvSpPr>
              <p:cNvPr id="1539" name="Google Shape;1539;p56">
                <a:extLst>
                  <a:ext uri="{FF2B5EF4-FFF2-40B4-BE49-F238E27FC236}">
                    <a16:creationId xmlns:a16="http://schemas.microsoft.com/office/drawing/2014/main" id="{F88A3B8B-1BC6-E570-2F26-BA81393AE921}"/>
                  </a:ext>
                </a:extLst>
              </p:cNvPr>
              <p:cNvSpPr/>
              <p:nvPr/>
            </p:nvSpPr>
            <p:spPr>
              <a:xfrm rot="54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6">
                <a:extLst>
                  <a:ext uri="{FF2B5EF4-FFF2-40B4-BE49-F238E27FC236}">
                    <a16:creationId xmlns:a16="http://schemas.microsoft.com/office/drawing/2014/main" id="{535C1113-3F47-0099-5BC3-796A6B911C43}"/>
                  </a:ext>
                </a:extLst>
              </p:cNvPr>
              <p:cNvSpPr/>
              <p:nvPr/>
            </p:nvSpPr>
            <p:spPr>
              <a:xfrm rot="10800000">
                <a:off x="1774763"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1" name="Google Shape;1541;p56">
              <a:extLst>
                <a:ext uri="{FF2B5EF4-FFF2-40B4-BE49-F238E27FC236}">
                  <a16:creationId xmlns:a16="http://schemas.microsoft.com/office/drawing/2014/main" id="{AC8B6D86-3065-729E-D49C-5D9A9C29B32B}"/>
                </a:ext>
              </a:extLst>
            </p:cNvPr>
            <p:cNvGrpSpPr/>
            <p:nvPr/>
          </p:nvGrpSpPr>
          <p:grpSpPr>
            <a:xfrm>
              <a:off x="2016674" y="144994"/>
              <a:ext cx="221307" cy="221307"/>
              <a:chOff x="1795450" y="152325"/>
              <a:chExt cx="435300" cy="435300"/>
            </a:xfrm>
          </p:grpSpPr>
          <p:sp>
            <p:nvSpPr>
              <p:cNvPr id="1542" name="Google Shape;1542;p56">
                <a:extLst>
                  <a:ext uri="{FF2B5EF4-FFF2-40B4-BE49-F238E27FC236}">
                    <a16:creationId xmlns:a16="http://schemas.microsoft.com/office/drawing/2014/main" id="{793F431F-6394-B214-5D27-42DC2CF8F17A}"/>
                  </a:ext>
                </a:extLst>
              </p:cNvPr>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6">
                <a:extLst>
                  <a:ext uri="{FF2B5EF4-FFF2-40B4-BE49-F238E27FC236}">
                    <a16:creationId xmlns:a16="http://schemas.microsoft.com/office/drawing/2014/main" id="{D175B78E-2E96-963B-926A-2EBAD6EF01A4}"/>
                  </a:ext>
                </a:extLst>
              </p:cNvPr>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56">
              <a:extLst>
                <a:ext uri="{FF2B5EF4-FFF2-40B4-BE49-F238E27FC236}">
                  <a16:creationId xmlns:a16="http://schemas.microsoft.com/office/drawing/2014/main" id="{20CF196A-F24C-7939-4EE5-FA45268EAB1A}"/>
                </a:ext>
              </a:extLst>
            </p:cNvPr>
            <p:cNvGrpSpPr/>
            <p:nvPr/>
          </p:nvGrpSpPr>
          <p:grpSpPr>
            <a:xfrm>
              <a:off x="2117874" y="760794"/>
              <a:ext cx="221307" cy="221307"/>
              <a:chOff x="1723410" y="587612"/>
              <a:chExt cx="435300" cy="435300"/>
            </a:xfrm>
          </p:grpSpPr>
          <p:sp>
            <p:nvSpPr>
              <p:cNvPr id="1545" name="Google Shape;1545;p56">
                <a:extLst>
                  <a:ext uri="{FF2B5EF4-FFF2-40B4-BE49-F238E27FC236}">
                    <a16:creationId xmlns:a16="http://schemas.microsoft.com/office/drawing/2014/main" id="{E0A3AD72-CDFA-1619-562A-6C83F3D6AF94}"/>
                  </a:ext>
                </a:extLst>
              </p:cNvPr>
              <p:cNvSpPr/>
              <p:nvPr/>
            </p:nvSpPr>
            <p:spPr>
              <a:xfrm rot="54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6">
                <a:extLst>
                  <a:ext uri="{FF2B5EF4-FFF2-40B4-BE49-F238E27FC236}">
                    <a16:creationId xmlns:a16="http://schemas.microsoft.com/office/drawing/2014/main" id="{8C2ED632-D262-E7FC-C6FE-779BD3249122}"/>
                  </a:ext>
                </a:extLst>
              </p:cNvPr>
              <p:cNvSpPr/>
              <p:nvPr/>
            </p:nvSpPr>
            <p:spPr>
              <a:xfrm rot="10800000">
                <a:off x="1861260" y="587612"/>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7" name="Google Shape;1547;p56">
            <a:extLst>
              <a:ext uri="{FF2B5EF4-FFF2-40B4-BE49-F238E27FC236}">
                <a16:creationId xmlns:a16="http://schemas.microsoft.com/office/drawing/2014/main" id="{096D663E-1410-B579-4A48-5C75C325D996}"/>
              </a:ext>
            </a:extLst>
          </p:cNvPr>
          <p:cNvGrpSpPr/>
          <p:nvPr/>
        </p:nvGrpSpPr>
        <p:grpSpPr>
          <a:xfrm>
            <a:off x="8312709" y="222889"/>
            <a:ext cx="1129890" cy="1307765"/>
            <a:chOff x="903017" y="1084368"/>
            <a:chExt cx="2842858" cy="3519632"/>
          </a:xfrm>
        </p:grpSpPr>
        <p:grpSp>
          <p:nvGrpSpPr>
            <p:cNvPr id="1548" name="Google Shape;1548;p56">
              <a:extLst>
                <a:ext uri="{FF2B5EF4-FFF2-40B4-BE49-F238E27FC236}">
                  <a16:creationId xmlns:a16="http://schemas.microsoft.com/office/drawing/2014/main" id="{1467D423-F0F4-5C94-7E69-2535D56949AB}"/>
                </a:ext>
              </a:extLst>
            </p:cNvPr>
            <p:cNvGrpSpPr/>
            <p:nvPr/>
          </p:nvGrpSpPr>
          <p:grpSpPr>
            <a:xfrm>
              <a:off x="1293675" y="1084368"/>
              <a:ext cx="2452200" cy="3519632"/>
              <a:chOff x="1293675" y="1084368"/>
              <a:chExt cx="2452200" cy="3519632"/>
            </a:xfrm>
          </p:grpSpPr>
          <p:sp>
            <p:nvSpPr>
              <p:cNvPr id="1549" name="Google Shape;1549;p56">
                <a:extLst>
                  <a:ext uri="{FF2B5EF4-FFF2-40B4-BE49-F238E27FC236}">
                    <a16:creationId xmlns:a16="http://schemas.microsoft.com/office/drawing/2014/main" id="{9A1A7078-80B2-EB74-0B8F-0928AE2B047F}"/>
                  </a:ext>
                </a:extLst>
              </p:cNvPr>
              <p:cNvSpPr/>
              <p:nvPr/>
            </p:nvSpPr>
            <p:spPr>
              <a:xfrm flipH="1">
                <a:off x="1293675" y="4247900"/>
                <a:ext cx="2452200" cy="356100"/>
              </a:xfrm>
              <a:prstGeom prst="parallelogram">
                <a:avLst>
                  <a:gd name="adj" fmla="val 109730"/>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0" name="Google Shape;1550;p56">
                <a:extLst>
                  <a:ext uri="{FF2B5EF4-FFF2-40B4-BE49-F238E27FC236}">
                    <a16:creationId xmlns:a16="http://schemas.microsoft.com/office/drawing/2014/main" id="{993DC6A8-7D1A-0D1E-201C-298AE84B59B5}"/>
                  </a:ext>
                </a:extLst>
              </p:cNvPr>
              <p:cNvGrpSpPr/>
              <p:nvPr/>
            </p:nvGrpSpPr>
            <p:grpSpPr>
              <a:xfrm>
                <a:off x="1889368" y="1084368"/>
                <a:ext cx="1022302" cy="3422376"/>
                <a:chOff x="4234075" y="610525"/>
                <a:chExt cx="1209824" cy="4050150"/>
              </a:xfrm>
            </p:grpSpPr>
            <p:sp>
              <p:nvSpPr>
                <p:cNvPr id="1551" name="Google Shape;1551;p56">
                  <a:extLst>
                    <a:ext uri="{FF2B5EF4-FFF2-40B4-BE49-F238E27FC236}">
                      <a16:creationId xmlns:a16="http://schemas.microsoft.com/office/drawing/2014/main" id="{A399F2E8-9338-FE38-4291-F7FACC33C4D9}"/>
                    </a:ext>
                  </a:extLst>
                </p:cNvPr>
                <p:cNvSpPr/>
                <p:nvPr/>
              </p:nvSpPr>
              <p:spPr>
                <a:xfrm>
                  <a:off x="4403522" y="1088027"/>
                  <a:ext cx="887492" cy="2096328"/>
                </a:xfrm>
                <a:custGeom>
                  <a:avLst/>
                  <a:gdLst/>
                  <a:ahLst/>
                  <a:cxnLst/>
                  <a:rect l="l" t="t" r="r" b="b"/>
                  <a:pathLst>
                    <a:path w="8951" h="21143" extrusionOk="0">
                      <a:moveTo>
                        <a:pt x="5301" y="0"/>
                      </a:moveTo>
                      <a:cubicBezTo>
                        <a:pt x="4871" y="0"/>
                        <a:pt x="4715" y="86"/>
                        <a:pt x="4715" y="86"/>
                      </a:cubicBezTo>
                      <a:lnTo>
                        <a:pt x="3097" y="127"/>
                      </a:lnTo>
                      <a:lnTo>
                        <a:pt x="2441" y="228"/>
                      </a:lnTo>
                      <a:lnTo>
                        <a:pt x="2278" y="253"/>
                      </a:lnTo>
                      <a:cubicBezTo>
                        <a:pt x="2278" y="253"/>
                        <a:pt x="2230" y="270"/>
                        <a:pt x="2152" y="302"/>
                      </a:cubicBezTo>
                      <a:cubicBezTo>
                        <a:pt x="1730" y="457"/>
                        <a:pt x="371" y="973"/>
                        <a:pt x="1" y="1270"/>
                      </a:cubicBezTo>
                      <a:cubicBezTo>
                        <a:pt x="4" y="1291"/>
                        <a:pt x="8" y="1327"/>
                        <a:pt x="13" y="1380"/>
                      </a:cubicBezTo>
                      <a:cubicBezTo>
                        <a:pt x="29" y="1661"/>
                        <a:pt x="49" y="2380"/>
                        <a:pt x="74" y="3288"/>
                      </a:cubicBezTo>
                      <a:cubicBezTo>
                        <a:pt x="78" y="3439"/>
                        <a:pt x="135" y="3780"/>
                        <a:pt x="135" y="3780"/>
                      </a:cubicBezTo>
                      <a:cubicBezTo>
                        <a:pt x="135" y="3780"/>
                        <a:pt x="94" y="3959"/>
                        <a:pt x="98" y="4065"/>
                      </a:cubicBezTo>
                      <a:cubicBezTo>
                        <a:pt x="115" y="4675"/>
                        <a:pt x="249" y="6379"/>
                        <a:pt x="249" y="6379"/>
                      </a:cubicBezTo>
                      <a:lnTo>
                        <a:pt x="45" y="6832"/>
                      </a:lnTo>
                      <a:cubicBezTo>
                        <a:pt x="45" y="6832"/>
                        <a:pt x="297" y="9171"/>
                        <a:pt x="374" y="9561"/>
                      </a:cubicBezTo>
                      <a:cubicBezTo>
                        <a:pt x="331" y="10191"/>
                        <a:pt x="310" y="13039"/>
                        <a:pt x="301" y="15679"/>
                      </a:cubicBezTo>
                      <a:cubicBezTo>
                        <a:pt x="293" y="17872"/>
                        <a:pt x="293" y="19918"/>
                        <a:pt x="293" y="20431"/>
                      </a:cubicBezTo>
                      <a:cubicBezTo>
                        <a:pt x="342" y="20443"/>
                        <a:pt x="391" y="20459"/>
                        <a:pt x="440" y="20472"/>
                      </a:cubicBezTo>
                      <a:cubicBezTo>
                        <a:pt x="453" y="20476"/>
                        <a:pt x="468" y="20480"/>
                        <a:pt x="481" y="20480"/>
                      </a:cubicBezTo>
                      <a:cubicBezTo>
                        <a:pt x="485" y="20484"/>
                        <a:pt x="493" y="20484"/>
                        <a:pt x="497" y="20484"/>
                      </a:cubicBezTo>
                      <a:cubicBezTo>
                        <a:pt x="1372" y="20700"/>
                        <a:pt x="2636" y="20737"/>
                        <a:pt x="3409" y="20737"/>
                      </a:cubicBezTo>
                      <a:cubicBezTo>
                        <a:pt x="3625" y="20737"/>
                        <a:pt x="3802" y="20735"/>
                        <a:pt x="3923" y="20732"/>
                      </a:cubicBezTo>
                      <a:cubicBezTo>
                        <a:pt x="4036" y="20728"/>
                        <a:pt x="4097" y="20728"/>
                        <a:pt x="4097" y="20728"/>
                      </a:cubicBezTo>
                      <a:lnTo>
                        <a:pt x="4138" y="21143"/>
                      </a:lnTo>
                      <a:cubicBezTo>
                        <a:pt x="4138" y="21143"/>
                        <a:pt x="4163" y="21143"/>
                        <a:pt x="4207" y="21139"/>
                      </a:cubicBezTo>
                      <a:cubicBezTo>
                        <a:pt x="4386" y="21135"/>
                        <a:pt x="4907" y="21114"/>
                        <a:pt x="5541" y="21086"/>
                      </a:cubicBezTo>
                      <a:cubicBezTo>
                        <a:pt x="6892" y="21025"/>
                        <a:pt x="8759" y="20927"/>
                        <a:pt x="8951" y="20825"/>
                      </a:cubicBezTo>
                      <a:cubicBezTo>
                        <a:pt x="8951" y="20825"/>
                        <a:pt x="8861" y="15334"/>
                        <a:pt x="8951" y="14663"/>
                      </a:cubicBezTo>
                      <a:cubicBezTo>
                        <a:pt x="8759" y="13548"/>
                        <a:pt x="8536" y="9215"/>
                        <a:pt x="8536" y="9215"/>
                      </a:cubicBezTo>
                      <a:lnTo>
                        <a:pt x="8450" y="7198"/>
                      </a:lnTo>
                      <a:lnTo>
                        <a:pt x="8446" y="7083"/>
                      </a:lnTo>
                      <a:lnTo>
                        <a:pt x="8348" y="4797"/>
                      </a:lnTo>
                      <a:lnTo>
                        <a:pt x="8141" y="4691"/>
                      </a:lnTo>
                      <a:lnTo>
                        <a:pt x="8288" y="4513"/>
                      </a:lnTo>
                      <a:lnTo>
                        <a:pt x="8125" y="4195"/>
                      </a:lnTo>
                      <a:lnTo>
                        <a:pt x="8316" y="4000"/>
                      </a:lnTo>
                      <a:lnTo>
                        <a:pt x="8263" y="2995"/>
                      </a:lnTo>
                      <a:cubicBezTo>
                        <a:pt x="8263" y="2995"/>
                        <a:pt x="8377" y="2055"/>
                        <a:pt x="8405" y="1466"/>
                      </a:cubicBezTo>
                      <a:cubicBezTo>
                        <a:pt x="8410" y="1331"/>
                        <a:pt x="8410" y="1214"/>
                        <a:pt x="8405" y="1128"/>
                      </a:cubicBezTo>
                      <a:cubicBezTo>
                        <a:pt x="8405" y="1128"/>
                        <a:pt x="8210" y="1043"/>
                        <a:pt x="7917" y="912"/>
                      </a:cubicBezTo>
                      <a:cubicBezTo>
                        <a:pt x="7282" y="636"/>
                        <a:pt x="6200" y="172"/>
                        <a:pt x="5740" y="25"/>
                      </a:cubicBezTo>
                      <a:cubicBezTo>
                        <a:pt x="5569" y="7"/>
                        <a:pt x="5424" y="0"/>
                        <a:pt x="5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2" name="Google Shape;1552;p56">
                  <a:extLst>
                    <a:ext uri="{FF2B5EF4-FFF2-40B4-BE49-F238E27FC236}">
                      <a16:creationId xmlns:a16="http://schemas.microsoft.com/office/drawing/2014/main" id="{E92250A5-E4C2-73FE-46E7-F192522966C3}"/>
                    </a:ext>
                  </a:extLst>
                </p:cNvPr>
                <p:cNvSpPr/>
                <p:nvPr/>
              </p:nvSpPr>
              <p:spPr>
                <a:xfrm>
                  <a:off x="4787131" y="1534992"/>
                  <a:ext cx="81898" cy="1608213"/>
                </a:xfrm>
                <a:custGeom>
                  <a:avLst/>
                  <a:gdLst/>
                  <a:ahLst/>
                  <a:cxnLst/>
                  <a:rect l="l" t="t" r="r" b="b"/>
                  <a:pathLst>
                    <a:path w="826" h="16220" extrusionOk="0">
                      <a:moveTo>
                        <a:pt x="277" y="1"/>
                      </a:moveTo>
                      <a:lnTo>
                        <a:pt x="261" y="9"/>
                      </a:lnTo>
                      <a:cubicBezTo>
                        <a:pt x="810" y="1534"/>
                        <a:pt x="465" y="12884"/>
                        <a:pt x="456" y="13079"/>
                      </a:cubicBezTo>
                      <a:lnTo>
                        <a:pt x="54" y="13905"/>
                      </a:lnTo>
                      <a:cubicBezTo>
                        <a:pt x="1" y="14943"/>
                        <a:pt x="220" y="16208"/>
                        <a:pt x="220" y="16220"/>
                      </a:cubicBezTo>
                      <a:lnTo>
                        <a:pt x="236" y="16216"/>
                      </a:lnTo>
                      <a:cubicBezTo>
                        <a:pt x="236" y="16203"/>
                        <a:pt x="16" y="14943"/>
                        <a:pt x="69" y="13909"/>
                      </a:cubicBezTo>
                      <a:lnTo>
                        <a:pt x="472" y="13084"/>
                      </a:lnTo>
                      <a:lnTo>
                        <a:pt x="472" y="13079"/>
                      </a:lnTo>
                      <a:cubicBezTo>
                        <a:pt x="476" y="12966"/>
                        <a:pt x="826" y="1539"/>
                        <a:pt x="2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6">
                  <a:extLst>
                    <a:ext uri="{FF2B5EF4-FFF2-40B4-BE49-F238E27FC236}">
                      <a16:creationId xmlns:a16="http://schemas.microsoft.com/office/drawing/2014/main" id="{8BC28141-CA96-9B38-8815-75D2679DE4A8}"/>
                    </a:ext>
                  </a:extLst>
                </p:cNvPr>
                <p:cNvSpPr/>
                <p:nvPr/>
              </p:nvSpPr>
              <p:spPr>
                <a:xfrm>
                  <a:off x="4685007" y="687464"/>
                  <a:ext cx="277620" cy="366062"/>
                </a:xfrm>
                <a:custGeom>
                  <a:avLst/>
                  <a:gdLst/>
                  <a:ahLst/>
                  <a:cxnLst/>
                  <a:rect l="l" t="t" r="r" b="b"/>
                  <a:pathLst>
                    <a:path w="2800" h="3692" extrusionOk="0">
                      <a:moveTo>
                        <a:pt x="737" y="1"/>
                      </a:moveTo>
                      <a:cubicBezTo>
                        <a:pt x="668" y="1"/>
                        <a:pt x="602" y="17"/>
                        <a:pt x="543" y="58"/>
                      </a:cubicBezTo>
                      <a:cubicBezTo>
                        <a:pt x="265" y="245"/>
                        <a:pt x="229" y="534"/>
                        <a:pt x="229" y="534"/>
                      </a:cubicBezTo>
                      <a:lnTo>
                        <a:pt x="229" y="538"/>
                      </a:lnTo>
                      <a:cubicBezTo>
                        <a:pt x="225" y="538"/>
                        <a:pt x="225" y="543"/>
                        <a:pt x="225" y="547"/>
                      </a:cubicBezTo>
                      <a:lnTo>
                        <a:pt x="225" y="554"/>
                      </a:lnTo>
                      <a:cubicBezTo>
                        <a:pt x="220" y="571"/>
                        <a:pt x="217" y="595"/>
                        <a:pt x="213" y="632"/>
                      </a:cubicBezTo>
                      <a:cubicBezTo>
                        <a:pt x="213" y="640"/>
                        <a:pt x="209" y="648"/>
                        <a:pt x="209" y="656"/>
                      </a:cubicBezTo>
                      <a:lnTo>
                        <a:pt x="209" y="665"/>
                      </a:lnTo>
                      <a:cubicBezTo>
                        <a:pt x="205" y="673"/>
                        <a:pt x="205" y="684"/>
                        <a:pt x="201" y="697"/>
                      </a:cubicBezTo>
                      <a:lnTo>
                        <a:pt x="201" y="718"/>
                      </a:lnTo>
                      <a:cubicBezTo>
                        <a:pt x="196" y="725"/>
                        <a:pt x="196" y="738"/>
                        <a:pt x="192" y="750"/>
                      </a:cubicBezTo>
                      <a:lnTo>
                        <a:pt x="192" y="754"/>
                      </a:lnTo>
                      <a:cubicBezTo>
                        <a:pt x="192" y="762"/>
                        <a:pt x="192" y="766"/>
                        <a:pt x="188" y="774"/>
                      </a:cubicBezTo>
                      <a:cubicBezTo>
                        <a:pt x="188" y="782"/>
                        <a:pt x="188" y="795"/>
                        <a:pt x="184" y="802"/>
                      </a:cubicBezTo>
                      <a:cubicBezTo>
                        <a:pt x="180" y="827"/>
                        <a:pt x="177" y="855"/>
                        <a:pt x="172" y="888"/>
                      </a:cubicBezTo>
                      <a:cubicBezTo>
                        <a:pt x="172" y="896"/>
                        <a:pt x="168" y="909"/>
                        <a:pt x="168" y="921"/>
                      </a:cubicBezTo>
                      <a:cubicBezTo>
                        <a:pt x="160" y="969"/>
                        <a:pt x="152" y="1018"/>
                        <a:pt x="143" y="1067"/>
                      </a:cubicBezTo>
                      <a:cubicBezTo>
                        <a:pt x="143" y="1084"/>
                        <a:pt x="139" y="1099"/>
                        <a:pt x="135" y="1116"/>
                      </a:cubicBezTo>
                      <a:cubicBezTo>
                        <a:pt x="135" y="1132"/>
                        <a:pt x="132" y="1153"/>
                        <a:pt x="132" y="1169"/>
                      </a:cubicBezTo>
                      <a:cubicBezTo>
                        <a:pt x="128" y="1177"/>
                        <a:pt x="128" y="1185"/>
                        <a:pt x="128" y="1193"/>
                      </a:cubicBezTo>
                      <a:cubicBezTo>
                        <a:pt x="119" y="1230"/>
                        <a:pt x="115" y="1266"/>
                        <a:pt x="111" y="1299"/>
                      </a:cubicBezTo>
                      <a:cubicBezTo>
                        <a:pt x="107" y="1311"/>
                        <a:pt x="107" y="1324"/>
                        <a:pt x="103" y="1336"/>
                      </a:cubicBezTo>
                      <a:cubicBezTo>
                        <a:pt x="98" y="1368"/>
                        <a:pt x="94" y="1401"/>
                        <a:pt x="91" y="1433"/>
                      </a:cubicBezTo>
                      <a:cubicBezTo>
                        <a:pt x="83" y="1486"/>
                        <a:pt x="74" y="1539"/>
                        <a:pt x="66" y="1592"/>
                      </a:cubicBezTo>
                      <a:cubicBezTo>
                        <a:pt x="62" y="1608"/>
                        <a:pt x="62" y="1628"/>
                        <a:pt x="58" y="1645"/>
                      </a:cubicBezTo>
                      <a:cubicBezTo>
                        <a:pt x="54" y="1669"/>
                        <a:pt x="50" y="1694"/>
                        <a:pt x="46" y="1722"/>
                      </a:cubicBezTo>
                      <a:lnTo>
                        <a:pt x="46" y="1747"/>
                      </a:lnTo>
                      <a:cubicBezTo>
                        <a:pt x="1" y="2056"/>
                        <a:pt x="50" y="2373"/>
                        <a:pt x="192" y="2650"/>
                      </a:cubicBezTo>
                      <a:cubicBezTo>
                        <a:pt x="192" y="2654"/>
                        <a:pt x="192" y="2654"/>
                        <a:pt x="196" y="2654"/>
                      </a:cubicBezTo>
                      <a:cubicBezTo>
                        <a:pt x="457" y="3170"/>
                        <a:pt x="713" y="3525"/>
                        <a:pt x="721" y="3536"/>
                      </a:cubicBezTo>
                      <a:lnTo>
                        <a:pt x="1213" y="3622"/>
                      </a:lnTo>
                      <a:lnTo>
                        <a:pt x="1612" y="3691"/>
                      </a:lnTo>
                      <a:lnTo>
                        <a:pt x="2190" y="3008"/>
                      </a:lnTo>
                      <a:lnTo>
                        <a:pt x="2344" y="2824"/>
                      </a:lnTo>
                      <a:cubicBezTo>
                        <a:pt x="2413" y="2743"/>
                        <a:pt x="2475" y="2654"/>
                        <a:pt x="2520" y="2556"/>
                      </a:cubicBezTo>
                      <a:cubicBezTo>
                        <a:pt x="2569" y="2458"/>
                        <a:pt x="2601" y="2357"/>
                        <a:pt x="2621" y="2251"/>
                      </a:cubicBezTo>
                      <a:lnTo>
                        <a:pt x="2743" y="1628"/>
                      </a:lnTo>
                      <a:lnTo>
                        <a:pt x="2792" y="1384"/>
                      </a:lnTo>
                      <a:lnTo>
                        <a:pt x="2800" y="1332"/>
                      </a:lnTo>
                      <a:cubicBezTo>
                        <a:pt x="2800" y="1332"/>
                        <a:pt x="2776" y="1197"/>
                        <a:pt x="2702" y="1018"/>
                      </a:cubicBezTo>
                      <a:lnTo>
                        <a:pt x="2702" y="1014"/>
                      </a:lnTo>
                      <a:lnTo>
                        <a:pt x="2698" y="1010"/>
                      </a:lnTo>
                      <a:cubicBezTo>
                        <a:pt x="2698" y="1007"/>
                        <a:pt x="2694" y="1002"/>
                        <a:pt x="2694" y="998"/>
                      </a:cubicBezTo>
                      <a:cubicBezTo>
                        <a:pt x="2691" y="986"/>
                        <a:pt x="2682" y="973"/>
                        <a:pt x="2678" y="962"/>
                      </a:cubicBezTo>
                      <a:cubicBezTo>
                        <a:pt x="2678" y="958"/>
                        <a:pt x="2674" y="953"/>
                        <a:pt x="2670" y="945"/>
                      </a:cubicBezTo>
                      <a:cubicBezTo>
                        <a:pt x="2666" y="937"/>
                        <a:pt x="2661" y="925"/>
                        <a:pt x="2657" y="917"/>
                      </a:cubicBezTo>
                      <a:cubicBezTo>
                        <a:pt x="2653" y="909"/>
                        <a:pt x="2650" y="900"/>
                        <a:pt x="2646" y="896"/>
                      </a:cubicBezTo>
                      <a:cubicBezTo>
                        <a:pt x="2642" y="884"/>
                        <a:pt x="2633" y="872"/>
                        <a:pt x="2629" y="860"/>
                      </a:cubicBezTo>
                      <a:cubicBezTo>
                        <a:pt x="2621" y="847"/>
                        <a:pt x="2617" y="836"/>
                        <a:pt x="2609" y="823"/>
                      </a:cubicBezTo>
                      <a:cubicBezTo>
                        <a:pt x="2609" y="819"/>
                        <a:pt x="2605" y="815"/>
                        <a:pt x="2601" y="806"/>
                      </a:cubicBezTo>
                      <a:cubicBezTo>
                        <a:pt x="2597" y="802"/>
                        <a:pt x="2593" y="795"/>
                        <a:pt x="2588" y="791"/>
                      </a:cubicBezTo>
                      <a:cubicBezTo>
                        <a:pt x="2584" y="778"/>
                        <a:pt x="2576" y="766"/>
                        <a:pt x="2572" y="758"/>
                      </a:cubicBezTo>
                      <a:cubicBezTo>
                        <a:pt x="2569" y="750"/>
                        <a:pt x="2564" y="742"/>
                        <a:pt x="2560" y="738"/>
                      </a:cubicBezTo>
                      <a:cubicBezTo>
                        <a:pt x="2552" y="725"/>
                        <a:pt x="2544" y="714"/>
                        <a:pt x="2535" y="701"/>
                      </a:cubicBezTo>
                      <a:cubicBezTo>
                        <a:pt x="2528" y="689"/>
                        <a:pt x="2520" y="677"/>
                        <a:pt x="2511" y="669"/>
                      </a:cubicBezTo>
                      <a:lnTo>
                        <a:pt x="2511" y="665"/>
                      </a:lnTo>
                      <a:cubicBezTo>
                        <a:pt x="2499" y="648"/>
                        <a:pt x="2487" y="632"/>
                        <a:pt x="2475" y="616"/>
                      </a:cubicBezTo>
                      <a:cubicBezTo>
                        <a:pt x="2462" y="603"/>
                        <a:pt x="2454" y="592"/>
                        <a:pt x="2442" y="579"/>
                      </a:cubicBezTo>
                      <a:cubicBezTo>
                        <a:pt x="2434" y="567"/>
                        <a:pt x="2426" y="554"/>
                        <a:pt x="2413" y="547"/>
                      </a:cubicBezTo>
                      <a:cubicBezTo>
                        <a:pt x="2405" y="534"/>
                        <a:pt x="2398" y="522"/>
                        <a:pt x="2385" y="513"/>
                      </a:cubicBezTo>
                      <a:cubicBezTo>
                        <a:pt x="2368" y="498"/>
                        <a:pt x="2353" y="481"/>
                        <a:pt x="2336" y="465"/>
                      </a:cubicBezTo>
                      <a:lnTo>
                        <a:pt x="2304" y="432"/>
                      </a:lnTo>
                      <a:cubicBezTo>
                        <a:pt x="2276" y="412"/>
                        <a:pt x="2251" y="388"/>
                        <a:pt x="2222" y="367"/>
                      </a:cubicBezTo>
                      <a:cubicBezTo>
                        <a:pt x="2218" y="367"/>
                        <a:pt x="2214" y="363"/>
                        <a:pt x="2210" y="359"/>
                      </a:cubicBezTo>
                      <a:cubicBezTo>
                        <a:pt x="2202" y="355"/>
                        <a:pt x="2194" y="351"/>
                        <a:pt x="2190" y="347"/>
                      </a:cubicBezTo>
                      <a:cubicBezTo>
                        <a:pt x="2182" y="343"/>
                        <a:pt x="2178" y="339"/>
                        <a:pt x="2169" y="335"/>
                      </a:cubicBezTo>
                      <a:cubicBezTo>
                        <a:pt x="2129" y="310"/>
                        <a:pt x="2088" y="286"/>
                        <a:pt x="2039" y="265"/>
                      </a:cubicBezTo>
                      <a:cubicBezTo>
                        <a:pt x="2027" y="258"/>
                        <a:pt x="2011" y="254"/>
                        <a:pt x="1994" y="245"/>
                      </a:cubicBezTo>
                      <a:cubicBezTo>
                        <a:pt x="1966" y="233"/>
                        <a:pt x="1929" y="221"/>
                        <a:pt x="1897" y="213"/>
                      </a:cubicBezTo>
                      <a:cubicBezTo>
                        <a:pt x="1880" y="209"/>
                        <a:pt x="1869" y="205"/>
                        <a:pt x="1852" y="201"/>
                      </a:cubicBezTo>
                      <a:cubicBezTo>
                        <a:pt x="1848" y="201"/>
                        <a:pt x="1840" y="201"/>
                        <a:pt x="1836" y="196"/>
                      </a:cubicBezTo>
                      <a:cubicBezTo>
                        <a:pt x="1831" y="196"/>
                        <a:pt x="1824" y="196"/>
                        <a:pt x="1820" y="192"/>
                      </a:cubicBezTo>
                      <a:cubicBezTo>
                        <a:pt x="1751" y="179"/>
                        <a:pt x="1677" y="171"/>
                        <a:pt x="1599" y="171"/>
                      </a:cubicBezTo>
                      <a:cubicBezTo>
                        <a:pt x="1493" y="171"/>
                        <a:pt x="1377" y="185"/>
                        <a:pt x="1250" y="213"/>
                      </a:cubicBezTo>
                      <a:cubicBezTo>
                        <a:pt x="1250" y="213"/>
                        <a:pt x="983" y="1"/>
                        <a:pt x="737" y="1"/>
                      </a:cubicBez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6">
                  <a:extLst>
                    <a:ext uri="{FF2B5EF4-FFF2-40B4-BE49-F238E27FC236}">
                      <a16:creationId xmlns:a16="http://schemas.microsoft.com/office/drawing/2014/main" id="{7E17C970-D8A8-4538-D0CB-26607A650B86}"/>
                    </a:ext>
                  </a:extLst>
                </p:cNvPr>
                <p:cNvSpPr/>
                <p:nvPr/>
              </p:nvSpPr>
              <p:spPr>
                <a:xfrm>
                  <a:off x="4685503" y="610525"/>
                  <a:ext cx="322337" cy="238456"/>
                </a:xfrm>
                <a:custGeom>
                  <a:avLst/>
                  <a:gdLst/>
                  <a:ahLst/>
                  <a:cxnLst/>
                  <a:rect l="l" t="t" r="r" b="b"/>
                  <a:pathLst>
                    <a:path w="3251" h="2405" extrusionOk="0">
                      <a:moveTo>
                        <a:pt x="1888" y="0"/>
                      </a:moveTo>
                      <a:cubicBezTo>
                        <a:pt x="1291" y="0"/>
                        <a:pt x="635" y="50"/>
                        <a:pt x="635" y="50"/>
                      </a:cubicBezTo>
                      <a:cubicBezTo>
                        <a:pt x="635" y="50"/>
                        <a:pt x="12" y="989"/>
                        <a:pt x="5" y="1225"/>
                      </a:cubicBezTo>
                      <a:cubicBezTo>
                        <a:pt x="1" y="1368"/>
                        <a:pt x="57" y="1509"/>
                        <a:pt x="106" y="1599"/>
                      </a:cubicBezTo>
                      <a:cubicBezTo>
                        <a:pt x="134" y="1660"/>
                        <a:pt x="159" y="1697"/>
                        <a:pt x="163" y="1697"/>
                      </a:cubicBezTo>
                      <a:cubicBezTo>
                        <a:pt x="196" y="1473"/>
                        <a:pt x="224" y="1310"/>
                        <a:pt x="224" y="1310"/>
                      </a:cubicBezTo>
                      <a:lnTo>
                        <a:pt x="224" y="1302"/>
                      </a:lnTo>
                      <a:cubicBezTo>
                        <a:pt x="232" y="1265"/>
                        <a:pt x="285" y="1005"/>
                        <a:pt x="538" y="834"/>
                      </a:cubicBezTo>
                      <a:cubicBezTo>
                        <a:pt x="597" y="793"/>
                        <a:pt x="663" y="777"/>
                        <a:pt x="732" y="777"/>
                      </a:cubicBezTo>
                      <a:cubicBezTo>
                        <a:pt x="978" y="777"/>
                        <a:pt x="1245" y="989"/>
                        <a:pt x="1245" y="989"/>
                      </a:cubicBezTo>
                      <a:cubicBezTo>
                        <a:pt x="1367" y="961"/>
                        <a:pt x="1480" y="948"/>
                        <a:pt x="1584" y="948"/>
                      </a:cubicBezTo>
                      <a:cubicBezTo>
                        <a:pt x="2561" y="948"/>
                        <a:pt x="2788" y="2071"/>
                        <a:pt x="2795" y="2108"/>
                      </a:cubicBezTo>
                      <a:lnTo>
                        <a:pt x="2787" y="2160"/>
                      </a:lnTo>
                      <a:lnTo>
                        <a:pt x="2738" y="2404"/>
                      </a:lnTo>
                      <a:lnTo>
                        <a:pt x="2738" y="2404"/>
                      </a:lnTo>
                      <a:lnTo>
                        <a:pt x="2795" y="2363"/>
                      </a:lnTo>
                      <a:cubicBezTo>
                        <a:pt x="2823" y="2315"/>
                        <a:pt x="2848" y="2266"/>
                        <a:pt x="2872" y="2209"/>
                      </a:cubicBezTo>
                      <a:cubicBezTo>
                        <a:pt x="3133" y="1656"/>
                        <a:pt x="3251" y="883"/>
                        <a:pt x="3198" y="741"/>
                      </a:cubicBezTo>
                      <a:cubicBezTo>
                        <a:pt x="3185" y="716"/>
                        <a:pt x="2930" y="578"/>
                        <a:pt x="2930" y="578"/>
                      </a:cubicBezTo>
                      <a:cubicBezTo>
                        <a:pt x="2930" y="578"/>
                        <a:pt x="2934" y="420"/>
                        <a:pt x="2795" y="98"/>
                      </a:cubicBezTo>
                      <a:cubicBezTo>
                        <a:pt x="2667" y="23"/>
                        <a:pt x="2291" y="0"/>
                        <a:pt x="18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6">
                  <a:extLst>
                    <a:ext uri="{FF2B5EF4-FFF2-40B4-BE49-F238E27FC236}">
                      <a16:creationId xmlns:a16="http://schemas.microsoft.com/office/drawing/2014/main" id="{DFCF1E36-BEB1-DC2E-078A-BE6793D22F46}"/>
                    </a:ext>
                  </a:extLst>
                </p:cNvPr>
                <p:cNvSpPr/>
                <p:nvPr/>
              </p:nvSpPr>
              <p:spPr>
                <a:xfrm>
                  <a:off x="4680149" y="768965"/>
                  <a:ext cx="21516" cy="91317"/>
                </a:xfrm>
                <a:custGeom>
                  <a:avLst/>
                  <a:gdLst/>
                  <a:ahLst/>
                  <a:cxnLst/>
                  <a:rect l="l" t="t" r="r" b="b"/>
                  <a:pathLst>
                    <a:path w="217" h="921" extrusionOk="0">
                      <a:moveTo>
                        <a:pt x="160" y="1"/>
                      </a:moveTo>
                      <a:cubicBezTo>
                        <a:pt x="99" y="21"/>
                        <a:pt x="59" y="74"/>
                        <a:pt x="59" y="140"/>
                      </a:cubicBezTo>
                      <a:lnTo>
                        <a:pt x="59" y="607"/>
                      </a:lnTo>
                      <a:lnTo>
                        <a:pt x="14" y="786"/>
                      </a:lnTo>
                      <a:cubicBezTo>
                        <a:pt x="1" y="835"/>
                        <a:pt x="25" y="887"/>
                        <a:pt x="70" y="912"/>
                      </a:cubicBezTo>
                      <a:cubicBezTo>
                        <a:pt x="79" y="917"/>
                        <a:pt x="87" y="921"/>
                        <a:pt x="95" y="921"/>
                      </a:cubicBezTo>
                      <a:cubicBezTo>
                        <a:pt x="119" y="750"/>
                        <a:pt x="217" y="99"/>
                        <a:pt x="217" y="99"/>
                      </a:cubicBezTo>
                      <a:cubicBezTo>
                        <a:pt x="213" y="99"/>
                        <a:pt x="188" y="62"/>
                        <a:pt x="16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6">
                  <a:extLst>
                    <a:ext uri="{FF2B5EF4-FFF2-40B4-BE49-F238E27FC236}">
                      <a16:creationId xmlns:a16="http://schemas.microsoft.com/office/drawing/2014/main" id="{45DBCC8B-3179-C5D9-D448-1A99BF61C596}"/>
                    </a:ext>
                  </a:extLst>
                </p:cNvPr>
                <p:cNvSpPr/>
                <p:nvPr/>
              </p:nvSpPr>
              <p:spPr>
                <a:xfrm>
                  <a:off x="4944878" y="829545"/>
                  <a:ext cx="29844" cy="81204"/>
                </a:xfrm>
                <a:custGeom>
                  <a:avLst/>
                  <a:gdLst/>
                  <a:ahLst/>
                  <a:cxnLst/>
                  <a:rect l="l" t="t" r="r" b="b"/>
                  <a:pathLst>
                    <a:path w="301" h="819" extrusionOk="0">
                      <a:moveTo>
                        <a:pt x="256" y="0"/>
                      </a:moveTo>
                      <a:cubicBezTo>
                        <a:pt x="232" y="57"/>
                        <a:pt x="207" y="106"/>
                        <a:pt x="179" y="154"/>
                      </a:cubicBezTo>
                      <a:lnTo>
                        <a:pt x="122" y="195"/>
                      </a:lnTo>
                      <a:lnTo>
                        <a:pt x="0" y="818"/>
                      </a:lnTo>
                      <a:cubicBezTo>
                        <a:pt x="65" y="818"/>
                        <a:pt x="118" y="770"/>
                        <a:pt x="122" y="704"/>
                      </a:cubicBezTo>
                      <a:lnTo>
                        <a:pt x="134" y="550"/>
                      </a:lnTo>
                      <a:lnTo>
                        <a:pt x="280" y="171"/>
                      </a:lnTo>
                      <a:cubicBezTo>
                        <a:pt x="301" y="114"/>
                        <a:pt x="293" y="53"/>
                        <a:pt x="256"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6">
                  <a:extLst>
                    <a:ext uri="{FF2B5EF4-FFF2-40B4-BE49-F238E27FC236}">
                      <a16:creationId xmlns:a16="http://schemas.microsoft.com/office/drawing/2014/main" id="{D2DCF991-55F5-7BBE-B348-56617BF9EF86}"/>
                    </a:ext>
                  </a:extLst>
                </p:cNvPr>
                <p:cNvSpPr/>
                <p:nvPr/>
              </p:nvSpPr>
              <p:spPr>
                <a:xfrm>
                  <a:off x="4672118" y="1063141"/>
                  <a:ext cx="158243" cy="126317"/>
                </a:xfrm>
                <a:custGeom>
                  <a:avLst/>
                  <a:gdLst/>
                  <a:ahLst/>
                  <a:cxnLst/>
                  <a:rect l="l" t="t" r="r" b="b"/>
                  <a:pathLst>
                    <a:path w="1596" h="1274" extrusionOk="0">
                      <a:moveTo>
                        <a:pt x="1" y="0"/>
                      </a:moveTo>
                      <a:lnTo>
                        <a:pt x="1" y="659"/>
                      </a:lnTo>
                      <a:lnTo>
                        <a:pt x="1030" y="1273"/>
                      </a:lnTo>
                      <a:lnTo>
                        <a:pt x="1595" y="464"/>
                      </a:lnTo>
                      <a:lnTo>
                        <a:pt x="307" y="89"/>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6">
                  <a:extLst>
                    <a:ext uri="{FF2B5EF4-FFF2-40B4-BE49-F238E27FC236}">
                      <a16:creationId xmlns:a16="http://schemas.microsoft.com/office/drawing/2014/main" id="{64BFF133-C12E-410A-AFB5-E1146FC338EF}"/>
                    </a:ext>
                  </a:extLst>
                </p:cNvPr>
                <p:cNvSpPr/>
                <p:nvPr/>
              </p:nvSpPr>
              <p:spPr>
                <a:xfrm>
                  <a:off x="4830261" y="1053424"/>
                  <a:ext cx="125921" cy="136034"/>
                </a:xfrm>
                <a:custGeom>
                  <a:avLst/>
                  <a:gdLst/>
                  <a:ahLst/>
                  <a:cxnLst/>
                  <a:rect l="l" t="t" r="r" b="b"/>
                  <a:pathLst>
                    <a:path w="1270" h="1372" extrusionOk="0">
                      <a:moveTo>
                        <a:pt x="830" y="0"/>
                      </a:moveTo>
                      <a:lnTo>
                        <a:pt x="733" y="69"/>
                      </a:lnTo>
                      <a:lnTo>
                        <a:pt x="0" y="562"/>
                      </a:lnTo>
                      <a:lnTo>
                        <a:pt x="411" y="1371"/>
                      </a:lnTo>
                      <a:lnTo>
                        <a:pt x="1270" y="444"/>
                      </a:lnTo>
                      <a:lnTo>
                        <a:pt x="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6">
                  <a:extLst>
                    <a:ext uri="{FF2B5EF4-FFF2-40B4-BE49-F238E27FC236}">
                      <a16:creationId xmlns:a16="http://schemas.microsoft.com/office/drawing/2014/main" id="{6B61F439-95BE-CD23-B0D9-078BE0C94D35}"/>
                    </a:ext>
                  </a:extLst>
                </p:cNvPr>
                <p:cNvSpPr/>
                <p:nvPr/>
              </p:nvSpPr>
              <p:spPr>
                <a:xfrm>
                  <a:off x="4790007" y="1612428"/>
                  <a:ext cx="435268" cy="482166"/>
                </a:xfrm>
                <a:custGeom>
                  <a:avLst/>
                  <a:gdLst/>
                  <a:ahLst/>
                  <a:cxnLst/>
                  <a:rect l="l" t="t" r="r" b="b"/>
                  <a:pathLst>
                    <a:path w="4390" h="4863" extrusionOk="0">
                      <a:moveTo>
                        <a:pt x="3616" y="1"/>
                      </a:moveTo>
                      <a:lnTo>
                        <a:pt x="0" y="688"/>
                      </a:lnTo>
                      <a:lnTo>
                        <a:pt x="1005" y="4862"/>
                      </a:lnTo>
                      <a:lnTo>
                        <a:pt x="4390" y="4614"/>
                      </a:lnTo>
                      <a:lnTo>
                        <a:pt x="36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6">
                  <a:extLst>
                    <a:ext uri="{FF2B5EF4-FFF2-40B4-BE49-F238E27FC236}">
                      <a16:creationId xmlns:a16="http://schemas.microsoft.com/office/drawing/2014/main" id="{92D14413-175F-4C6F-A081-E1791F2B5436}"/>
                    </a:ext>
                  </a:extLst>
                </p:cNvPr>
                <p:cNvSpPr/>
                <p:nvPr/>
              </p:nvSpPr>
              <p:spPr>
                <a:xfrm>
                  <a:off x="4592302" y="1079996"/>
                  <a:ext cx="281586" cy="338102"/>
                </a:xfrm>
                <a:custGeom>
                  <a:avLst/>
                  <a:gdLst/>
                  <a:ahLst/>
                  <a:cxnLst/>
                  <a:rect l="l" t="t" r="r" b="b"/>
                  <a:pathLst>
                    <a:path w="2840" h="3410" extrusionOk="0">
                      <a:moveTo>
                        <a:pt x="806" y="1"/>
                      </a:moveTo>
                      <a:lnTo>
                        <a:pt x="399" y="289"/>
                      </a:lnTo>
                      <a:cubicBezTo>
                        <a:pt x="391" y="302"/>
                        <a:pt x="383" y="318"/>
                        <a:pt x="374" y="334"/>
                      </a:cubicBezTo>
                      <a:cubicBezTo>
                        <a:pt x="94" y="895"/>
                        <a:pt x="0" y="1807"/>
                        <a:pt x="0" y="1807"/>
                      </a:cubicBezTo>
                      <a:lnTo>
                        <a:pt x="57" y="1832"/>
                      </a:lnTo>
                      <a:lnTo>
                        <a:pt x="956" y="2206"/>
                      </a:lnTo>
                      <a:lnTo>
                        <a:pt x="965" y="2209"/>
                      </a:lnTo>
                      <a:lnTo>
                        <a:pt x="960" y="2279"/>
                      </a:lnTo>
                      <a:cubicBezTo>
                        <a:pt x="960" y="2287"/>
                        <a:pt x="956" y="2299"/>
                        <a:pt x="956" y="2307"/>
                      </a:cubicBezTo>
                      <a:cubicBezTo>
                        <a:pt x="952" y="2393"/>
                        <a:pt x="941" y="2543"/>
                        <a:pt x="920" y="2820"/>
                      </a:cubicBezTo>
                      <a:cubicBezTo>
                        <a:pt x="936" y="2824"/>
                        <a:pt x="956" y="2827"/>
                        <a:pt x="973" y="2832"/>
                      </a:cubicBezTo>
                      <a:cubicBezTo>
                        <a:pt x="1420" y="2925"/>
                        <a:pt x="2376" y="3291"/>
                        <a:pt x="2678" y="3409"/>
                      </a:cubicBezTo>
                      <a:cubicBezTo>
                        <a:pt x="2722" y="3296"/>
                        <a:pt x="2775" y="3174"/>
                        <a:pt x="2824" y="3047"/>
                      </a:cubicBezTo>
                      <a:cubicBezTo>
                        <a:pt x="2832" y="3035"/>
                        <a:pt x="2836" y="3023"/>
                        <a:pt x="2840" y="3011"/>
                      </a:cubicBezTo>
                      <a:cubicBezTo>
                        <a:pt x="2567" y="2779"/>
                        <a:pt x="2319" y="2539"/>
                        <a:pt x="2100" y="2307"/>
                      </a:cubicBezTo>
                      <a:cubicBezTo>
                        <a:pt x="1420" y="1599"/>
                        <a:pt x="993" y="965"/>
                        <a:pt x="855" y="753"/>
                      </a:cubicBezTo>
                      <a:cubicBezTo>
                        <a:pt x="823" y="704"/>
                        <a:pt x="806" y="676"/>
                        <a:pt x="806" y="676"/>
                      </a:cubicBezTo>
                      <a:lnTo>
                        <a:pt x="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6">
                  <a:extLst>
                    <a:ext uri="{FF2B5EF4-FFF2-40B4-BE49-F238E27FC236}">
                      <a16:creationId xmlns:a16="http://schemas.microsoft.com/office/drawing/2014/main" id="{00A89070-DECD-8A7B-17AC-1276D2972D63}"/>
                    </a:ext>
                  </a:extLst>
                </p:cNvPr>
                <p:cNvSpPr/>
                <p:nvPr/>
              </p:nvSpPr>
              <p:spPr>
                <a:xfrm>
                  <a:off x="4597161" y="1261539"/>
                  <a:ext cx="90921" cy="44419"/>
                </a:xfrm>
                <a:custGeom>
                  <a:avLst/>
                  <a:gdLst/>
                  <a:ahLst/>
                  <a:cxnLst/>
                  <a:rect l="l" t="t" r="r" b="b"/>
                  <a:pathLst>
                    <a:path w="917" h="448" extrusionOk="0">
                      <a:moveTo>
                        <a:pt x="8" y="1"/>
                      </a:moveTo>
                      <a:cubicBezTo>
                        <a:pt x="0" y="45"/>
                        <a:pt x="0" y="69"/>
                        <a:pt x="0" y="69"/>
                      </a:cubicBezTo>
                      <a:lnTo>
                        <a:pt x="911" y="448"/>
                      </a:lnTo>
                      <a:lnTo>
                        <a:pt x="916" y="378"/>
                      </a:lnTo>
                      <a:lnTo>
                        <a:pt x="907" y="375"/>
                      </a:lnTo>
                      <a:lnTo>
                        <a:pt x="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6">
                  <a:extLst>
                    <a:ext uri="{FF2B5EF4-FFF2-40B4-BE49-F238E27FC236}">
                      <a16:creationId xmlns:a16="http://schemas.microsoft.com/office/drawing/2014/main" id="{9A78E176-CA6C-6124-9ED9-94EE5E12438A}"/>
                    </a:ext>
                  </a:extLst>
                </p:cNvPr>
                <p:cNvSpPr/>
                <p:nvPr/>
              </p:nvSpPr>
              <p:spPr>
                <a:xfrm>
                  <a:off x="4672118" y="1097348"/>
                  <a:ext cx="318866" cy="281289"/>
                </a:xfrm>
                <a:custGeom>
                  <a:avLst/>
                  <a:gdLst/>
                  <a:ahLst/>
                  <a:cxnLst/>
                  <a:rect l="l" t="t" r="r" b="b"/>
                  <a:pathLst>
                    <a:path w="3216" h="2837" extrusionOk="0">
                      <a:moveTo>
                        <a:pt x="2865" y="1"/>
                      </a:moveTo>
                      <a:lnTo>
                        <a:pt x="2006" y="928"/>
                      </a:lnTo>
                      <a:lnTo>
                        <a:pt x="1595" y="119"/>
                      </a:lnTo>
                      <a:lnTo>
                        <a:pt x="1030" y="928"/>
                      </a:lnTo>
                      <a:lnTo>
                        <a:pt x="1" y="314"/>
                      </a:lnTo>
                      <a:lnTo>
                        <a:pt x="1" y="501"/>
                      </a:lnTo>
                      <a:cubicBezTo>
                        <a:pt x="1" y="501"/>
                        <a:pt x="461" y="1261"/>
                        <a:pt x="1295" y="2132"/>
                      </a:cubicBezTo>
                      <a:cubicBezTo>
                        <a:pt x="1514" y="2364"/>
                        <a:pt x="1762" y="2604"/>
                        <a:pt x="2035" y="2836"/>
                      </a:cubicBezTo>
                      <a:cubicBezTo>
                        <a:pt x="2113" y="2661"/>
                        <a:pt x="2190" y="2482"/>
                        <a:pt x="2275" y="2299"/>
                      </a:cubicBezTo>
                      <a:cubicBezTo>
                        <a:pt x="2552" y="1697"/>
                        <a:pt x="2881" y="1083"/>
                        <a:pt x="3215" y="643"/>
                      </a:cubicBezTo>
                      <a:lnTo>
                        <a:pt x="28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6">
                  <a:extLst>
                    <a:ext uri="{FF2B5EF4-FFF2-40B4-BE49-F238E27FC236}">
                      <a16:creationId xmlns:a16="http://schemas.microsoft.com/office/drawing/2014/main" id="{90FAD912-A7A5-EFB4-1900-1888772D13DC}"/>
                    </a:ext>
                  </a:extLst>
                </p:cNvPr>
                <p:cNvSpPr/>
                <p:nvPr/>
              </p:nvSpPr>
              <p:spPr>
                <a:xfrm>
                  <a:off x="4813803" y="1067702"/>
                  <a:ext cx="284362" cy="467790"/>
                </a:xfrm>
                <a:custGeom>
                  <a:avLst/>
                  <a:gdLst/>
                  <a:ahLst/>
                  <a:cxnLst/>
                  <a:rect l="l" t="t" r="r" b="b"/>
                  <a:pathLst>
                    <a:path w="2868" h="4718" extrusionOk="0">
                      <a:moveTo>
                        <a:pt x="1322" y="0"/>
                      </a:moveTo>
                      <a:cubicBezTo>
                        <a:pt x="1217" y="0"/>
                        <a:pt x="1155" y="19"/>
                        <a:pt x="1155" y="19"/>
                      </a:cubicBezTo>
                      <a:lnTo>
                        <a:pt x="1436" y="300"/>
                      </a:lnTo>
                      <a:lnTo>
                        <a:pt x="1786" y="942"/>
                      </a:lnTo>
                      <a:cubicBezTo>
                        <a:pt x="1452" y="1382"/>
                        <a:pt x="1123" y="1996"/>
                        <a:pt x="846" y="2598"/>
                      </a:cubicBezTo>
                      <a:cubicBezTo>
                        <a:pt x="761" y="2781"/>
                        <a:pt x="684" y="2960"/>
                        <a:pt x="606" y="3135"/>
                      </a:cubicBezTo>
                      <a:cubicBezTo>
                        <a:pt x="602" y="3147"/>
                        <a:pt x="598" y="3159"/>
                        <a:pt x="590" y="3171"/>
                      </a:cubicBezTo>
                      <a:cubicBezTo>
                        <a:pt x="541" y="3298"/>
                        <a:pt x="488" y="3420"/>
                        <a:pt x="444" y="3533"/>
                      </a:cubicBezTo>
                      <a:cubicBezTo>
                        <a:pt x="431" y="3558"/>
                        <a:pt x="423" y="3578"/>
                        <a:pt x="415" y="3599"/>
                      </a:cubicBezTo>
                      <a:cubicBezTo>
                        <a:pt x="162" y="4230"/>
                        <a:pt x="4" y="4701"/>
                        <a:pt x="0" y="4718"/>
                      </a:cubicBezTo>
                      <a:cubicBezTo>
                        <a:pt x="12" y="4701"/>
                        <a:pt x="29" y="4681"/>
                        <a:pt x="49" y="4660"/>
                      </a:cubicBezTo>
                      <a:cubicBezTo>
                        <a:pt x="525" y="4144"/>
                        <a:pt x="2461" y="2818"/>
                        <a:pt x="2461" y="2818"/>
                      </a:cubicBezTo>
                      <a:lnTo>
                        <a:pt x="2017" y="2170"/>
                      </a:lnTo>
                      <a:lnTo>
                        <a:pt x="2787" y="1569"/>
                      </a:lnTo>
                      <a:lnTo>
                        <a:pt x="2868" y="1504"/>
                      </a:lnTo>
                      <a:cubicBezTo>
                        <a:pt x="2868" y="1504"/>
                        <a:pt x="2856" y="1451"/>
                        <a:pt x="2787" y="1312"/>
                      </a:cubicBezTo>
                      <a:cubicBezTo>
                        <a:pt x="2714" y="1166"/>
                        <a:pt x="2579" y="926"/>
                        <a:pt x="2323" y="559"/>
                      </a:cubicBezTo>
                      <a:cubicBezTo>
                        <a:pt x="2177" y="349"/>
                        <a:pt x="1969" y="178"/>
                        <a:pt x="1725" y="80"/>
                      </a:cubicBezTo>
                      <a:cubicBezTo>
                        <a:pt x="1561" y="17"/>
                        <a:pt x="1422" y="0"/>
                        <a:pt x="13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6">
                  <a:extLst>
                    <a:ext uri="{FF2B5EF4-FFF2-40B4-BE49-F238E27FC236}">
                      <a16:creationId xmlns:a16="http://schemas.microsoft.com/office/drawing/2014/main" id="{281BC133-8B50-FE3D-056C-1CC9A06B21CB}"/>
                    </a:ext>
                  </a:extLst>
                </p:cNvPr>
                <p:cNvSpPr/>
                <p:nvPr/>
              </p:nvSpPr>
              <p:spPr>
                <a:xfrm>
                  <a:off x="4774143" y="1109047"/>
                  <a:ext cx="96969" cy="124334"/>
                </a:xfrm>
                <a:custGeom>
                  <a:avLst/>
                  <a:gdLst/>
                  <a:ahLst/>
                  <a:cxnLst/>
                  <a:rect l="l" t="t" r="r" b="b"/>
                  <a:pathLst>
                    <a:path w="978" h="1254" extrusionOk="0">
                      <a:moveTo>
                        <a:pt x="566" y="1"/>
                      </a:moveTo>
                      <a:lnTo>
                        <a:pt x="1" y="810"/>
                      </a:lnTo>
                      <a:lnTo>
                        <a:pt x="258" y="1254"/>
                      </a:lnTo>
                      <a:lnTo>
                        <a:pt x="786" y="1254"/>
                      </a:lnTo>
                      <a:lnTo>
                        <a:pt x="977" y="810"/>
                      </a:lnTo>
                      <a:lnTo>
                        <a:pt x="5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6">
                  <a:extLst>
                    <a:ext uri="{FF2B5EF4-FFF2-40B4-BE49-F238E27FC236}">
                      <a16:creationId xmlns:a16="http://schemas.microsoft.com/office/drawing/2014/main" id="{C88BC6AA-50C8-9639-AF86-6E4A2761FC2B}"/>
                    </a:ext>
                  </a:extLst>
                </p:cNvPr>
                <p:cNvSpPr/>
                <p:nvPr/>
              </p:nvSpPr>
              <p:spPr>
                <a:xfrm>
                  <a:off x="4800417" y="1233281"/>
                  <a:ext cx="97266" cy="145354"/>
                </a:xfrm>
                <a:custGeom>
                  <a:avLst/>
                  <a:gdLst/>
                  <a:ahLst/>
                  <a:cxnLst/>
                  <a:rect l="l" t="t" r="r" b="b"/>
                  <a:pathLst>
                    <a:path w="981" h="1466" extrusionOk="0">
                      <a:moveTo>
                        <a:pt x="29" y="1"/>
                      </a:moveTo>
                      <a:lnTo>
                        <a:pt x="1" y="761"/>
                      </a:lnTo>
                      <a:cubicBezTo>
                        <a:pt x="220" y="993"/>
                        <a:pt x="468" y="1233"/>
                        <a:pt x="741" y="1465"/>
                      </a:cubicBezTo>
                      <a:cubicBezTo>
                        <a:pt x="819" y="1290"/>
                        <a:pt x="896" y="1111"/>
                        <a:pt x="981" y="928"/>
                      </a:cubicBezTo>
                      <a:lnTo>
                        <a:pt x="5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6">
                  <a:extLst>
                    <a:ext uri="{FF2B5EF4-FFF2-40B4-BE49-F238E27FC236}">
                      <a16:creationId xmlns:a16="http://schemas.microsoft.com/office/drawing/2014/main" id="{C6FF5A80-CA95-2543-5DB6-21AE2186BE89}"/>
                    </a:ext>
                  </a:extLst>
                </p:cNvPr>
                <p:cNvSpPr/>
                <p:nvPr/>
              </p:nvSpPr>
              <p:spPr>
                <a:xfrm>
                  <a:off x="4702458" y="950507"/>
                  <a:ext cx="199688" cy="158640"/>
                </a:xfrm>
                <a:custGeom>
                  <a:avLst/>
                  <a:gdLst/>
                  <a:ahLst/>
                  <a:cxnLst/>
                  <a:rect l="l" t="t" r="r" b="b"/>
                  <a:pathLst>
                    <a:path w="2014" h="1600" extrusionOk="0">
                      <a:moveTo>
                        <a:pt x="20" y="1"/>
                      </a:moveTo>
                      <a:lnTo>
                        <a:pt x="1" y="1225"/>
                      </a:lnTo>
                      <a:lnTo>
                        <a:pt x="602" y="1400"/>
                      </a:lnTo>
                      <a:lnTo>
                        <a:pt x="1289" y="1600"/>
                      </a:lnTo>
                      <a:lnTo>
                        <a:pt x="1978" y="1136"/>
                      </a:lnTo>
                      <a:lnTo>
                        <a:pt x="2014" y="355"/>
                      </a:lnTo>
                      <a:lnTo>
                        <a:pt x="1436" y="1038"/>
                      </a:lnTo>
                      <a:lnTo>
                        <a:pt x="545" y="883"/>
                      </a:lnTo>
                      <a:cubicBezTo>
                        <a:pt x="545" y="883"/>
                        <a:pt x="285" y="526"/>
                        <a:pt x="20"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6">
                  <a:extLst>
                    <a:ext uri="{FF2B5EF4-FFF2-40B4-BE49-F238E27FC236}">
                      <a16:creationId xmlns:a16="http://schemas.microsoft.com/office/drawing/2014/main" id="{477D2909-6E92-00B0-6A77-75DCE658E40F}"/>
                    </a:ext>
                  </a:extLst>
                </p:cNvPr>
                <p:cNvSpPr/>
                <p:nvPr/>
              </p:nvSpPr>
              <p:spPr>
                <a:xfrm>
                  <a:off x="4234075" y="1218012"/>
                  <a:ext cx="206629" cy="1426372"/>
                </a:xfrm>
                <a:custGeom>
                  <a:avLst/>
                  <a:gdLst/>
                  <a:ahLst/>
                  <a:cxnLst/>
                  <a:rect l="l" t="t" r="r" b="b"/>
                  <a:pathLst>
                    <a:path w="2084" h="14386" extrusionOk="0">
                      <a:moveTo>
                        <a:pt x="1713" y="0"/>
                      </a:moveTo>
                      <a:lnTo>
                        <a:pt x="1473" y="93"/>
                      </a:lnTo>
                      <a:lnTo>
                        <a:pt x="1307" y="158"/>
                      </a:lnTo>
                      <a:cubicBezTo>
                        <a:pt x="1274" y="203"/>
                        <a:pt x="1221" y="342"/>
                        <a:pt x="1161" y="549"/>
                      </a:cubicBezTo>
                      <a:cubicBezTo>
                        <a:pt x="786" y="1839"/>
                        <a:pt x="1" y="5870"/>
                        <a:pt x="91" y="7892"/>
                      </a:cubicBezTo>
                      <a:cubicBezTo>
                        <a:pt x="91" y="7892"/>
                        <a:pt x="282" y="8031"/>
                        <a:pt x="282" y="8099"/>
                      </a:cubicBezTo>
                      <a:cubicBezTo>
                        <a:pt x="282" y="8164"/>
                        <a:pt x="42" y="8388"/>
                        <a:pt x="50" y="8608"/>
                      </a:cubicBezTo>
                      <a:cubicBezTo>
                        <a:pt x="54" y="8827"/>
                        <a:pt x="493" y="13547"/>
                        <a:pt x="493" y="13547"/>
                      </a:cubicBezTo>
                      <a:lnTo>
                        <a:pt x="363" y="13713"/>
                      </a:lnTo>
                      <a:lnTo>
                        <a:pt x="457" y="14084"/>
                      </a:lnTo>
                      <a:lnTo>
                        <a:pt x="489" y="14201"/>
                      </a:lnTo>
                      <a:cubicBezTo>
                        <a:pt x="489" y="14206"/>
                        <a:pt x="493" y="14206"/>
                        <a:pt x="497" y="14210"/>
                      </a:cubicBezTo>
                      <a:cubicBezTo>
                        <a:pt x="517" y="14218"/>
                        <a:pt x="566" y="14246"/>
                        <a:pt x="656" y="14274"/>
                      </a:cubicBezTo>
                      <a:cubicBezTo>
                        <a:pt x="816" y="14325"/>
                        <a:pt x="1104" y="14385"/>
                        <a:pt x="1564" y="14385"/>
                      </a:cubicBezTo>
                      <a:cubicBezTo>
                        <a:pt x="1698" y="14385"/>
                        <a:pt x="1846" y="14380"/>
                        <a:pt x="2010" y="14368"/>
                      </a:cubicBezTo>
                      <a:cubicBezTo>
                        <a:pt x="2019" y="11728"/>
                        <a:pt x="2040" y="8880"/>
                        <a:pt x="2083" y="8250"/>
                      </a:cubicBezTo>
                      <a:cubicBezTo>
                        <a:pt x="2035" y="8001"/>
                        <a:pt x="1913" y="6957"/>
                        <a:pt x="1832" y="6236"/>
                      </a:cubicBezTo>
                      <a:cubicBezTo>
                        <a:pt x="1787" y="5825"/>
                        <a:pt x="1754" y="5521"/>
                        <a:pt x="1754" y="5521"/>
                      </a:cubicBezTo>
                      <a:lnTo>
                        <a:pt x="1958" y="5068"/>
                      </a:lnTo>
                      <a:cubicBezTo>
                        <a:pt x="1958" y="5068"/>
                        <a:pt x="1824" y="3364"/>
                        <a:pt x="1807" y="2754"/>
                      </a:cubicBezTo>
                      <a:cubicBezTo>
                        <a:pt x="1803" y="2648"/>
                        <a:pt x="1844" y="2469"/>
                        <a:pt x="1844" y="2469"/>
                      </a:cubicBezTo>
                      <a:cubicBezTo>
                        <a:pt x="1844" y="2469"/>
                        <a:pt x="1787" y="2128"/>
                        <a:pt x="1783" y="1977"/>
                      </a:cubicBezTo>
                      <a:cubicBezTo>
                        <a:pt x="1758" y="1069"/>
                        <a:pt x="1734" y="280"/>
                        <a:pt x="17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6">
                  <a:extLst>
                    <a:ext uri="{FF2B5EF4-FFF2-40B4-BE49-F238E27FC236}">
                      <a16:creationId xmlns:a16="http://schemas.microsoft.com/office/drawing/2014/main" id="{18648D86-CBB1-BB30-F543-AF1E8DC85E19}"/>
                    </a:ext>
                  </a:extLst>
                </p:cNvPr>
                <p:cNvSpPr/>
                <p:nvPr/>
              </p:nvSpPr>
              <p:spPr>
                <a:xfrm>
                  <a:off x="4279287" y="2633269"/>
                  <a:ext cx="154178" cy="303102"/>
                </a:xfrm>
                <a:custGeom>
                  <a:avLst/>
                  <a:gdLst/>
                  <a:ahLst/>
                  <a:cxnLst/>
                  <a:rect l="l" t="t" r="r" b="b"/>
                  <a:pathLst>
                    <a:path w="1555" h="3057" extrusionOk="0">
                      <a:moveTo>
                        <a:pt x="200" y="0"/>
                      </a:moveTo>
                      <a:cubicBezTo>
                        <a:pt x="200" y="0"/>
                        <a:pt x="196" y="79"/>
                        <a:pt x="180" y="201"/>
                      </a:cubicBezTo>
                      <a:cubicBezTo>
                        <a:pt x="155" y="460"/>
                        <a:pt x="95" y="920"/>
                        <a:pt x="17" y="1172"/>
                      </a:cubicBezTo>
                      <a:cubicBezTo>
                        <a:pt x="1" y="1709"/>
                        <a:pt x="200" y="2588"/>
                        <a:pt x="200" y="2588"/>
                      </a:cubicBezTo>
                      <a:lnTo>
                        <a:pt x="534" y="2719"/>
                      </a:lnTo>
                      <a:lnTo>
                        <a:pt x="692" y="2918"/>
                      </a:lnTo>
                      <a:lnTo>
                        <a:pt x="1009" y="2967"/>
                      </a:lnTo>
                      <a:lnTo>
                        <a:pt x="1169" y="3056"/>
                      </a:lnTo>
                      <a:lnTo>
                        <a:pt x="1546" y="3056"/>
                      </a:lnTo>
                      <a:lnTo>
                        <a:pt x="1554" y="94"/>
                      </a:lnTo>
                      <a:lnTo>
                        <a:pt x="1554" y="94"/>
                      </a:lnTo>
                      <a:cubicBezTo>
                        <a:pt x="1390" y="106"/>
                        <a:pt x="1242" y="111"/>
                        <a:pt x="1108" y="111"/>
                      </a:cubicBezTo>
                      <a:cubicBezTo>
                        <a:pt x="648" y="111"/>
                        <a:pt x="360" y="51"/>
                        <a:pt x="200"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6">
                  <a:extLst>
                    <a:ext uri="{FF2B5EF4-FFF2-40B4-BE49-F238E27FC236}">
                      <a16:creationId xmlns:a16="http://schemas.microsoft.com/office/drawing/2014/main" id="{F2866163-29AC-555B-5B03-2210A0DF8CF3}"/>
                    </a:ext>
                  </a:extLst>
                </p:cNvPr>
                <p:cNvSpPr/>
                <p:nvPr/>
              </p:nvSpPr>
              <p:spPr>
                <a:xfrm>
                  <a:off x="5017456" y="1757186"/>
                  <a:ext cx="128003" cy="341770"/>
                </a:xfrm>
                <a:custGeom>
                  <a:avLst/>
                  <a:gdLst/>
                  <a:ahLst/>
                  <a:cxnLst/>
                  <a:rect l="l" t="t" r="r" b="b"/>
                  <a:pathLst>
                    <a:path w="1291" h="3447" extrusionOk="0">
                      <a:moveTo>
                        <a:pt x="622" y="1"/>
                      </a:moveTo>
                      <a:cubicBezTo>
                        <a:pt x="427" y="1"/>
                        <a:pt x="1" y="571"/>
                        <a:pt x="211" y="986"/>
                      </a:cubicBezTo>
                      <a:cubicBezTo>
                        <a:pt x="700" y="1962"/>
                        <a:pt x="867" y="3166"/>
                        <a:pt x="1037" y="3406"/>
                      </a:cubicBezTo>
                      <a:cubicBezTo>
                        <a:pt x="1054" y="3430"/>
                        <a:pt x="1071" y="3442"/>
                        <a:pt x="1090" y="3447"/>
                      </a:cubicBezTo>
                      <a:lnTo>
                        <a:pt x="1095" y="3447"/>
                      </a:lnTo>
                      <a:cubicBezTo>
                        <a:pt x="1290" y="3447"/>
                        <a:pt x="940" y="1461"/>
                        <a:pt x="863" y="1001"/>
                      </a:cubicBezTo>
                      <a:cubicBezTo>
                        <a:pt x="789" y="558"/>
                        <a:pt x="741" y="25"/>
                        <a:pt x="6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6">
                  <a:extLst>
                    <a:ext uri="{FF2B5EF4-FFF2-40B4-BE49-F238E27FC236}">
                      <a16:creationId xmlns:a16="http://schemas.microsoft.com/office/drawing/2014/main" id="{41F85EBF-F97F-D889-7F39-B87FE53A317A}"/>
                    </a:ext>
                  </a:extLst>
                </p:cNvPr>
                <p:cNvSpPr/>
                <p:nvPr/>
              </p:nvSpPr>
              <p:spPr>
                <a:xfrm>
                  <a:off x="5209013" y="1197786"/>
                  <a:ext cx="234886" cy="794786"/>
                </a:xfrm>
                <a:custGeom>
                  <a:avLst/>
                  <a:gdLst/>
                  <a:ahLst/>
                  <a:cxnLst/>
                  <a:rect l="l" t="t" r="r" b="b"/>
                  <a:pathLst>
                    <a:path w="2369" h="8016" extrusionOk="0">
                      <a:moveTo>
                        <a:pt x="513" y="0"/>
                      </a:moveTo>
                      <a:lnTo>
                        <a:pt x="281" y="21"/>
                      </a:lnTo>
                      <a:cubicBezTo>
                        <a:pt x="310" y="473"/>
                        <a:pt x="139" y="1888"/>
                        <a:pt x="139" y="1888"/>
                      </a:cubicBezTo>
                      <a:lnTo>
                        <a:pt x="192" y="2893"/>
                      </a:lnTo>
                      <a:lnTo>
                        <a:pt x="1" y="3088"/>
                      </a:lnTo>
                      <a:lnTo>
                        <a:pt x="164" y="3406"/>
                      </a:lnTo>
                      <a:lnTo>
                        <a:pt x="17" y="3584"/>
                      </a:lnTo>
                      <a:lnTo>
                        <a:pt x="224" y="3690"/>
                      </a:lnTo>
                      <a:lnTo>
                        <a:pt x="310" y="5725"/>
                      </a:lnTo>
                      <a:cubicBezTo>
                        <a:pt x="481" y="5721"/>
                        <a:pt x="635" y="5708"/>
                        <a:pt x="757" y="5684"/>
                      </a:cubicBezTo>
                      <a:cubicBezTo>
                        <a:pt x="1506" y="6176"/>
                        <a:pt x="1998" y="8015"/>
                        <a:pt x="1998" y="8015"/>
                      </a:cubicBezTo>
                      <a:lnTo>
                        <a:pt x="2368" y="7925"/>
                      </a:lnTo>
                      <a:cubicBezTo>
                        <a:pt x="2368" y="1722"/>
                        <a:pt x="513" y="0"/>
                        <a:pt x="5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6">
                  <a:extLst>
                    <a:ext uri="{FF2B5EF4-FFF2-40B4-BE49-F238E27FC236}">
                      <a16:creationId xmlns:a16="http://schemas.microsoft.com/office/drawing/2014/main" id="{1CD9215D-B7CB-98D8-0F0F-CBABB8E1E187}"/>
                    </a:ext>
                  </a:extLst>
                </p:cNvPr>
                <p:cNvSpPr/>
                <p:nvPr/>
              </p:nvSpPr>
              <p:spPr>
                <a:xfrm>
                  <a:off x="4488195" y="2161814"/>
                  <a:ext cx="252238" cy="348711"/>
                </a:xfrm>
                <a:custGeom>
                  <a:avLst/>
                  <a:gdLst/>
                  <a:ahLst/>
                  <a:cxnLst/>
                  <a:rect l="l" t="t" r="r" b="b"/>
                  <a:pathLst>
                    <a:path w="2544" h="3517" extrusionOk="0">
                      <a:moveTo>
                        <a:pt x="2543" y="1"/>
                      </a:moveTo>
                      <a:lnTo>
                        <a:pt x="29" y="350"/>
                      </a:lnTo>
                      <a:cubicBezTo>
                        <a:pt x="29" y="350"/>
                        <a:pt x="17" y="626"/>
                        <a:pt x="9" y="1034"/>
                      </a:cubicBezTo>
                      <a:cubicBezTo>
                        <a:pt x="1" y="1741"/>
                        <a:pt x="14" y="2840"/>
                        <a:pt x="147" y="3507"/>
                      </a:cubicBezTo>
                      <a:cubicBezTo>
                        <a:pt x="265" y="3513"/>
                        <a:pt x="375" y="3516"/>
                        <a:pt x="479" y="3516"/>
                      </a:cubicBezTo>
                      <a:cubicBezTo>
                        <a:pt x="1365" y="3516"/>
                        <a:pt x="1784" y="3302"/>
                        <a:pt x="2345" y="3302"/>
                      </a:cubicBezTo>
                      <a:cubicBezTo>
                        <a:pt x="2372" y="3302"/>
                        <a:pt x="2398" y="3303"/>
                        <a:pt x="2425" y="3304"/>
                      </a:cubicBezTo>
                      <a:cubicBezTo>
                        <a:pt x="2474" y="1920"/>
                        <a:pt x="2503" y="1115"/>
                        <a:pt x="2519" y="647"/>
                      </a:cubicBezTo>
                      <a:lnTo>
                        <a:pt x="25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6">
                  <a:extLst>
                    <a:ext uri="{FF2B5EF4-FFF2-40B4-BE49-F238E27FC236}">
                      <a16:creationId xmlns:a16="http://schemas.microsoft.com/office/drawing/2014/main" id="{26A642FC-490E-D5FE-CDC6-4593113A317D}"/>
                    </a:ext>
                  </a:extLst>
                </p:cNvPr>
                <p:cNvSpPr/>
                <p:nvPr/>
              </p:nvSpPr>
              <p:spPr>
                <a:xfrm>
                  <a:off x="4488989" y="2161814"/>
                  <a:ext cx="251444" cy="103810"/>
                </a:xfrm>
                <a:custGeom>
                  <a:avLst/>
                  <a:gdLst/>
                  <a:ahLst/>
                  <a:cxnLst/>
                  <a:rect l="l" t="t" r="r" b="b"/>
                  <a:pathLst>
                    <a:path w="2536" h="1047" extrusionOk="0">
                      <a:moveTo>
                        <a:pt x="2535" y="1"/>
                      </a:moveTo>
                      <a:lnTo>
                        <a:pt x="21" y="350"/>
                      </a:lnTo>
                      <a:cubicBezTo>
                        <a:pt x="21" y="350"/>
                        <a:pt x="9" y="626"/>
                        <a:pt x="1" y="1034"/>
                      </a:cubicBezTo>
                      <a:cubicBezTo>
                        <a:pt x="77" y="1039"/>
                        <a:pt x="194" y="1047"/>
                        <a:pt x="337" y="1047"/>
                      </a:cubicBezTo>
                      <a:cubicBezTo>
                        <a:pt x="597" y="1047"/>
                        <a:pt x="942" y="1022"/>
                        <a:pt x="1270" y="919"/>
                      </a:cubicBezTo>
                      <a:cubicBezTo>
                        <a:pt x="1791" y="752"/>
                        <a:pt x="2324" y="671"/>
                        <a:pt x="2511" y="647"/>
                      </a:cubicBezTo>
                      <a:lnTo>
                        <a:pt x="25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6">
                  <a:extLst>
                    <a:ext uri="{FF2B5EF4-FFF2-40B4-BE49-F238E27FC236}">
                      <a16:creationId xmlns:a16="http://schemas.microsoft.com/office/drawing/2014/main" id="{5FF44A01-78FE-CA95-3A38-FA23BA9430C0}"/>
                    </a:ext>
                  </a:extLst>
                </p:cNvPr>
                <p:cNvSpPr/>
                <p:nvPr/>
              </p:nvSpPr>
              <p:spPr>
                <a:xfrm>
                  <a:off x="4491071" y="2161814"/>
                  <a:ext cx="249362" cy="34802"/>
                </a:xfrm>
                <a:custGeom>
                  <a:avLst/>
                  <a:gdLst/>
                  <a:ahLst/>
                  <a:cxnLst/>
                  <a:rect l="l" t="t" r="r" b="b"/>
                  <a:pathLst>
                    <a:path w="2515" h="351" extrusionOk="0">
                      <a:moveTo>
                        <a:pt x="2514" y="1"/>
                      </a:moveTo>
                      <a:cubicBezTo>
                        <a:pt x="2514" y="1"/>
                        <a:pt x="1363" y="106"/>
                        <a:pt x="1074" y="142"/>
                      </a:cubicBezTo>
                      <a:cubicBezTo>
                        <a:pt x="790" y="179"/>
                        <a:pt x="0" y="350"/>
                        <a:pt x="0" y="350"/>
                      </a:cubicBezTo>
                      <a:cubicBezTo>
                        <a:pt x="0" y="350"/>
                        <a:pt x="802" y="289"/>
                        <a:pt x="1091" y="253"/>
                      </a:cubicBezTo>
                      <a:cubicBezTo>
                        <a:pt x="1380" y="215"/>
                        <a:pt x="2514" y="1"/>
                        <a:pt x="2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6">
                  <a:extLst>
                    <a:ext uri="{FF2B5EF4-FFF2-40B4-BE49-F238E27FC236}">
                      <a16:creationId xmlns:a16="http://schemas.microsoft.com/office/drawing/2014/main" id="{27CB1853-20F4-58F8-507B-E3C4D0170974}"/>
                    </a:ext>
                  </a:extLst>
                </p:cNvPr>
                <p:cNvSpPr/>
                <p:nvPr/>
              </p:nvSpPr>
              <p:spPr>
                <a:xfrm>
                  <a:off x="4956578" y="2161814"/>
                  <a:ext cx="252138" cy="348711"/>
                </a:xfrm>
                <a:custGeom>
                  <a:avLst/>
                  <a:gdLst/>
                  <a:ahLst/>
                  <a:cxnLst/>
                  <a:rect l="l" t="t" r="r" b="b"/>
                  <a:pathLst>
                    <a:path w="2543" h="3517" extrusionOk="0">
                      <a:moveTo>
                        <a:pt x="0" y="1"/>
                      </a:moveTo>
                      <a:lnTo>
                        <a:pt x="25" y="647"/>
                      </a:lnTo>
                      <a:cubicBezTo>
                        <a:pt x="40" y="1115"/>
                        <a:pt x="69" y="1920"/>
                        <a:pt x="122" y="3304"/>
                      </a:cubicBezTo>
                      <a:cubicBezTo>
                        <a:pt x="149" y="3303"/>
                        <a:pt x="176" y="3302"/>
                        <a:pt x="202" y="3302"/>
                      </a:cubicBezTo>
                      <a:cubicBezTo>
                        <a:pt x="760" y="3302"/>
                        <a:pt x="1182" y="3516"/>
                        <a:pt x="2065" y="3516"/>
                      </a:cubicBezTo>
                      <a:cubicBezTo>
                        <a:pt x="2169" y="3516"/>
                        <a:pt x="2279" y="3513"/>
                        <a:pt x="2396" y="3507"/>
                      </a:cubicBezTo>
                      <a:cubicBezTo>
                        <a:pt x="2530" y="2840"/>
                        <a:pt x="2543" y="1741"/>
                        <a:pt x="2534" y="1034"/>
                      </a:cubicBezTo>
                      <a:cubicBezTo>
                        <a:pt x="2526" y="626"/>
                        <a:pt x="2514" y="350"/>
                        <a:pt x="2514" y="350"/>
                      </a:cubicBez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6">
                  <a:extLst>
                    <a:ext uri="{FF2B5EF4-FFF2-40B4-BE49-F238E27FC236}">
                      <a16:creationId xmlns:a16="http://schemas.microsoft.com/office/drawing/2014/main" id="{4D294417-C8C8-E149-5365-A643E3D3943F}"/>
                    </a:ext>
                  </a:extLst>
                </p:cNvPr>
                <p:cNvSpPr/>
                <p:nvPr/>
              </p:nvSpPr>
              <p:spPr>
                <a:xfrm>
                  <a:off x="4956578" y="2161814"/>
                  <a:ext cx="251246" cy="103810"/>
                </a:xfrm>
                <a:custGeom>
                  <a:avLst/>
                  <a:gdLst/>
                  <a:ahLst/>
                  <a:cxnLst/>
                  <a:rect l="l" t="t" r="r" b="b"/>
                  <a:pathLst>
                    <a:path w="2534" h="1047" extrusionOk="0">
                      <a:moveTo>
                        <a:pt x="0" y="1"/>
                      </a:moveTo>
                      <a:lnTo>
                        <a:pt x="25" y="647"/>
                      </a:lnTo>
                      <a:cubicBezTo>
                        <a:pt x="211" y="671"/>
                        <a:pt x="744" y="752"/>
                        <a:pt x="1270" y="919"/>
                      </a:cubicBezTo>
                      <a:cubicBezTo>
                        <a:pt x="1595" y="1022"/>
                        <a:pt x="1939" y="1047"/>
                        <a:pt x="2199" y="1047"/>
                      </a:cubicBezTo>
                      <a:cubicBezTo>
                        <a:pt x="2341" y="1047"/>
                        <a:pt x="2458" y="1039"/>
                        <a:pt x="2534" y="1034"/>
                      </a:cubicBezTo>
                      <a:cubicBezTo>
                        <a:pt x="2526" y="626"/>
                        <a:pt x="2514" y="350"/>
                        <a:pt x="2514" y="350"/>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6">
                  <a:extLst>
                    <a:ext uri="{FF2B5EF4-FFF2-40B4-BE49-F238E27FC236}">
                      <a16:creationId xmlns:a16="http://schemas.microsoft.com/office/drawing/2014/main" id="{51024E06-12B5-9259-77DD-4442011DACE9}"/>
                    </a:ext>
                  </a:extLst>
                </p:cNvPr>
                <p:cNvSpPr/>
                <p:nvPr/>
              </p:nvSpPr>
              <p:spPr>
                <a:xfrm>
                  <a:off x="4956578" y="2161814"/>
                  <a:ext cx="249362" cy="34802"/>
                </a:xfrm>
                <a:custGeom>
                  <a:avLst/>
                  <a:gdLst/>
                  <a:ahLst/>
                  <a:cxnLst/>
                  <a:rect l="l" t="t" r="r" b="b"/>
                  <a:pathLst>
                    <a:path w="2515" h="351" extrusionOk="0">
                      <a:moveTo>
                        <a:pt x="0" y="1"/>
                      </a:moveTo>
                      <a:cubicBezTo>
                        <a:pt x="1" y="1"/>
                        <a:pt x="1139" y="215"/>
                        <a:pt x="1424" y="253"/>
                      </a:cubicBezTo>
                      <a:cubicBezTo>
                        <a:pt x="1713" y="289"/>
                        <a:pt x="2514" y="350"/>
                        <a:pt x="2514" y="350"/>
                      </a:cubicBezTo>
                      <a:cubicBezTo>
                        <a:pt x="2514" y="350"/>
                        <a:pt x="1725" y="179"/>
                        <a:pt x="1441" y="142"/>
                      </a:cubicBezTo>
                      <a:cubicBezTo>
                        <a:pt x="1152" y="106"/>
                        <a:pt x="1" y="1"/>
                        <a:pt x="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6">
                  <a:extLst>
                    <a:ext uri="{FF2B5EF4-FFF2-40B4-BE49-F238E27FC236}">
                      <a16:creationId xmlns:a16="http://schemas.microsoft.com/office/drawing/2014/main" id="{621881A5-76FF-A5B0-06DB-03CB6EC1EE80}"/>
                    </a:ext>
                  </a:extLst>
                </p:cNvPr>
                <p:cNvSpPr/>
                <p:nvPr/>
              </p:nvSpPr>
              <p:spPr>
                <a:xfrm>
                  <a:off x="4475703" y="2168654"/>
                  <a:ext cx="251841" cy="104603"/>
                </a:xfrm>
                <a:custGeom>
                  <a:avLst/>
                  <a:gdLst/>
                  <a:ahLst/>
                  <a:cxnLst/>
                  <a:rect l="l" t="t" r="r" b="b"/>
                  <a:pathLst>
                    <a:path w="2540" h="1055" extrusionOk="0">
                      <a:moveTo>
                        <a:pt x="2535" y="9"/>
                      </a:moveTo>
                      <a:lnTo>
                        <a:pt x="2511" y="647"/>
                      </a:lnTo>
                      <a:cubicBezTo>
                        <a:pt x="2307" y="676"/>
                        <a:pt x="1787" y="757"/>
                        <a:pt x="1266" y="920"/>
                      </a:cubicBezTo>
                      <a:cubicBezTo>
                        <a:pt x="939" y="1023"/>
                        <a:pt x="597" y="1049"/>
                        <a:pt x="338" y="1049"/>
                      </a:cubicBezTo>
                      <a:cubicBezTo>
                        <a:pt x="197" y="1049"/>
                        <a:pt x="81" y="1041"/>
                        <a:pt x="5" y="1034"/>
                      </a:cubicBezTo>
                      <a:cubicBezTo>
                        <a:pt x="13" y="655"/>
                        <a:pt x="21" y="383"/>
                        <a:pt x="25" y="354"/>
                      </a:cubicBezTo>
                      <a:lnTo>
                        <a:pt x="2535" y="9"/>
                      </a:lnTo>
                      <a:close/>
                      <a:moveTo>
                        <a:pt x="2539" y="0"/>
                      </a:moveTo>
                      <a:lnTo>
                        <a:pt x="21" y="351"/>
                      </a:lnTo>
                      <a:lnTo>
                        <a:pt x="18" y="351"/>
                      </a:lnTo>
                      <a:cubicBezTo>
                        <a:pt x="18" y="354"/>
                        <a:pt x="5" y="635"/>
                        <a:pt x="1" y="1038"/>
                      </a:cubicBezTo>
                      <a:lnTo>
                        <a:pt x="5" y="1038"/>
                      </a:lnTo>
                      <a:cubicBezTo>
                        <a:pt x="78" y="1046"/>
                        <a:pt x="196" y="1055"/>
                        <a:pt x="343" y="1055"/>
                      </a:cubicBezTo>
                      <a:cubicBezTo>
                        <a:pt x="603" y="1055"/>
                        <a:pt x="945" y="1030"/>
                        <a:pt x="1270" y="924"/>
                      </a:cubicBezTo>
                      <a:cubicBezTo>
                        <a:pt x="1787" y="762"/>
                        <a:pt x="2312" y="680"/>
                        <a:pt x="2515" y="655"/>
                      </a:cubicBezTo>
                      <a:lnTo>
                        <a:pt x="2539" y="5"/>
                      </a:lnTo>
                      <a:lnTo>
                        <a:pt x="2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6">
                  <a:extLst>
                    <a:ext uri="{FF2B5EF4-FFF2-40B4-BE49-F238E27FC236}">
                      <a16:creationId xmlns:a16="http://schemas.microsoft.com/office/drawing/2014/main" id="{1153787A-1634-6F00-6568-713350E1CD84}"/>
                    </a:ext>
                  </a:extLst>
                </p:cNvPr>
                <p:cNvSpPr/>
                <p:nvPr/>
              </p:nvSpPr>
              <p:spPr>
                <a:xfrm>
                  <a:off x="4973929" y="2173017"/>
                  <a:ext cx="251742" cy="104603"/>
                </a:xfrm>
                <a:custGeom>
                  <a:avLst/>
                  <a:gdLst/>
                  <a:ahLst/>
                  <a:cxnLst/>
                  <a:rect l="l" t="t" r="r" b="b"/>
                  <a:pathLst>
                    <a:path w="2539" h="1055" extrusionOk="0">
                      <a:moveTo>
                        <a:pt x="4" y="10"/>
                      </a:moveTo>
                      <a:lnTo>
                        <a:pt x="2514" y="355"/>
                      </a:lnTo>
                      <a:cubicBezTo>
                        <a:pt x="2514" y="384"/>
                        <a:pt x="2526" y="652"/>
                        <a:pt x="2535" y="1035"/>
                      </a:cubicBezTo>
                      <a:cubicBezTo>
                        <a:pt x="2459" y="1042"/>
                        <a:pt x="2344" y="1049"/>
                        <a:pt x="2204" y="1049"/>
                      </a:cubicBezTo>
                      <a:cubicBezTo>
                        <a:pt x="1944" y="1049"/>
                        <a:pt x="1600" y="1024"/>
                        <a:pt x="1269" y="921"/>
                      </a:cubicBezTo>
                      <a:cubicBezTo>
                        <a:pt x="753" y="758"/>
                        <a:pt x="232" y="677"/>
                        <a:pt x="28" y="648"/>
                      </a:cubicBezTo>
                      <a:lnTo>
                        <a:pt x="4" y="10"/>
                      </a:lnTo>
                      <a:close/>
                      <a:moveTo>
                        <a:pt x="0" y="1"/>
                      </a:moveTo>
                      <a:lnTo>
                        <a:pt x="25" y="652"/>
                      </a:lnTo>
                      <a:lnTo>
                        <a:pt x="25" y="656"/>
                      </a:lnTo>
                      <a:cubicBezTo>
                        <a:pt x="228" y="681"/>
                        <a:pt x="748" y="762"/>
                        <a:pt x="1269" y="925"/>
                      </a:cubicBezTo>
                      <a:cubicBezTo>
                        <a:pt x="1595" y="1030"/>
                        <a:pt x="1936" y="1054"/>
                        <a:pt x="2197" y="1054"/>
                      </a:cubicBezTo>
                      <a:cubicBezTo>
                        <a:pt x="2339" y="1054"/>
                        <a:pt x="2462" y="1047"/>
                        <a:pt x="2535" y="1039"/>
                      </a:cubicBezTo>
                      <a:lnTo>
                        <a:pt x="2539" y="1039"/>
                      </a:lnTo>
                      <a:cubicBezTo>
                        <a:pt x="2535" y="636"/>
                        <a:pt x="2522" y="355"/>
                        <a:pt x="2518" y="35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6">
                  <a:extLst>
                    <a:ext uri="{FF2B5EF4-FFF2-40B4-BE49-F238E27FC236}">
                      <a16:creationId xmlns:a16="http://schemas.microsoft.com/office/drawing/2014/main" id="{A4AA68AC-68D5-784E-1807-BAC9015273A7}"/>
                    </a:ext>
                  </a:extLst>
                </p:cNvPr>
                <p:cNvSpPr/>
                <p:nvPr/>
              </p:nvSpPr>
              <p:spPr>
                <a:xfrm>
                  <a:off x="4439414" y="3117811"/>
                  <a:ext cx="381232" cy="1321868"/>
                </a:xfrm>
                <a:custGeom>
                  <a:avLst/>
                  <a:gdLst/>
                  <a:ahLst/>
                  <a:cxnLst/>
                  <a:rect l="l" t="t" r="r" b="b"/>
                  <a:pathLst>
                    <a:path w="3845" h="13332" extrusionOk="0">
                      <a:moveTo>
                        <a:pt x="78" y="0"/>
                      </a:moveTo>
                      <a:cubicBezTo>
                        <a:pt x="78" y="0"/>
                        <a:pt x="70" y="1200"/>
                        <a:pt x="1" y="1452"/>
                      </a:cubicBezTo>
                      <a:lnTo>
                        <a:pt x="172" y="3181"/>
                      </a:lnTo>
                      <a:cubicBezTo>
                        <a:pt x="172" y="3181"/>
                        <a:pt x="183" y="3624"/>
                        <a:pt x="172" y="3701"/>
                      </a:cubicBezTo>
                      <a:cubicBezTo>
                        <a:pt x="155" y="3775"/>
                        <a:pt x="286" y="3872"/>
                        <a:pt x="286" y="3872"/>
                      </a:cubicBezTo>
                      <a:cubicBezTo>
                        <a:pt x="286" y="3872"/>
                        <a:pt x="838" y="9604"/>
                        <a:pt x="705" y="10487"/>
                      </a:cubicBezTo>
                      <a:cubicBezTo>
                        <a:pt x="566" y="11370"/>
                        <a:pt x="489" y="11459"/>
                        <a:pt x="489" y="11459"/>
                      </a:cubicBezTo>
                      <a:cubicBezTo>
                        <a:pt x="489" y="11459"/>
                        <a:pt x="754" y="12867"/>
                        <a:pt x="835" y="13132"/>
                      </a:cubicBezTo>
                      <a:cubicBezTo>
                        <a:pt x="867" y="13147"/>
                        <a:pt x="904" y="13160"/>
                        <a:pt x="940" y="13176"/>
                      </a:cubicBezTo>
                      <a:cubicBezTo>
                        <a:pt x="1280" y="13300"/>
                        <a:pt x="1712" y="13332"/>
                        <a:pt x="2063" y="13332"/>
                      </a:cubicBezTo>
                      <a:cubicBezTo>
                        <a:pt x="2426" y="13332"/>
                        <a:pt x="2702" y="13298"/>
                        <a:pt x="2702" y="13298"/>
                      </a:cubicBezTo>
                      <a:cubicBezTo>
                        <a:pt x="2702" y="13298"/>
                        <a:pt x="2791" y="13241"/>
                        <a:pt x="2922" y="13176"/>
                      </a:cubicBezTo>
                      <a:cubicBezTo>
                        <a:pt x="3076" y="13091"/>
                        <a:pt x="3292" y="12989"/>
                        <a:pt x="3454" y="12956"/>
                      </a:cubicBezTo>
                      <a:cubicBezTo>
                        <a:pt x="3589" y="12676"/>
                        <a:pt x="3190" y="11378"/>
                        <a:pt x="3190" y="11378"/>
                      </a:cubicBezTo>
                      <a:cubicBezTo>
                        <a:pt x="3190" y="11378"/>
                        <a:pt x="3499" y="7269"/>
                        <a:pt x="3837" y="6240"/>
                      </a:cubicBezTo>
                      <a:lnTo>
                        <a:pt x="3711" y="5333"/>
                      </a:lnTo>
                      <a:lnTo>
                        <a:pt x="3825" y="928"/>
                      </a:lnTo>
                      <a:lnTo>
                        <a:pt x="3833" y="825"/>
                      </a:lnTo>
                      <a:lnTo>
                        <a:pt x="3845" y="667"/>
                      </a:lnTo>
                      <a:lnTo>
                        <a:pt x="3845" y="667"/>
                      </a:lnTo>
                      <a:cubicBezTo>
                        <a:pt x="3801" y="671"/>
                        <a:pt x="3776" y="671"/>
                        <a:pt x="3776" y="671"/>
                      </a:cubicBezTo>
                      <a:lnTo>
                        <a:pt x="3735" y="256"/>
                      </a:lnTo>
                      <a:cubicBezTo>
                        <a:pt x="3735" y="256"/>
                        <a:pt x="3674" y="256"/>
                        <a:pt x="3561" y="260"/>
                      </a:cubicBezTo>
                      <a:cubicBezTo>
                        <a:pt x="3440" y="263"/>
                        <a:pt x="3263" y="265"/>
                        <a:pt x="3047" y="265"/>
                      </a:cubicBezTo>
                      <a:cubicBezTo>
                        <a:pt x="2274" y="265"/>
                        <a:pt x="1010" y="228"/>
                        <a:pt x="135" y="12"/>
                      </a:cubicBezTo>
                      <a:cubicBezTo>
                        <a:pt x="131" y="12"/>
                        <a:pt x="123" y="12"/>
                        <a:pt x="119" y="8"/>
                      </a:cubicBezTo>
                      <a:cubicBezTo>
                        <a:pt x="106" y="8"/>
                        <a:pt x="91" y="4"/>
                        <a:pt x="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6">
                  <a:extLst>
                    <a:ext uri="{FF2B5EF4-FFF2-40B4-BE49-F238E27FC236}">
                      <a16:creationId xmlns:a16="http://schemas.microsoft.com/office/drawing/2014/main" id="{BC151A5A-AB9B-74A5-FCA9-62658D205D52}"/>
                    </a:ext>
                  </a:extLst>
                </p:cNvPr>
                <p:cNvSpPr/>
                <p:nvPr/>
              </p:nvSpPr>
              <p:spPr>
                <a:xfrm>
                  <a:off x="4479768" y="4424102"/>
                  <a:ext cx="235680" cy="227648"/>
                </a:xfrm>
                <a:custGeom>
                  <a:avLst/>
                  <a:gdLst/>
                  <a:ahLst/>
                  <a:cxnLst/>
                  <a:rect l="l" t="t" r="r" b="b"/>
                  <a:pathLst>
                    <a:path w="2377" h="2296" extrusionOk="0">
                      <a:moveTo>
                        <a:pt x="533" y="1"/>
                      </a:moveTo>
                      <a:cubicBezTo>
                        <a:pt x="525" y="14"/>
                        <a:pt x="86" y="851"/>
                        <a:pt x="45" y="1132"/>
                      </a:cubicBezTo>
                      <a:cubicBezTo>
                        <a:pt x="1" y="1417"/>
                        <a:pt x="1009" y="2295"/>
                        <a:pt x="1009" y="2295"/>
                      </a:cubicBezTo>
                      <a:cubicBezTo>
                        <a:pt x="1009" y="2295"/>
                        <a:pt x="2087" y="1950"/>
                        <a:pt x="2234" y="1673"/>
                      </a:cubicBezTo>
                      <a:cubicBezTo>
                        <a:pt x="2376" y="1397"/>
                        <a:pt x="2295" y="123"/>
                        <a:pt x="2295" y="123"/>
                      </a:cubicBezTo>
                      <a:lnTo>
                        <a:pt x="2295" y="123"/>
                      </a:lnTo>
                      <a:cubicBezTo>
                        <a:pt x="2295" y="123"/>
                        <a:pt x="2019" y="157"/>
                        <a:pt x="1656" y="157"/>
                      </a:cubicBezTo>
                      <a:cubicBezTo>
                        <a:pt x="1305" y="157"/>
                        <a:pt x="873" y="125"/>
                        <a:pt x="5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6">
                  <a:extLst>
                    <a:ext uri="{FF2B5EF4-FFF2-40B4-BE49-F238E27FC236}">
                      <a16:creationId xmlns:a16="http://schemas.microsoft.com/office/drawing/2014/main" id="{7E63B9E0-9D07-D20E-77C4-EDC0E5925699}"/>
                    </a:ext>
                  </a:extLst>
                </p:cNvPr>
                <p:cNvSpPr/>
                <p:nvPr/>
              </p:nvSpPr>
              <p:spPr>
                <a:xfrm>
                  <a:off x="4952910" y="3152811"/>
                  <a:ext cx="384504" cy="1299262"/>
                </a:xfrm>
                <a:custGeom>
                  <a:avLst/>
                  <a:gdLst/>
                  <a:ahLst/>
                  <a:cxnLst/>
                  <a:rect l="l" t="t" r="r" b="b"/>
                  <a:pathLst>
                    <a:path w="3878" h="13104" extrusionOk="0">
                      <a:moveTo>
                        <a:pt x="3410" y="0"/>
                      </a:moveTo>
                      <a:cubicBezTo>
                        <a:pt x="3333" y="41"/>
                        <a:pt x="2986" y="82"/>
                        <a:pt x="2514" y="119"/>
                      </a:cubicBezTo>
                      <a:cubicBezTo>
                        <a:pt x="2405" y="126"/>
                        <a:pt x="2283" y="135"/>
                        <a:pt x="2161" y="143"/>
                      </a:cubicBezTo>
                      <a:cubicBezTo>
                        <a:pt x="1497" y="192"/>
                        <a:pt x="684" y="228"/>
                        <a:pt x="0" y="261"/>
                      </a:cubicBezTo>
                      <a:cubicBezTo>
                        <a:pt x="0" y="261"/>
                        <a:pt x="199" y="1786"/>
                        <a:pt x="0" y="3027"/>
                      </a:cubicBezTo>
                      <a:cubicBezTo>
                        <a:pt x="297" y="3703"/>
                        <a:pt x="521" y="3759"/>
                        <a:pt x="521" y="3943"/>
                      </a:cubicBezTo>
                      <a:cubicBezTo>
                        <a:pt x="521" y="4126"/>
                        <a:pt x="143" y="4829"/>
                        <a:pt x="155" y="5070"/>
                      </a:cubicBezTo>
                      <a:cubicBezTo>
                        <a:pt x="167" y="5248"/>
                        <a:pt x="623" y="8971"/>
                        <a:pt x="851" y="10834"/>
                      </a:cubicBezTo>
                      <a:cubicBezTo>
                        <a:pt x="924" y="11436"/>
                        <a:pt x="973" y="11843"/>
                        <a:pt x="981" y="11880"/>
                      </a:cubicBezTo>
                      <a:lnTo>
                        <a:pt x="981" y="11884"/>
                      </a:lnTo>
                      <a:cubicBezTo>
                        <a:pt x="981" y="11884"/>
                        <a:pt x="847" y="11908"/>
                        <a:pt x="830" y="11957"/>
                      </a:cubicBezTo>
                      <a:cubicBezTo>
                        <a:pt x="826" y="11969"/>
                        <a:pt x="834" y="12038"/>
                        <a:pt x="855" y="12132"/>
                      </a:cubicBezTo>
                      <a:cubicBezTo>
                        <a:pt x="911" y="12417"/>
                        <a:pt x="1033" y="12945"/>
                        <a:pt x="1033" y="12945"/>
                      </a:cubicBezTo>
                      <a:cubicBezTo>
                        <a:pt x="1033" y="12945"/>
                        <a:pt x="1225" y="12974"/>
                        <a:pt x="1489" y="13006"/>
                      </a:cubicBezTo>
                      <a:cubicBezTo>
                        <a:pt x="1839" y="13051"/>
                        <a:pt x="2327" y="13104"/>
                        <a:pt x="2689" y="13104"/>
                      </a:cubicBezTo>
                      <a:cubicBezTo>
                        <a:pt x="2909" y="13002"/>
                        <a:pt x="3080" y="12925"/>
                        <a:pt x="3211" y="12864"/>
                      </a:cubicBezTo>
                      <a:cubicBezTo>
                        <a:pt x="3547" y="12706"/>
                        <a:pt x="3621" y="12657"/>
                        <a:pt x="3621" y="12657"/>
                      </a:cubicBezTo>
                      <a:lnTo>
                        <a:pt x="3621" y="11818"/>
                      </a:lnTo>
                      <a:lnTo>
                        <a:pt x="3442" y="11636"/>
                      </a:lnTo>
                      <a:cubicBezTo>
                        <a:pt x="3442" y="11636"/>
                        <a:pt x="3588" y="7901"/>
                        <a:pt x="3877" y="6473"/>
                      </a:cubicBezTo>
                      <a:cubicBezTo>
                        <a:pt x="3483" y="5688"/>
                        <a:pt x="3459" y="5643"/>
                        <a:pt x="3459" y="5643"/>
                      </a:cubicBezTo>
                      <a:cubicBezTo>
                        <a:pt x="3459" y="5643"/>
                        <a:pt x="3588" y="1144"/>
                        <a:pt x="3609" y="729"/>
                      </a:cubicBezTo>
                      <a:cubicBezTo>
                        <a:pt x="3425" y="179"/>
                        <a:pt x="3410" y="0"/>
                        <a:pt x="3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6">
                  <a:extLst>
                    <a:ext uri="{FF2B5EF4-FFF2-40B4-BE49-F238E27FC236}">
                      <a16:creationId xmlns:a16="http://schemas.microsoft.com/office/drawing/2014/main" id="{9062CDBB-7163-8A30-75A9-30C6EF985353}"/>
                    </a:ext>
                  </a:extLst>
                </p:cNvPr>
                <p:cNvSpPr/>
                <p:nvPr/>
              </p:nvSpPr>
              <p:spPr>
                <a:xfrm>
                  <a:off x="5097668" y="4428168"/>
                  <a:ext cx="239745" cy="232507"/>
                </a:xfrm>
                <a:custGeom>
                  <a:avLst/>
                  <a:gdLst/>
                  <a:ahLst/>
                  <a:cxnLst/>
                  <a:rect l="l" t="t" r="r" b="b"/>
                  <a:pathLst>
                    <a:path w="2418" h="2345" extrusionOk="0">
                      <a:moveTo>
                        <a:pt x="1751" y="1"/>
                      </a:moveTo>
                      <a:cubicBezTo>
                        <a:pt x="1620" y="62"/>
                        <a:pt x="1449" y="139"/>
                        <a:pt x="1229" y="241"/>
                      </a:cubicBezTo>
                      <a:cubicBezTo>
                        <a:pt x="867" y="241"/>
                        <a:pt x="379" y="188"/>
                        <a:pt x="29" y="143"/>
                      </a:cubicBezTo>
                      <a:lnTo>
                        <a:pt x="29" y="143"/>
                      </a:lnTo>
                      <a:cubicBezTo>
                        <a:pt x="29" y="143"/>
                        <a:pt x="1" y="819"/>
                        <a:pt x="78" y="1783"/>
                      </a:cubicBezTo>
                      <a:lnTo>
                        <a:pt x="1339" y="2344"/>
                      </a:lnTo>
                      <a:cubicBezTo>
                        <a:pt x="1339" y="2344"/>
                        <a:pt x="2173" y="1888"/>
                        <a:pt x="2417" y="1449"/>
                      </a:cubicBezTo>
                      <a:cubicBezTo>
                        <a:pt x="2132" y="741"/>
                        <a:pt x="1892" y="261"/>
                        <a:pt x="1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6">
                  <a:extLst>
                    <a:ext uri="{FF2B5EF4-FFF2-40B4-BE49-F238E27FC236}">
                      <a16:creationId xmlns:a16="http://schemas.microsoft.com/office/drawing/2014/main" id="{88CF4BF0-29BF-A708-55E4-0243E9937E92}"/>
                    </a:ext>
                  </a:extLst>
                </p:cNvPr>
                <p:cNvSpPr/>
                <p:nvPr/>
              </p:nvSpPr>
              <p:spPr>
                <a:xfrm>
                  <a:off x="5080019" y="1757186"/>
                  <a:ext cx="327195" cy="342563"/>
                </a:xfrm>
                <a:custGeom>
                  <a:avLst/>
                  <a:gdLst/>
                  <a:ahLst/>
                  <a:cxnLst/>
                  <a:rect l="l" t="t" r="r" b="b"/>
                  <a:pathLst>
                    <a:path w="3300" h="3455" extrusionOk="0">
                      <a:moveTo>
                        <a:pt x="0" y="1"/>
                      </a:moveTo>
                      <a:lnTo>
                        <a:pt x="0" y="1"/>
                      </a:lnTo>
                      <a:cubicBezTo>
                        <a:pt x="36" y="9"/>
                        <a:pt x="65" y="70"/>
                        <a:pt x="89" y="164"/>
                      </a:cubicBezTo>
                      <a:cubicBezTo>
                        <a:pt x="142" y="363"/>
                        <a:pt x="179" y="701"/>
                        <a:pt x="232" y="1001"/>
                      </a:cubicBezTo>
                      <a:cubicBezTo>
                        <a:pt x="248" y="1095"/>
                        <a:pt x="273" y="1254"/>
                        <a:pt x="305" y="1441"/>
                      </a:cubicBezTo>
                      <a:cubicBezTo>
                        <a:pt x="427" y="2186"/>
                        <a:pt x="618" y="3447"/>
                        <a:pt x="464" y="3447"/>
                      </a:cubicBezTo>
                      <a:lnTo>
                        <a:pt x="459" y="3447"/>
                      </a:lnTo>
                      <a:cubicBezTo>
                        <a:pt x="470" y="3451"/>
                        <a:pt x="482" y="3454"/>
                        <a:pt x="493" y="3454"/>
                      </a:cubicBezTo>
                      <a:cubicBezTo>
                        <a:pt x="502" y="3454"/>
                        <a:pt x="511" y="3452"/>
                        <a:pt x="521" y="3447"/>
                      </a:cubicBezTo>
                      <a:cubicBezTo>
                        <a:pt x="639" y="3353"/>
                        <a:pt x="3299" y="2373"/>
                        <a:pt x="3299" y="2373"/>
                      </a:cubicBezTo>
                      <a:cubicBezTo>
                        <a:pt x="3299" y="2373"/>
                        <a:pt x="2807" y="534"/>
                        <a:pt x="2058" y="42"/>
                      </a:cubicBezTo>
                      <a:cubicBezTo>
                        <a:pt x="2030" y="49"/>
                        <a:pt x="1997" y="54"/>
                        <a:pt x="1965" y="58"/>
                      </a:cubicBezTo>
                      <a:cubicBezTo>
                        <a:pt x="1859" y="70"/>
                        <a:pt x="1741" y="79"/>
                        <a:pt x="1611" y="83"/>
                      </a:cubicBezTo>
                      <a:cubicBezTo>
                        <a:pt x="1547" y="85"/>
                        <a:pt x="1480" y="85"/>
                        <a:pt x="1412" y="85"/>
                      </a:cubicBezTo>
                      <a:cubicBezTo>
                        <a:pt x="790" y="85"/>
                        <a:pt x="77" y="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6">
                  <a:extLst>
                    <a:ext uri="{FF2B5EF4-FFF2-40B4-BE49-F238E27FC236}">
                      <a16:creationId xmlns:a16="http://schemas.microsoft.com/office/drawing/2014/main" id="{35FE52D4-5FF7-4F81-F018-84C87CEA5FA3}"/>
                    </a:ext>
                  </a:extLst>
                </p:cNvPr>
                <p:cNvSpPr/>
                <p:nvPr/>
              </p:nvSpPr>
              <p:spPr>
                <a:xfrm>
                  <a:off x="4897187" y="1622541"/>
                  <a:ext cx="140496" cy="37181"/>
                </a:xfrm>
                <a:custGeom>
                  <a:avLst/>
                  <a:gdLst/>
                  <a:ahLst/>
                  <a:cxnLst/>
                  <a:rect l="l" t="t" r="r" b="b"/>
                  <a:pathLst>
                    <a:path w="1417" h="375" extrusionOk="0">
                      <a:moveTo>
                        <a:pt x="1388" y="0"/>
                      </a:moveTo>
                      <a:lnTo>
                        <a:pt x="1" y="256"/>
                      </a:lnTo>
                      <a:lnTo>
                        <a:pt x="25" y="374"/>
                      </a:lnTo>
                      <a:lnTo>
                        <a:pt x="1417" y="110"/>
                      </a:lnTo>
                      <a:lnTo>
                        <a:pt x="13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6">
                  <a:extLst>
                    <a:ext uri="{FF2B5EF4-FFF2-40B4-BE49-F238E27FC236}">
                      <a16:creationId xmlns:a16="http://schemas.microsoft.com/office/drawing/2014/main" id="{264544B4-189D-0042-4AF6-6DC9FA13BA23}"/>
                    </a:ext>
                  </a:extLst>
                </p:cNvPr>
                <p:cNvSpPr/>
                <p:nvPr/>
              </p:nvSpPr>
              <p:spPr>
                <a:xfrm>
                  <a:off x="4790007" y="1761449"/>
                  <a:ext cx="320254" cy="176487"/>
                </a:xfrm>
                <a:custGeom>
                  <a:avLst/>
                  <a:gdLst/>
                  <a:ahLst/>
                  <a:cxnLst/>
                  <a:rect l="l" t="t" r="r" b="b"/>
                  <a:pathLst>
                    <a:path w="3230" h="1780" extrusionOk="0">
                      <a:moveTo>
                        <a:pt x="1205" y="1"/>
                      </a:moveTo>
                      <a:cubicBezTo>
                        <a:pt x="1169" y="1"/>
                        <a:pt x="1136" y="1"/>
                        <a:pt x="1106" y="2"/>
                      </a:cubicBezTo>
                      <a:cubicBezTo>
                        <a:pt x="1025" y="19"/>
                        <a:pt x="943" y="36"/>
                        <a:pt x="870" y="51"/>
                      </a:cubicBezTo>
                      <a:cubicBezTo>
                        <a:pt x="297" y="182"/>
                        <a:pt x="0" y="284"/>
                        <a:pt x="0" y="284"/>
                      </a:cubicBezTo>
                      <a:lnTo>
                        <a:pt x="8" y="304"/>
                      </a:lnTo>
                      <a:lnTo>
                        <a:pt x="65" y="535"/>
                      </a:lnTo>
                      <a:lnTo>
                        <a:pt x="240" y="584"/>
                      </a:lnTo>
                      <a:lnTo>
                        <a:pt x="240" y="967"/>
                      </a:lnTo>
                      <a:lnTo>
                        <a:pt x="342" y="1024"/>
                      </a:lnTo>
                      <a:lnTo>
                        <a:pt x="354" y="1313"/>
                      </a:lnTo>
                      <a:lnTo>
                        <a:pt x="460" y="1406"/>
                      </a:lnTo>
                      <a:lnTo>
                        <a:pt x="443" y="1593"/>
                      </a:lnTo>
                      <a:lnTo>
                        <a:pt x="541" y="1739"/>
                      </a:lnTo>
                      <a:cubicBezTo>
                        <a:pt x="541" y="1739"/>
                        <a:pt x="1096" y="1780"/>
                        <a:pt x="1337" y="1780"/>
                      </a:cubicBezTo>
                      <a:cubicBezTo>
                        <a:pt x="1375" y="1780"/>
                        <a:pt x="1405" y="1779"/>
                        <a:pt x="1424" y="1776"/>
                      </a:cubicBezTo>
                      <a:cubicBezTo>
                        <a:pt x="1821" y="1612"/>
                        <a:pt x="2308" y="1377"/>
                        <a:pt x="2916" y="1377"/>
                      </a:cubicBezTo>
                      <a:cubicBezTo>
                        <a:pt x="3017" y="1377"/>
                        <a:pt x="3122" y="1383"/>
                        <a:pt x="3230" y="1398"/>
                      </a:cubicBezTo>
                      <a:cubicBezTo>
                        <a:pt x="3198" y="1211"/>
                        <a:pt x="3173" y="1052"/>
                        <a:pt x="3157" y="958"/>
                      </a:cubicBezTo>
                      <a:cubicBezTo>
                        <a:pt x="3104" y="658"/>
                        <a:pt x="3067" y="320"/>
                        <a:pt x="3014" y="121"/>
                      </a:cubicBezTo>
                      <a:cubicBezTo>
                        <a:pt x="2941" y="117"/>
                        <a:pt x="2832" y="104"/>
                        <a:pt x="2701" y="92"/>
                      </a:cubicBezTo>
                      <a:cubicBezTo>
                        <a:pt x="2266" y="55"/>
                        <a:pt x="1586" y="1"/>
                        <a:pt x="1205"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6">
                  <a:extLst>
                    <a:ext uri="{FF2B5EF4-FFF2-40B4-BE49-F238E27FC236}">
                      <a16:creationId xmlns:a16="http://schemas.microsoft.com/office/drawing/2014/main" id="{07D7BEBE-8A41-8DFD-47AD-A2AF4CA251CF}"/>
                    </a:ext>
                  </a:extLst>
                </p:cNvPr>
                <p:cNvSpPr/>
                <p:nvPr/>
              </p:nvSpPr>
              <p:spPr>
                <a:xfrm>
                  <a:off x="4702458" y="950507"/>
                  <a:ext cx="199688" cy="138810"/>
                </a:xfrm>
                <a:custGeom>
                  <a:avLst/>
                  <a:gdLst/>
                  <a:ahLst/>
                  <a:cxnLst/>
                  <a:rect l="l" t="t" r="r" b="b"/>
                  <a:pathLst>
                    <a:path w="2014" h="1400" extrusionOk="0">
                      <a:moveTo>
                        <a:pt x="20" y="1"/>
                      </a:moveTo>
                      <a:lnTo>
                        <a:pt x="1" y="1225"/>
                      </a:lnTo>
                      <a:lnTo>
                        <a:pt x="602" y="1400"/>
                      </a:lnTo>
                      <a:lnTo>
                        <a:pt x="639" y="1180"/>
                      </a:lnTo>
                      <a:lnTo>
                        <a:pt x="1522" y="1180"/>
                      </a:lnTo>
                      <a:lnTo>
                        <a:pt x="2014" y="355"/>
                      </a:lnTo>
                      <a:lnTo>
                        <a:pt x="1436" y="1038"/>
                      </a:lnTo>
                      <a:lnTo>
                        <a:pt x="545" y="883"/>
                      </a:lnTo>
                      <a:cubicBezTo>
                        <a:pt x="545" y="883"/>
                        <a:pt x="285" y="526"/>
                        <a:pt x="20"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6">
                  <a:extLst>
                    <a:ext uri="{FF2B5EF4-FFF2-40B4-BE49-F238E27FC236}">
                      <a16:creationId xmlns:a16="http://schemas.microsoft.com/office/drawing/2014/main" id="{60F9FC2C-48E3-D179-003D-AF1D6039CB80}"/>
                    </a:ext>
                  </a:extLst>
                </p:cNvPr>
                <p:cNvSpPr/>
                <p:nvPr/>
              </p:nvSpPr>
              <p:spPr>
                <a:xfrm>
                  <a:off x="4941606" y="765792"/>
                  <a:ext cx="7337" cy="13782"/>
                </a:xfrm>
                <a:custGeom>
                  <a:avLst/>
                  <a:gdLst/>
                  <a:ahLst/>
                  <a:cxnLst/>
                  <a:rect l="l" t="t" r="r" b="b"/>
                  <a:pathLst>
                    <a:path w="74" h="139" extrusionOk="0">
                      <a:moveTo>
                        <a:pt x="0" y="1"/>
                      </a:moveTo>
                      <a:lnTo>
                        <a:pt x="0" y="1"/>
                      </a:lnTo>
                      <a:cubicBezTo>
                        <a:pt x="5" y="5"/>
                        <a:pt x="9" y="12"/>
                        <a:pt x="13" y="16"/>
                      </a:cubicBezTo>
                      <a:cubicBezTo>
                        <a:pt x="17" y="25"/>
                        <a:pt x="21" y="29"/>
                        <a:pt x="21" y="33"/>
                      </a:cubicBezTo>
                      <a:cubicBezTo>
                        <a:pt x="29" y="46"/>
                        <a:pt x="33" y="57"/>
                        <a:pt x="41" y="70"/>
                      </a:cubicBezTo>
                      <a:cubicBezTo>
                        <a:pt x="45" y="82"/>
                        <a:pt x="54" y="94"/>
                        <a:pt x="58" y="106"/>
                      </a:cubicBezTo>
                      <a:cubicBezTo>
                        <a:pt x="62" y="110"/>
                        <a:pt x="65" y="119"/>
                        <a:pt x="69" y="127"/>
                      </a:cubicBezTo>
                      <a:cubicBezTo>
                        <a:pt x="69" y="131"/>
                        <a:pt x="73" y="135"/>
                        <a:pt x="73" y="138"/>
                      </a:cubicBezTo>
                      <a:cubicBezTo>
                        <a:pt x="73" y="135"/>
                        <a:pt x="69" y="131"/>
                        <a:pt x="69" y="127"/>
                      </a:cubicBezTo>
                      <a:cubicBezTo>
                        <a:pt x="65" y="119"/>
                        <a:pt x="62" y="110"/>
                        <a:pt x="58" y="106"/>
                      </a:cubicBezTo>
                      <a:cubicBezTo>
                        <a:pt x="54" y="94"/>
                        <a:pt x="45" y="82"/>
                        <a:pt x="41" y="70"/>
                      </a:cubicBezTo>
                      <a:cubicBezTo>
                        <a:pt x="33" y="57"/>
                        <a:pt x="29" y="46"/>
                        <a:pt x="21" y="33"/>
                      </a:cubicBezTo>
                      <a:cubicBezTo>
                        <a:pt x="21" y="29"/>
                        <a:pt x="17" y="25"/>
                        <a:pt x="13" y="16"/>
                      </a:cubicBezTo>
                      <a:cubicBezTo>
                        <a:pt x="9" y="12"/>
                        <a:pt x="5" y="5"/>
                        <a:pt x="0" y="1"/>
                      </a:cubicBezTo>
                      <a:close/>
                    </a:path>
                  </a:pathLst>
                </a:custGeom>
                <a:solidFill>
                  <a:srgbClr val="FFCC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6">
                  <a:extLst>
                    <a:ext uri="{FF2B5EF4-FFF2-40B4-BE49-F238E27FC236}">
                      <a16:creationId xmlns:a16="http://schemas.microsoft.com/office/drawing/2014/main" id="{76FF24AD-D03A-B9A7-B357-FA13DA58124E}"/>
                    </a:ext>
                  </a:extLst>
                </p:cNvPr>
                <p:cNvSpPr/>
                <p:nvPr/>
              </p:nvSpPr>
              <p:spPr>
                <a:xfrm>
                  <a:off x="4687982" y="699561"/>
                  <a:ext cx="264631" cy="347124"/>
                </a:xfrm>
                <a:custGeom>
                  <a:avLst/>
                  <a:gdLst/>
                  <a:ahLst/>
                  <a:cxnLst/>
                  <a:rect l="l" t="t" r="r" b="b"/>
                  <a:pathLst>
                    <a:path w="2669" h="3501" extrusionOk="0">
                      <a:moveTo>
                        <a:pt x="357" y="958"/>
                      </a:moveTo>
                      <a:lnTo>
                        <a:pt x="357" y="958"/>
                      </a:lnTo>
                      <a:cubicBezTo>
                        <a:pt x="337" y="958"/>
                        <a:pt x="317" y="962"/>
                        <a:pt x="301" y="962"/>
                      </a:cubicBezTo>
                      <a:cubicBezTo>
                        <a:pt x="321" y="962"/>
                        <a:pt x="337" y="958"/>
                        <a:pt x="357" y="958"/>
                      </a:cubicBezTo>
                      <a:close/>
                      <a:moveTo>
                        <a:pt x="391" y="868"/>
                      </a:moveTo>
                      <a:cubicBezTo>
                        <a:pt x="532" y="880"/>
                        <a:pt x="650" y="900"/>
                        <a:pt x="740" y="925"/>
                      </a:cubicBezTo>
                      <a:cubicBezTo>
                        <a:pt x="1005" y="998"/>
                        <a:pt x="1074" y="1095"/>
                        <a:pt x="1074" y="1095"/>
                      </a:cubicBezTo>
                      <a:cubicBezTo>
                        <a:pt x="1074" y="1095"/>
                        <a:pt x="1110" y="1084"/>
                        <a:pt x="1106" y="1014"/>
                      </a:cubicBezTo>
                      <a:lnTo>
                        <a:pt x="1106" y="1014"/>
                      </a:lnTo>
                      <a:cubicBezTo>
                        <a:pt x="1106" y="1014"/>
                        <a:pt x="1151" y="1059"/>
                        <a:pt x="1098" y="1173"/>
                      </a:cubicBezTo>
                      <a:cubicBezTo>
                        <a:pt x="1094" y="1177"/>
                        <a:pt x="1094" y="1181"/>
                        <a:pt x="1090" y="1189"/>
                      </a:cubicBezTo>
                      <a:cubicBezTo>
                        <a:pt x="1086" y="1197"/>
                        <a:pt x="1082" y="1206"/>
                        <a:pt x="1074" y="1214"/>
                      </a:cubicBezTo>
                      <a:cubicBezTo>
                        <a:pt x="890" y="977"/>
                        <a:pt x="357" y="962"/>
                        <a:pt x="301" y="962"/>
                      </a:cubicBezTo>
                      <a:lnTo>
                        <a:pt x="297" y="962"/>
                      </a:lnTo>
                      <a:cubicBezTo>
                        <a:pt x="269" y="962"/>
                        <a:pt x="248" y="962"/>
                        <a:pt x="231" y="966"/>
                      </a:cubicBezTo>
                      <a:cubicBezTo>
                        <a:pt x="228" y="966"/>
                        <a:pt x="224" y="958"/>
                        <a:pt x="224" y="953"/>
                      </a:cubicBezTo>
                      <a:lnTo>
                        <a:pt x="224" y="949"/>
                      </a:lnTo>
                      <a:cubicBezTo>
                        <a:pt x="244" y="921"/>
                        <a:pt x="272" y="896"/>
                        <a:pt x="305" y="885"/>
                      </a:cubicBezTo>
                      <a:cubicBezTo>
                        <a:pt x="329" y="872"/>
                        <a:pt x="350" y="868"/>
                        <a:pt x="374" y="868"/>
                      </a:cubicBezTo>
                      <a:close/>
                      <a:moveTo>
                        <a:pt x="398" y="1039"/>
                      </a:moveTo>
                      <a:lnTo>
                        <a:pt x="776" y="1185"/>
                      </a:lnTo>
                      <a:lnTo>
                        <a:pt x="960" y="1173"/>
                      </a:lnTo>
                      <a:lnTo>
                        <a:pt x="781" y="1246"/>
                      </a:lnTo>
                      <a:lnTo>
                        <a:pt x="398" y="1039"/>
                      </a:lnTo>
                      <a:close/>
                      <a:moveTo>
                        <a:pt x="817" y="1"/>
                      </a:moveTo>
                      <a:cubicBezTo>
                        <a:pt x="565" y="1"/>
                        <a:pt x="269" y="119"/>
                        <a:pt x="162" y="632"/>
                      </a:cubicBezTo>
                      <a:cubicBezTo>
                        <a:pt x="158" y="665"/>
                        <a:pt x="154" y="701"/>
                        <a:pt x="147" y="742"/>
                      </a:cubicBezTo>
                      <a:cubicBezTo>
                        <a:pt x="147" y="750"/>
                        <a:pt x="142" y="758"/>
                        <a:pt x="142" y="766"/>
                      </a:cubicBezTo>
                      <a:cubicBezTo>
                        <a:pt x="142" y="774"/>
                        <a:pt x="138" y="787"/>
                        <a:pt x="138" y="799"/>
                      </a:cubicBezTo>
                      <a:cubicBezTo>
                        <a:pt x="138" y="799"/>
                        <a:pt x="44" y="1413"/>
                        <a:pt x="16" y="1604"/>
                      </a:cubicBezTo>
                      <a:lnTo>
                        <a:pt x="16" y="1625"/>
                      </a:lnTo>
                      <a:cubicBezTo>
                        <a:pt x="4" y="1694"/>
                        <a:pt x="0" y="1767"/>
                        <a:pt x="0" y="1840"/>
                      </a:cubicBezTo>
                      <a:cubicBezTo>
                        <a:pt x="0" y="2081"/>
                        <a:pt x="53" y="2316"/>
                        <a:pt x="162" y="2528"/>
                      </a:cubicBezTo>
                      <a:cubicBezTo>
                        <a:pt x="162" y="2532"/>
                        <a:pt x="162" y="2532"/>
                        <a:pt x="166" y="2532"/>
                      </a:cubicBezTo>
                      <a:lnTo>
                        <a:pt x="166" y="2539"/>
                      </a:lnTo>
                      <a:cubicBezTo>
                        <a:pt x="171" y="2539"/>
                        <a:pt x="171" y="2544"/>
                        <a:pt x="171" y="2544"/>
                      </a:cubicBezTo>
                      <a:lnTo>
                        <a:pt x="171" y="2548"/>
                      </a:lnTo>
                      <a:lnTo>
                        <a:pt x="175" y="2548"/>
                      </a:lnTo>
                      <a:cubicBezTo>
                        <a:pt x="435" y="3065"/>
                        <a:pt x="691" y="3414"/>
                        <a:pt x="691" y="3414"/>
                      </a:cubicBezTo>
                      <a:lnTo>
                        <a:pt x="1183" y="3500"/>
                      </a:lnTo>
                      <a:lnTo>
                        <a:pt x="1232" y="2984"/>
                      </a:lnTo>
                      <a:lnTo>
                        <a:pt x="1183" y="2129"/>
                      </a:lnTo>
                      <a:lnTo>
                        <a:pt x="1240" y="2129"/>
                      </a:lnTo>
                      <a:lnTo>
                        <a:pt x="1334" y="1217"/>
                      </a:lnTo>
                      <a:lnTo>
                        <a:pt x="1383" y="1161"/>
                      </a:lnTo>
                      <a:lnTo>
                        <a:pt x="1204" y="188"/>
                      </a:lnTo>
                      <a:cubicBezTo>
                        <a:pt x="1346" y="140"/>
                        <a:pt x="1472" y="115"/>
                        <a:pt x="1594" y="115"/>
                      </a:cubicBezTo>
                      <a:cubicBezTo>
                        <a:pt x="2278" y="115"/>
                        <a:pt x="2640" y="823"/>
                        <a:pt x="2668" y="888"/>
                      </a:cubicBezTo>
                      <a:cubicBezTo>
                        <a:pt x="2668" y="885"/>
                        <a:pt x="2664" y="880"/>
                        <a:pt x="2664" y="876"/>
                      </a:cubicBezTo>
                      <a:cubicBezTo>
                        <a:pt x="2661" y="864"/>
                        <a:pt x="2652" y="851"/>
                        <a:pt x="2648" y="840"/>
                      </a:cubicBezTo>
                      <a:cubicBezTo>
                        <a:pt x="2648" y="836"/>
                        <a:pt x="2644" y="831"/>
                        <a:pt x="2640" y="823"/>
                      </a:cubicBezTo>
                      <a:cubicBezTo>
                        <a:pt x="2640" y="819"/>
                        <a:pt x="2636" y="811"/>
                        <a:pt x="2631" y="806"/>
                      </a:cubicBezTo>
                      <a:cubicBezTo>
                        <a:pt x="2631" y="803"/>
                        <a:pt x="2627" y="799"/>
                        <a:pt x="2627" y="795"/>
                      </a:cubicBezTo>
                      <a:cubicBezTo>
                        <a:pt x="2623" y="787"/>
                        <a:pt x="2620" y="778"/>
                        <a:pt x="2616" y="774"/>
                      </a:cubicBezTo>
                      <a:cubicBezTo>
                        <a:pt x="2612" y="762"/>
                        <a:pt x="2603" y="750"/>
                        <a:pt x="2599" y="738"/>
                      </a:cubicBezTo>
                      <a:cubicBezTo>
                        <a:pt x="2591" y="725"/>
                        <a:pt x="2587" y="714"/>
                        <a:pt x="2579" y="701"/>
                      </a:cubicBezTo>
                      <a:cubicBezTo>
                        <a:pt x="2579" y="697"/>
                        <a:pt x="2575" y="693"/>
                        <a:pt x="2571" y="684"/>
                      </a:cubicBezTo>
                      <a:cubicBezTo>
                        <a:pt x="2567" y="680"/>
                        <a:pt x="2563" y="673"/>
                        <a:pt x="2558" y="669"/>
                      </a:cubicBezTo>
                      <a:cubicBezTo>
                        <a:pt x="2554" y="656"/>
                        <a:pt x="2546" y="644"/>
                        <a:pt x="2542" y="636"/>
                      </a:cubicBezTo>
                      <a:cubicBezTo>
                        <a:pt x="2539" y="632"/>
                        <a:pt x="2539" y="632"/>
                        <a:pt x="2539" y="628"/>
                      </a:cubicBezTo>
                      <a:cubicBezTo>
                        <a:pt x="2534" y="620"/>
                        <a:pt x="2526" y="611"/>
                        <a:pt x="2522" y="603"/>
                      </a:cubicBezTo>
                      <a:lnTo>
                        <a:pt x="2518" y="599"/>
                      </a:lnTo>
                      <a:cubicBezTo>
                        <a:pt x="2514" y="592"/>
                        <a:pt x="2509" y="583"/>
                        <a:pt x="2501" y="575"/>
                      </a:cubicBezTo>
                      <a:cubicBezTo>
                        <a:pt x="2498" y="571"/>
                        <a:pt x="2494" y="562"/>
                        <a:pt x="2490" y="555"/>
                      </a:cubicBezTo>
                      <a:cubicBezTo>
                        <a:pt x="2485" y="551"/>
                        <a:pt x="2485" y="547"/>
                        <a:pt x="2481" y="543"/>
                      </a:cubicBezTo>
                      <a:cubicBezTo>
                        <a:pt x="2469" y="526"/>
                        <a:pt x="2457" y="510"/>
                        <a:pt x="2445" y="494"/>
                      </a:cubicBezTo>
                      <a:cubicBezTo>
                        <a:pt x="2441" y="489"/>
                        <a:pt x="2436" y="485"/>
                        <a:pt x="2436" y="481"/>
                      </a:cubicBezTo>
                      <a:lnTo>
                        <a:pt x="2417" y="461"/>
                      </a:lnTo>
                      <a:cubicBezTo>
                        <a:pt x="2417" y="461"/>
                        <a:pt x="2417" y="457"/>
                        <a:pt x="2412" y="457"/>
                      </a:cubicBezTo>
                      <a:cubicBezTo>
                        <a:pt x="2404" y="445"/>
                        <a:pt x="2396" y="432"/>
                        <a:pt x="2383" y="425"/>
                      </a:cubicBezTo>
                      <a:cubicBezTo>
                        <a:pt x="2379" y="416"/>
                        <a:pt x="2372" y="408"/>
                        <a:pt x="2363" y="400"/>
                      </a:cubicBezTo>
                      <a:cubicBezTo>
                        <a:pt x="2359" y="396"/>
                        <a:pt x="2355" y="388"/>
                        <a:pt x="2347" y="384"/>
                      </a:cubicBezTo>
                      <a:cubicBezTo>
                        <a:pt x="2334" y="367"/>
                        <a:pt x="2319" y="355"/>
                        <a:pt x="2306" y="343"/>
                      </a:cubicBezTo>
                      <a:lnTo>
                        <a:pt x="2274" y="310"/>
                      </a:lnTo>
                      <a:cubicBezTo>
                        <a:pt x="2246" y="290"/>
                        <a:pt x="2221" y="266"/>
                        <a:pt x="2192" y="245"/>
                      </a:cubicBezTo>
                      <a:cubicBezTo>
                        <a:pt x="2188" y="245"/>
                        <a:pt x="2184" y="241"/>
                        <a:pt x="2180" y="237"/>
                      </a:cubicBezTo>
                      <a:cubicBezTo>
                        <a:pt x="2172" y="233"/>
                        <a:pt x="2164" y="229"/>
                        <a:pt x="2160" y="225"/>
                      </a:cubicBezTo>
                      <a:cubicBezTo>
                        <a:pt x="2152" y="221"/>
                        <a:pt x="2148" y="217"/>
                        <a:pt x="2139" y="213"/>
                      </a:cubicBezTo>
                      <a:cubicBezTo>
                        <a:pt x="2099" y="188"/>
                        <a:pt x="2058" y="164"/>
                        <a:pt x="2009" y="143"/>
                      </a:cubicBezTo>
                      <a:cubicBezTo>
                        <a:pt x="1997" y="136"/>
                        <a:pt x="1981" y="132"/>
                        <a:pt x="1964" y="123"/>
                      </a:cubicBezTo>
                      <a:cubicBezTo>
                        <a:pt x="1936" y="111"/>
                        <a:pt x="1899" y="99"/>
                        <a:pt x="1867" y="91"/>
                      </a:cubicBezTo>
                      <a:cubicBezTo>
                        <a:pt x="1850" y="87"/>
                        <a:pt x="1839" y="83"/>
                        <a:pt x="1822" y="79"/>
                      </a:cubicBezTo>
                      <a:cubicBezTo>
                        <a:pt x="1818" y="79"/>
                        <a:pt x="1810" y="79"/>
                        <a:pt x="1806" y="74"/>
                      </a:cubicBezTo>
                      <a:cubicBezTo>
                        <a:pt x="1801" y="74"/>
                        <a:pt x="1794" y="74"/>
                        <a:pt x="1790" y="70"/>
                      </a:cubicBezTo>
                      <a:cubicBezTo>
                        <a:pt x="1716" y="59"/>
                        <a:pt x="1643" y="50"/>
                        <a:pt x="1562" y="50"/>
                      </a:cubicBezTo>
                      <a:cubicBezTo>
                        <a:pt x="1456" y="50"/>
                        <a:pt x="1343" y="62"/>
                        <a:pt x="1220" y="91"/>
                      </a:cubicBezTo>
                      <a:cubicBezTo>
                        <a:pt x="1220" y="91"/>
                        <a:pt x="1037" y="1"/>
                        <a:pt x="817" y="1"/>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6">
                  <a:extLst>
                    <a:ext uri="{FF2B5EF4-FFF2-40B4-BE49-F238E27FC236}">
                      <a16:creationId xmlns:a16="http://schemas.microsoft.com/office/drawing/2014/main" id="{C1699FB1-2C8F-A033-32CD-EE3243637249}"/>
                    </a:ext>
                  </a:extLst>
                </p:cNvPr>
                <p:cNvSpPr/>
                <p:nvPr/>
              </p:nvSpPr>
              <p:spPr>
                <a:xfrm>
                  <a:off x="4702458" y="737535"/>
                  <a:ext cx="237266" cy="35595"/>
                </a:xfrm>
                <a:custGeom>
                  <a:avLst/>
                  <a:gdLst/>
                  <a:ahLst/>
                  <a:cxnLst/>
                  <a:rect l="l" t="t" r="r" b="b"/>
                  <a:pathLst>
                    <a:path w="2393" h="359" extrusionOk="0">
                      <a:moveTo>
                        <a:pt x="2201" y="1"/>
                      </a:moveTo>
                      <a:lnTo>
                        <a:pt x="2201" y="1"/>
                      </a:lnTo>
                      <a:cubicBezTo>
                        <a:pt x="2203" y="3"/>
                        <a:pt x="2205" y="4"/>
                        <a:pt x="2207" y="5"/>
                      </a:cubicBezTo>
                      <a:lnTo>
                        <a:pt x="2207" y="5"/>
                      </a:lnTo>
                      <a:cubicBezTo>
                        <a:pt x="2205" y="3"/>
                        <a:pt x="2203" y="2"/>
                        <a:pt x="2201" y="1"/>
                      </a:cubicBezTo>
                      <a:close/>
                      <a:moveTo>
                        <a:pt x="2207" y="5"/>
                      </a:moveTo>
                      <a:cubicBezTo>
                        <a:pt x="2207" y="5"/>
                        <a:pt x="2208" y="6"/>
                        <a:pt x="2209" y="7"/>
                      </a:cubicBezTo>
                      <a:lnTo>
                        <a:pt x="2209" y="7"/>
                      </a:lnTo>
                      <a:cubicBezTo>
                        <a:pt x="2208" y="6"/>
                        <a:pt x="2208" y="5"/>
                        <a:pt x="2207" y="5"/>
                      </a:cubicBezTo>
                      <a:close/>
                      <a:moveTo>
                        <a:pt x="2209" y="7"/>
                      </a:moveTo>
                      <a:cubicBezTo>
                        <a:pt x="2209" y="7"/>
                        <a:pt x="2209" y="8"/>
                        <a:pt x="2209" y="8"/>
                      </a:cubicBezTo>
                      <a:cubicBezTo>
                        <a:pt x="2209" y="8"/>
                        <a:pt x="2210" y="9"/>
                        <a:pt x="2210" y="9"/>
                      </a:cubicBezTo>
                      <a:lnTo>
                        <a:pt x="2210" y="9"/>
                      </a:lnTo>
                      <a:cubicBezTo>
                        <a:pt x="2210" y="8"/>
                        <a:pt x="2209" y="7"/>
                        <a:pt x="2209" y="7"/>
                      </a:cubicBezTo>
                      <a:close/>
                      <a:moveTo>
                        <a:pt x="2210" y="9"/>
                      </a:moveTo>
                      <a:cubicBezTo>
                        <a:pt x="2213" y="12"/>
                        <a:pt x="2215" y="15"/>
                        <a:pt x="2217" y="17"/>
                      </a:cubicBezTo>
                      <a:lnTo>
                        <a:pt x="2217" y="17"/>
                      </a:lnTo>
                      <a:cubicBezTo>
                        <a:pt x="2213" y="14"/>
                        <a:pt x="2213" y="10"/>
                        <a:pt x="2210" y="9"/>
                      </a:cubicBezTo>
                      <a:close/>
                      <a:moveTo>
                        <a:pt x="2335" y="160"/>
                      </a:moveTo>
                      <a:lnTo>
                        <a:pt x="2335" y="164"/>
                      </a:lnTo>
                      <a:lnTo>
                        <a:pt x="2342" y="170"/>
                      </a:lnTo>
                      <a:lnTo>
                        <a:pt x="2342" y="170"/>
                      </a:lnTo>
                      <a:cubicBezTo>
                        <a:pt x="2339" y="167"/>
                        <a:pt x="2338" y="163"/>
                        <a:pt x="2335" y="160"/>
                      </a:cubicBezTo>
                      <a:close/>
                      <a:moveTo>
                        <a:pt x="2342" y="170"/>
                      </a:moveTo>
                      <a:cubicBezTo>
                        <a:pt x="2343" y="171"/>
                        <a:pt x="2343" y="171"/>
                        <a:pt x="2344" y="172"/>
                      </a:cubicBezTo>
                      <a:lnTo>
                        <a:pt x="2342" y="170"/>
                      </a:lnTo>
                      <a:close/>
                      <a:moveTo>
                        <a:pt x="2355" y="192"/>
                      </a:moveTo>
                      <a:lnTo>
                        <a:pt x="2355" y="192"/>
                      </a:lnTo>
                      <a:cubicBezTo>
                        <a:pt x="2357" y="194"/>
                        <a:pt x="2358" y="195"/>
                        <a:pt x="2360" y="197"/>
                      </a:cubicBezTo>
                      <a:lnTo>
                        <a:pt x="2360" y="197"/>
                      </a:lnTo>
                      <a:cubicBezTo>
                        <a:pt x="2360" y="197"/>
                        <a:pt x="2360" y="196"/>
                        <a:pt x="2359" y="196"/>
                      </a:cubicBezTo>
                      <a:lnTo>
                        <a:pt x="2355" y="192"/>
                      </a:lnTo>
                      <a:close/>
                      <a:moveTo>
                        <a:pt x="2360" y="197"/>
                      </a:moveTo>
                      <a:lnTo>
                        <a:pt x="2360" y="197"/>
                      </a:lnTo>
                      <a:cubicBezTo>
                        <a:pt x="2364" y="204"/>
                        <a:pt x="2368" y="209"/>
                        <a:pt x="2372" y="216"/>
                      </a:cubicBezTo>
                      <a:cubicBezTo>
                        <a:pt x="2369" y="210"/>
                        <a:pt x="2365" y="203"/>
                        <a:pt x="2360" y="197"/>
                      </a:cubicBezTo>
                      <a:close/>
                      <a:moveTo>
                        <a:pt x="2376" y="220"/>
                      </a:moveTo>
                      <a:lnTo>
                        <a:pt x="2376" y="220"/>
                      </a:lnTo>
                      <a:cubicBezTo>
                        <a:pt x="2376" y="224"/>
                        <a:pt x="2380" y="228"/>
                        <a:pt x="2384" y="233"/>
                      </a:cubicBezTo>
                      <a:cubicBezTo>
                        <a:pt x="2384" y="237"/>
                        <a:pt x="2388" y="241"/>
                        <a:pt x="2393" y="245"/>
                      </a:cubicBezTo>
                      <a:cubicBezTo>
                        <a:pt x="2388" y="237"/>
                        <a:pt x="2380" y="228"/>
                        <a:pt x="2376" y="220"/>
                      </a:cubicBezTo>
                      <a:close/>
                      <a:moveTo>
                        <a:pt x="16" y="249"/>
                      </a:moveTo>
                      <a:lnTo>
                        <a:pt x="16" y="249"/>
                      </a:lnTo>
                      <a:cubicBezTo>
                        <a:pt x="16" y="254"/>
                        <a:pt x="15" y="259"/>
                        <a:pt x="14" y="264"/>
                      </a:cubicBezTo>
                      <a:lnTo>
                        <a:pt x="14" y="264"/>
                      </a:lnTo>
                      <a:cubicBezTo>
                        <a:pt x="16" y="259"/>
                        <a:pt x="16" y="256"/>
                        <a:pt x="16" y="249"/>
                      </a:cubicBezTo>
                      <a:close/>
                      <a:moveTo>
                        <a:pt x="14" y="264"/>
                      </a:moveTo>
                      <a:cubicBezTo>
                        <a:pt x="14" y="266"/>
                        <a:pt x="13" y="267"/>
                        <a:pt x="12" y="269"/>
                      </a:cubicBezTo>
                      <a:cubicBezTo>
                        <a:pt x="12" y="277"/>
                        <a:pt x="12" y="290"/>
                        <a:pt x="8" y="297"/>
                      </a:cubicBezTo>
                      <a:cubicBezTo>
                        <a:pt x="8" y="307"/>
                        <a:pt x="7" y="316"/>
                        <a:pt x="6" y="326"/>
                      </a:cubicBezTo>
                      <a:lnTo>
                        <a:pt x="6" y="326"/>
                      </a:lnTo>
                      <a:cubicBezTo>
                        <a:pt x="10" y="304"/>
                        <a:pt x="12" y="284"/>
                        <a:pt x="14" y="264"/>
                      </a:cubicBezTo>
                      <a:close/>
                      <a:moveTo>
                        <a:pt x="6" y="326"/>
                      </a:moveTo>
                      <a:lnTo>
                        <a:pt x="6" y="326"/>
                      </a:lnTo>
                      <a:cubicBezTo>
                        <a:pt x="5" y="336"/>
                        <a:pt x="3" y="347"/>
                        <a:pt x="1" y="359"/>
                      </a:cubicBezTo>
                      <a:cubicBezTo>
                        <a:pt x="3" y="348"/>
                        <a:pt x="5" y="337"/>
                        <a:pt x="6" y="326"/>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6">
                  <a:extLst>
                    <a:ext uri="{FF2B5EF4-FFF2-40B4-BE49-F238E27FC236}">
                      <a16:creationId xmlns:a16="http://schemas.microsoft.com/office/drawing/2014/main" id="{2B4DA360-17D5-EA3B-434F-A5D24D971DF2}"/>
                    </a:ext>
                  </a:extLst>
                </p:cNvPr>
                <p:cNvSpPr/>
                <p:nvPr/>
              </p:nvSpPr>
              <p:spPr>
                <a:xfrm>
                  <a:off x="4705333" y="952193"/>
                  <a:ext cx="51261" cy="85963"/>
                </a:xfrm>
                <a:custGeom>
                  <a:avLst/>
                  <a:gdLst/>
                  <a:ahLst/>
                  <a:cxnLst/>
                  <a:rect l="l" t="t" r="r" b="b"/>
                  <a:pathLst>
                    <a:path w="517" h="867" extrusionOk="0">
                      <a:moveTo>
                        <a:pt x="0" y="1"/>
                      </a:moveTo>
                      <a:lnTo>
                        <a:pt x="0" y="1"/>
                      </a:lnTo>
                      <a:cubicBezTo>
                        <a:pt x="260" y="517"/>
                        <a:pt x="516" y="866"/>
                        <a:pt x="516" y="866"/>
                      </a:cubicBezTo>
                      <a:cubicBezTo>
                        <a:pt x="508" y="855"/>
                        <a:pt x="256" y="509"/>
                        <a:pt x="0" y="1"/>
                      </a:cubicBezTo>
                      <a:close/>
                    </a:path>
                  </a:pathLst>
                </a:custGeom>
                <a:solidFill>
                  <a:srgbClr val="DE90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6">
                  <a:extLst>
                    <a:ext uri="{FF2B5EF4-FFF2-40B4-BE49-F238E27FC236}">
                      <a16:creationId xmlns:a16="http://schemas.microsoft.com/office/drawing/2014/main" id="{66E5FBA9-3752-D390-719F-A9D90E2F4AF6}"/>
                    </a:ext>
                  </a:extLst>
                </p:cNvPr>
                <p:cNvSpPr/>
                <p:nvPr/>
              </p:nvSpPr>
              <p:spPr>
                <a:xfrm>
                  <a:off x="4707713" y="740311"/>
                  <a:ext cx="99" cy="496"/>
                </a:xfrm>
                <a:custGeom>
                  <a:avLst/>
                  <a:gdLst/>
                  <a:ahLst/>
                  <a:cxnLst/>
                  <a:rect l="l" t="t" r="r" b="b"/>
                  <a:pathLst>
                    <a:path w="1" h="5" extrusionOk="0">
                      <a:moveTo>
                        <a:pt x="0" y="1"/>
                      </a:moveTo>
                      <a:lnTo>
                        <a:pt x="0" y="5"/>
                      </a:lnTo>
                      <a:lnTo>
                        <a:pt x="0" y="5"/>
                      </a:lnTo>
                      <a:lnTo>
                        <a:pt x="0" y="1"/>
                      </a:lnTo>
                      <a:close/>
                      <a:moveTo>
                        <a:pt x="0" y="1"/>
                      </a:moveTo>
                      <a:lnTo>
                        <a:pt x="0" y="1"/>
                      </a:lnTo>
                      <a:lnTo>
                        <a:pt x="0" y="1"/>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6">
                  <a:extLst>
                    <a:ext uri="{FF2B5EF4-FFF2-40B4-BE49-F238E27FC236}">
                      <a16:creationId xmlns:a16="http://schemas.microsoft.com/office/drawing/2014/main" id="{5AFABAE6-2CC6-4FCA-6E44-07FC05F62E5C}"/>
                    </a:ext>
                  </a:extLst>
                </p:cNvPr>
                <p:cNvSpPr/>
                <p:nvPr/>
              </p:nvSpPr>
              <p:spPr>
                <a:xfrm>
                  <a:off x="4707713" y="740311"/>
                  <a:ext cx="99" cy="496"/>
                </a:xfrm>
                <a:custGeom>
                  <a:avLst/>
                  <a:gdLst/>
                  <a:ahLst/>
                  <a:cxnLst/>
                  <a:rect l="l" t="t" r="r" b="b"/>
                  <a:pathLst>
                    <a:path w="1" h="5" extrusionOk="0">
                      <a:moveTo>
                        <a:pt x="0" y="1"/>
                      </a:moveTo>
                      <a:lnTo>
                        <a:pt x="0" y="1"/>
                      </a:lnTo>
                      <a:lnTo>
                        <a:pt x="0" y="5"/>
                      </a:lnTo>
                      <a:lnTo>
                        <a:pt x="0" y="5"/>
                      </a:lnTo>
                      <a:lnTo>
                        <a:pt x="0" y="1"/>
                      </a:lnTo>
                      <a:lnTo>
                        <a:pt x="0" y="1"/>
                      </a:lnTo>
                      <a:lnTo>
                        <a:pt x="0" y="1"/>
                      </a:ln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56">
                  <a:extLst>
                    <a:ext uri="{FF2B5EF4-FFF2-40B4-BE49-F238E27FC236}">
                      <a16:creationId xmlns:a16="http://schemas.microsoft.com/office/drawing/2014/main" id="{1202E686-D747-73A4-875C-58368CA8690A}"/>
                    </a:ext>
                  </a:extLst>
                </p:cNvPr>
                <p:cNvSpPr/>
                <p:nvPr/>
              </p:nvSpPr>
              <p:spPr>
                <a:xfrm>
                  <a:off x="4707316" y="740708"/>
                  <a:ext cx="496" cy="991"/>
                </a:xfrm>
                <a:custGeom>
                  <a:avLst/>
                  <a:gdLst/>
                  <a:ahLst/>
                  <a:cxnLst/>
                  <a:rect l="l" t="t" r="r" b="b"/>
                  <a:pathLst>
                    <a:path w="5" h="10" extrusionOk="0">
                      <a:moveTo>
                        <a:pt x="4" y="1"/>
                      </a:moveTo>
                      <a:lnTo>
                        <a:pt x="4" y="1"/>
                      </a:lnTo>
                      <a:cubicBezTo>
                        <a:pt x="0" y="1"/>
                        <a:pt x="0" y="6"/>
                        <a:pt x="0" y="10"/>
                      </a:cubicBezTo>
                      <a:lnTo>
                        <a:pt x="0" y="10"/>
                      </a:lnTo>
                      <a:cubicBezTo>
                        <a:pt x="0" y="6"/>
                        <a:pt x="0" y="1"/>
                        <a:pt x="4" y="1"/>
                      </a:cubicBez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56">
                  <a:extLst>
                    <a:ext uri="{FF2B5EF4-FFF2-40B4-BE49-F238E27FC236}">
                      <a16:creationId xmlns:a16="http://schemas.microsoft.com/office/drawing/2014/main" id="{3DEF8C8D-EABB-B603-8835-9C133F46F3E1}"/>
                    </a:ext>
                  </a:extLst>
                </p:cNvPr>
                <p:cNvSpPr/>
                <p:nvPr/>
              </p:nvSpPr>
              <p:spPr>
                <a:xfrm>
                  <a:off x="4707316" y="740708"/>
                  <a:ext cx="496" cy="991"/>
                </a:xfrm>
                <a:custGeom>
                  <a:avLst/>
                  <a:gdLst/>
                  <a:ahLst/>
                  <a:cxnLst/>
                  <a:rect l="l" t="t" r="r" b="b"/>
                  <a:pathLst>
                    <a:path w="5" h="10" extrusionOk="0">
                      <a:moveTo>
                        <a:pt x="4" y="1"/>
                      </a:moveTo>
                      <a:cubicBezTo>
                        <a:pt x="0" y="1"/>
                        <a:pt x="0" y="6"/>
                        <a:pt x="0" y="10"/>
                      </a:cubicBezTo>
                      <a:lnTo>
                        <a:pt x="0" y="10"/>
                      </a:lnTo>
                      <a:cubicBezTo>
                        <a:pt x="0" y="6"/>
                        <a:pt x="0" y="1"/>
                        <a:pt x="4" y="1"/>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56">
                  <a:extLst>
                    <a:ext uri="{FF2B5EF4-FFF2-40B4-BE49-F238E27FC236}">
                      <a16:creationId xmlns:a16="http://schemas.microsoft.com/office/drawing/2014/main" id="{43F70E04-8049-B72B-685C-F53E673AC7AA}"/>
                    </a:ext>
                  </a:extLst>
                </p:cNvPr>
                <p:cNvSpPr/>
                <p:nvPr/>
              </p:nvSpPr>
              <p:spPr>
                <a:xfrm>
                  <a:off x="4706027" y="741997"/>
                  <a:ext cx="1388" cy="8527"/>
                </a:xfrm>
                <a:custGeom>
                  <a:avLst/>
                  <a:gdLst/>
                  <a:ahLst/>
                  <a:cxnLst/>
                  <a:rect l="l" t="t" r="r" b="b"/>
                  <a:pathLst>
                    <a:path w="14" h="86" extrusionOk="0">
                      <a:moveTo>
                        <a:pt x="13" y="1"/>
                      </a:moveTo>
                      <a:cubicBezTo>
                        <a:pt x="12" y="4"/>
                        <a:pt x="11" y="9"/>
                        <a:pt x="10" y="14"/>
                      </a:cubicBezTo>
                      <a:lnTo>
                        <a:pt x="10" y="14"/>
                      </a:lnTo>
                      <a:cubicBezTo>
                        <a:pt x="13" y="7"/>
                        <a:pt x="13" y="4"/>
                        <a:pt x="13" y="1"/>
                      </a:cubicBezTo>
                      <a:close/>
                      <a:moveTo>
                        <a:pt x="10" y="14"/>
                      </a:moveTo>
                      <a:lnTo>
                        <a:pt x="10" y="14"/>
                      </a:lnTo>
                      <a:cubicBezTo>
                        <a:pt x="10" y="15"/>
                        <a:pt x="9" y="16"/>
                        <a:pt x="8" y="17"/>
                      </a:cubicBezTo>
                      <a:lnTo>
                        <a:pt x="8" y="23"/>
                      </a:lnTo>
                      <a:lnTo>
                        <a:pt x="8" y="23"/>
                      </a:lnTo>
                      <a:cubicBezTo>
                        <a:pt x="9" y="20"/>
                        <a:pt x="10" y="17"/>
                        <a:pt x="10" y="14"/>
                      </a:cubicBezTo>
                      <a:close/>
                      <a:moveTo>
                        <a:pt x="8" y="23"/>
                      </a:moveTo>
                      <a:cubicBezTo>
                        <a:pt x="6" y="39"/>
                        <a:pt x="3" y="60"/>
                        <a:pt x="1" y="86"/>
                      </a:cubicBezTo>
                      <a:cubicBezTo>
                        <a:pt x="5" y="66"/>
                        <a:pt x="5" y="49"/>
                        <a:pt x="8" y="33"/>
                      </a:cubicBezTo>
                      <a:lnTo>
                        <a:pt x="8" y="23"/>
                      </a:lnTo>
                      <a:close/>
                    </a:path>
                  </a:pathLst>
                </a:custGeom>
                <a:solidFill>
                  <a:srgbClr val="FAAB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56">
                  <a:extLst>
                    <a:ext uri="{FF2B5EF4-FFF2-40B4-BE49-F238E27FC236}">
                      <a16:creationId xmlns:a16="http://schemas.microsoft.com/office/drawing/2014/main" id="{889CBC97-CE99-B3DF-D40A-7A02E28F78CA}"/>
                    </a:ext>
                  </a:extLst>
                </p:cNvPr>
                <p:cNvSpPr/>
                <p:nvPr/>
              </p:nvSpPr>
              <p:spPr>
                <a:xfrm>
                  <a:off x="4705234" y="741997"/>
                  <a:ext cx="2181" cy="13881"/>
                </a:xfrm>
                <a:custGeom>
                  <a:avLst/>
                  <a:gdLst/>
                  <a:ahLst/>
                  <a:cxnLst/>
                  <a:rect l="l" t="t" r="r" b="b"/>
                  <a:pathLst>
                    <a:path w="22" h="140" extrusionOk="0">
                      <a:moveTo>
                        <a:pt x="21" y="1"/>
                      </a:moveTo>
                      <a:cubicBezTo>
                        <a:pt x="21" y="4"/>
                        <a:pt x="21" y="8"/>
                        <a:pt x="16" y="17"/>
                      </a:cubicBezTo>
                      <a:cubicBezTo>
                        <a:pt x="21" y="12"/>
                        <a:pt x="21" y="8"/>
                        <a:pt x="21" y="4"/>
                      </a:cubicBezTo>
                      <a:lnTo>
                        <a:pt x="21" y="1"/>
                      </a:lnTo>
                      <a:close/>
                      <a:moveTo>
                        <a:pt x="16" y="33"/>
                      </a:moveTo>
                      <a:cubicBezTo>
                        <a:pt x="13" y="45"/>
                        <a:pt x="13" y="61"/>
                        <a:pt x="9" y="82"/>
                      </a:cubicBezTo>
                      <a:lnTo>
                        <a:pt x="9" y="86"/>
                      </a:lnTo>
                      <a:cubicBezTo>
                        <a:pt x="13" y="66"/>
                        <a:pt x="13" y="49"/>
                        <a:pt x="16" y="33"/>
                      </a:cubicBezTo>
                      <a:close/>
                      <a:moveTo>
                        <a:pt x="5" y="115"/>
                      </a:moveTo>
                      <a:cubicBezTo>
                        <a:pt x="1" y="119"/>
                        <a:pt x="1" y="130"/>
                        <a:pt x="1" y="139"/>
                      </a:cubicBezTo>
                      <a:cubicBezTo>
                        <a:pt x="1" y="130"/>
                        <a:pt x="1" y="123"/>
                        <a:pt x="5" y="115"/>
                      </a:cubicBezTo>
                      <a:close/>
                    </a:path>
                  </a:pathLst>
                </a:custGeom>
                <a:solidFill>
                  <a:srgbClr val="955D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56">
                  <a:extLst>
                    <a:ext uri="{FF2B5EF4-FFF2-40B4-BE49-F238E27FC236}">
                      <a16:creationId xmlns:a16="http://schemas.microsoft.com/office/drawing/2014/main" id="{124C34EF-0415-37D6-38FD-90D5FC64EA43}"/>
                    </a:ext>
                  </a:extLst>
                </p:cNvPr>
                <p:cNvSpPr/>
                <p:nvPr/>
              </p:nvSpPr>
              <p:spPr>
                <a:xfrm>
                  <a:off x="4704044" y="687464"/>
                  <a:ext cx="105000" cy="74759"/>
                </a:xfrm>
                <a:custGeom>
                  <a:avLst/>
                  <a:gdLst/>
                  <a:ahLst/>
                  <a:cxnLst/>
                  <a:rect l="l" t="t" r="r" b="b"/>
                  <a:pathLst>
                    <a:path w="1059" h="754" extrusionOk="0">
                      <a:moveTo>
                        <a:pt x="545" y="1"/>
                      </a:moveTo>
                      <a:cubicBezTo>
                        <a:pt x="476" y="1"/>
                        <a:pt x="410" y="17"/>
                        <a:pt x="351" y="58"/>
                      </a:cubicBezTo>
                      <a:cubicBezTo>
                        <a:pt x="73" y="245"/>
                        <a:pt x="37" y="534"/>
                        <a:pt x="37" y="534"/>
                      </a:cubicBezTo>
                      <a:cubicBezTo>
                        <a:pt x="37" y="534"/>
                        <a:pt x="21" y="620"/>
                        <a:pt x="0" y="754"/>
                      </a:cubicBezTo>
                      <a:cubicBezTo>
                        <a:pt x="106" y="241"/>
                        <a:pt x="401" y="122"/>
                        <a:pt x="652" y="122"/>
                      </a:cubicBezTo>
                      <a:cubicBezTo>
                        <a:pt x="872" y="122"/>
                        <a:pt x="1058" y="213"/>
                        <a:pt x="1058" y="213"/>
                      </a:cubicBezTo>
                      <a:cubicBezTo>
                        <a:pt x="1058" y="213"/>
                        <a:pt x="791" y="1"/>
                        <a:pt x="545"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6">
                  <a:extLst>
                    <a:ext uri="{FF2B5EF4-FFF2-40B4-BE49-F238E27FC236}">
                      <a16:creationId xmlns:a16="http://schemas.microsoft.com/office/drawing/2014/main" id="{64A4F1C1-1183-6F27-6A88-7479AB87FBF4}"/>
                    </a:ext>
                  </a:extLst>
                </p:cNvPr>
                <p:cNvSpPr/>
                <p:nvPr/>
              </p:nvSpPr>
              <p:spPr>
                <a:xfrm>
                  <a:off x="4861692" y="1097348"/>
                  <a:ext cx="129292" cy="113031"/>
                </a:xfrm>
                <a:custGeom>
                  <a:avLst/>
                  <a:gdLst/>
                  <a:ahLst/>
                  <a:cxnLst/>
                  <a:rect l="l" t="t" r="r" b="b"/>
                  <a:pathLst>
                    <a:path w="1304" h="1140" extrusionOk="0">
                      <a:moveTo>
                        <a:pt x="953" y="1"/>
                      </a:moveTo>
                      <a:lnTo>
                        <a:pt x="94" y="928"/>
                      </a:lnTo>
                      <a:lnTo>
                        <a:pt x="1" y="1139"/>
                      </a:lnTo>
                      <a:lnTo>
                        <a:pt x="916" y="208"/>
                      </a:lnTo>
                      <a:lnTo>
                        <a:pt x="1303" y="643"/>
                      </a:lnTo>
                      <a:lnTo>
                        <a:pt x="1303" y="643"/>
                      </a:lnTo>
                      <a:lnTo>
                        <a:pt x="9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6">
                  <a:extLst>
                    <a:ext uri="{FF2B5EF4-FFF2-40B4-BE49-F238E27FC236}">
                      <a16:creationId xmlns:a16="http://schemas.microsoft.com/office/drawing/2014/main" id="{D4E871D5-89E0-D70B-5A35-CD192ABED9D0}"/>
                    </a:ext>
                  </a:extLst>
                </p:cNvPr>
                <p:cNvSpPr/>
                <p:nvPr/>
              </p:nvSpPr>
              <p:spPr>
                <a:xfrm>
                  <a:off x="4672118" y="1128480"/>
                  <a:ext cx="131175" cy="180354"/>
                </a:xfrm>
                <a:custGeom>
                  <a:avLst/>
                  <a:gdLst/>
                  <a:ahLst/>
                  <a:cxnLst/>
                  <a:rect l="l" t="t" r="r" b="b"/>
                  <a:pathLst>
                    <a:path w="1323" h="1819" extrusionOk="0">
                      <a:moveTo>
                        <a:pt x="1" y="0"/>
                      </a:moveTo>
                      <a:lnTo>
                        <a:pt x="936" y="671"/>
                      </a:lnTo>
                      <a:lnTo>
                        <a:pt x="1169" y="1159"/>
                      </a:lnTo>
                      <a:lnTo>
                        <a:pt x="1246" y="1159"/>
                      </a:lnTo>
                      <a:lnTo>
                        <a:pt x="1165" y="1684"/>
                      </a:lnTo>
                      <a:lnTo>
                        <a:pt x="1295" y="1818"/>
                      </a:lnTo>
                      <a:lnTo>
                        <a:pt x="1323" y="1058"/>
                      </a:lnTo>
                      <a:lnTo>
                        <a:pt x="1287" y="1058"/>
                      </a:lnTo>
                      <a:lnTo>
                        <a:pt x="1030" y="61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6">
                  <a:extLst>
                    <a:ext uri="{FF2B5EF4-FFF2-40B4-BE49-F238E27FC236}">
                      <a16:creationId xmlns:a16="http://schemas.microsoft.com/office/drawing/2014/main" id="{6F864C09-F99A-E3A2-F0A8-7F9EE9C5D04C}"/>
                    </a:ext>
                  </a:extLst>
                </p:cNvPr>
                <p:cNvSpPr/>
                <p:nvPr/>
              </p:nvSpPr>
              <p:spPr>
                <a:xfrm>
                  <a:off x="4688279" y="1360787"/>
                  <a:ext cx="169546" cy="63753"/>
                </a:xfrm>
                <a:custGeom>
                  <a:avLst/>
                  <a:gdLst/>
                  <a:ahLst/>
                  <a:cxnLst/>
                  <a:rect l="l" t="t" r="r" b="b"/>
                  <a:pathLst>
                    <a:path w="1710" h="643" extrusionOk="0">
                      <a:moveTo>
                        <a:pt x="5" y="0"/>
                      </a:moveTo>
                      <a:cubicBezTo>
                        <a:pt x="5" y="25"/>
                        <a:pt x="1" y="53"/>
                        <a:pt x="1" y="78"/>
                      </a:cubicBezTo>
                      <a:cubicBezTo>
                        <a:pt x="391" y="147"/>
                        <a:pt x="1306" y="496"/>
                        <a:pt x="1681" y="643"/>
                      </a:cubicBezTo>
                      <a:cubicBezTo>
                        <a:pt x="1689" y="622"/>
                        <a:pt x="1697" y="602"/>
                        <a:pt x="1710" y="577"/>
                      </a:cubicBezTo>
                      <a:cubicBezTo>
                        <a:pt x="1408" y="459"/>
                        <a:pt x="452" y="93"/>
                        <a:pt x="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6">
                  <a:extLst>
                    <a:ext uri="{FF2B5EF4-FFF2-40B4-BE49-F238E27FC236}">
                      <a16:creationId xmlns:a16="http://schemas.microsoft.com/office/drawing/2014/main" id="{77A20454-B8C0-065A-1DCA-9A1D4A721868}"/>
                    </a:ext>
                  </a:extLst>
                </p:cNvPr>
                <p:cNvSpPr/>
                <p:nvPr/>
              </p:nvSpPr>
              <p:spPr>
                <a:xfrm>
                  <a:off x="4591906" y="1108254"/>
                  <a:ext cx="265920" cy="310240"/>
                </a:xfrm>
                <a:custGeom>
                  <a:avLst/>
                  <a:gdLst/>
                  <a:ahLst/>
                  <a:cxnLst/>
                  <a:rect l="l" t="t" r="r" b="b"/>
                  <a:pathLst>
                    <a:path w="2682" h="3129" extrusionOk="0">
                      <a:moveTo>
                        <a:pt x="399" y="0"/>
                      </a:moveTo>
                      <a:cubicBezTo>
                        <a:pt x="391" y="17"/>
                        <a:pt x="383" y="33"/>
                        <a:pt x="374" y="49"/>
                      </a:cubicBezTo>
                      <a:cubicBezTo>
                        <a:pt x="98" y="602"/>
                        <a:pt x="1" y="1513"/>
                        <a:pt x="1" y="1522"/>
                      </a:cubicBezTo>
                      <a:lnTo>
                        <a:pt x="1" y="1526"/>
                      </a:lnTo>
                      <a:lnTo>
                        <a:pt x="960" y="1924"/>
                      </a:lnTo>
                      <a:lnTo>
                        <a:pt x="964" y="1928"/>
                      </a:lnTo>
                      <a:lnTo>
                        <a:pt x="960" y="1994"/>
                      </a:lnTo>
                      <a:lnTo>
                        <a:pt x="960" y="2022"/>
                      </a:lnTo>
                      <a:lnTo>
                        <a:pt x="956" y="2063"/>
                      </a:lnTo>
                      <a:cubicBezTo>
                        <a:pt x="949" y="2152"/>
                        <a:pt x="940" y="2294"/>
                        <a:pt x="924" y="2535"/>
                      </a:cubicBezTo>
                      <a:lnTo>
                        <a:pt x="920" y="2535"/>
                      </a:lnTo>
                      <a:lnTo>
                        <a:pt x="924" y="2539"/>
                      </a:lnTo>
                      <a:cubicBezTo>
                        <a:pt x="940" y="2539"/>
                        <a:pt x="956" y="2542"/>
                        <a:pt x="977" y="2547"/>
                      </a:cubicBezTo>
                      <a:cubicBezTo>
                        <a:pt x="1412" y="2640"/>
                        <a:pt x="2312" y="2987"/>
                        <a:pt x="2678" y="3128"/>
                      </a:cubicBezTo>
                      <a:lnTo>
                        <a:pt x="2682" y="3124"/>
                      </a:lnTo>
                      <a:cubicBezTo>
                        <a:pt x="2315" y="2978"/>
                        <a:pt x="1412" y="2632"/>
                        <a:pt x="977" y="2542"/>
                      </a:cubicBezTo>
                      <a:cubicBezTo>
                        <a:pt x="960" y="2539"/>
                        <a:pt x="945" y="2535"/>
                        <a:pt x="928" y="2531"/>
                      </a:cubicBezTo>
                      <a:cubicBezTo>
                        <a:pt x="945" y="2294"/>
                        <a:pt x="956" y="2152"/>
                        <a:pt x="960" y="2063"/>
                      </a:cubicBezTo>
                      <a:lnTo>
                        <a:pt x="964" y="2022"/>
                      </a:lnTo>
                      <a:lnTo>
                        <a:pt x="964" y="1994"/>
                      </a:lnTo>
                      <a:lnTo>
                        <a:pt x="973" y="1924"/>
                      </a:lnTo>
                      <a:lnTo>
                        <a:pt x="8" y="1522"/>
                      </a:lnTo>
                      <a:cubicBezTo>
                        <a:pt x="12" y="1473"/>
                        <a:pt x="110" y="590"/>
                        <a:pt x="378" y="53"/>
                      </a:cubicBezTo>
                      <a:cubicBezTo>
                        <a:pt x="387" y="33"/>
                        <a:pt x="395" y="21"/>
                        <a:pt x="403" y="4"/>
                      </a:cubicBezTo>
                      <a:lnTo>
                        <a:pt x="3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56">
                  <a:extLst>
                    <a:ext uri="{FF2B5EF4-FFF2-40B4-BE49-F238E27FC236}">
                      <a16:creationId xmlns:a16="http://schemas.microsoft.com/office/drawing/2014/main" id="{CEDD8DC2-450C-8C3C-5034-4E88A51B2F9D}"/>
                    </a:ext>
                  </a:extLst>
                </p:cNvPr>
                <p:cNvSpPr/>
                <p:nvPr/>
              </p:nvSpPr>
              <p:spPr>
                <a:xfrm>
                  <a:off x="4818661" y="1282856"/>
                  <a:ext cx="239150" cy="246983"/>
                </a:xfrm>
                <a:custGeom>
                  <a:avLst/>
                  <a:gdLst/>
                  <a:ahLst/>
                  <a:cxnLst/>
                  <a:rect l="l" t="t" r="r" b="b"/>
                  <a:pathLst>
                    <a:path w="2412" h="2491" extrusionOk="0">
                      <a:moveTo>
                        <a:pt x="1968" y="0"/>
                      </a:moveTo>
                      <a:lnTo>
                        <a:pt x="2261" y="635"/>
                      </a:lnTo>
                      <a:cubicBezTo>
                        <a:pt x="2261" y="635"/>
                        <a:pt x="423" y="1868"/>
                        <a:pt x="0" y="2490"/>
                      </a:cubicBezTo>
                      <a:cubicBezTo>
                        <a:pt x="476" y="1974"/>
                        <a:pt x="2412" y="648"/>
                        <a:pt x="2412" y="648"/>
                      </a:cubicBezTo>
                      <a:lnTo>
                        <a:pt x="1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56">
                  <a:extLst>
                    <a:ext uri="{FF2B5EF4-FFF2-40B4-BE49-F238E27FC236}">
                      <a16:creationId xmlns:a16="http://schemas.microsoft.com/office/drawing/2014/main" id="{17C0E4DC-B2E4-B303-78A0-95011CA63D13}"/>
                    </a:ext>
                  </a:extLst>
                </p:cNvPr>
                <p:cNvSpPr/>
                <p:nvPr/>
              </p:nvSpPr>
              <p:spPr>
                <a:xfrm>
                  <a:off x="5013787" y="1197786"/>
                  <a:ext cx="84377" cy="85170"/>
                </a:xfrm>
                <a:custGeom>
                  <a:avLst/>
                  <a:gdLst/>
                  <a:ahLst/>
                  <a:cxnLst/>
                  <a:rect l="l" t="t" r="r" b="b"/>
                  <a:pathLst>
                    <a:path w="851" h="859" extrusionOk="0">
                      <a:moveTo>
                        <a:pt x="770" y="0"/>
                      </a:moveTo>
                      <a:lnTo>
                        <a:pt x="0" y="858"/>
                      </a:lnTo>
                      <a:lnTo>
                        <a:pt x="770" y="257"/>
                      </a:lnTo>
                      <a:lnTo>
                        <a:pt x="851" y="192"/>
                      </a:lnTo>
                      <a:cubicBezTo>
                        <a:pt x="851" y="192"/>
                        <a:pt x="839" y="139"/>
                        <a:pt x="7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56">
                  <a:extLst>
                    <a:ext uri="{FF2B5EF4-FFF2-40B4-BE49-F238E27FC236}">
                      <a16:creationId xmlns:a16="http://schemas.microsoft.com/office/drawing/2014/main" id="{BE74449E-43A1-12B7-4460-F4130C995BE7}"/>
                    </a:ext>
                  </a:extLst>
                </p:cNvPr>
                <p:cNvSpPr/>
                <p:nvPr/>
              </p:nvSpPr>
              <p:spPr>
                <a:xfrm>
                  <a:off x="5209013" y="1233281"/>
                  <a:ext cx="65836" cy="532138"/>
                </a:xfrm>
                <a:custGeom>
                  <a:avLst/>
                  <a:gdLst/>
                  <a:ahLst/>
                  <a:cxnLst/>
                  <a:rect l="l" t="t" r="r" b="b"/>
                  <a:pathLst>
                    <a:path w="664" h="5367" extrusionOk="0">
                      <a:moveTo>
                        <a:pt x="281" y="1"/>
                      </a:moveTo>
                      <a:lnTo>
                        <a:pt x="281" y="1"/>
                      </a:lnTo>
                      <a:cubicBezTo>
                        <a:pt x="253" y="590"/>
                        <a:pt x="139" y="1530"/>
                        <a:pt x="139" y="1530"/>
                      </a:cubicBezTo>
                      <a:lnTo>
                        <a:pt x="192" y="2535"/>
                      </a:lnTo>
                      <a:lnTo>
                        <a:pt x="1" y="2730"/>
                      </a:lnTo>
                      <a:lnTo>
                        <a:pt x="164" y="3048"/>
                      </a:lnTo>
                      <a:lnTo>
                        <a:pt x="17" y="3226"/>
                      </a:lnTo>
                      <a:lnTo>
                        <a:pt x="224" y="3332"/>
                      </a:lnTo>
                      <a:lnTo>
                        <a:pt x="310" y="5367"/>
                      </a:lnTo>
                      <a:cubicBezTo>
                        <a:pt x="440" y="5363"/>
                        <a:pt x="558" y="5354"/>
                        <a:pt x="664" y="5342"/>
                      </a:cubicBezTo>
                      <a:cubicBezTo>
                        <a:pt x="664" y="5342"/>
                        <a:pt x="448" y="3718"/>
                        <a:pt x="350" y="2990"/>
                      </a:cubicBezTo>
                      <a:cubicBezTo>
                        <a:pt x="273" y="2425"/>
                        <a:pt x="273" y="725"/>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56">
                  <a:extLst>
                    <a:ext uri="{FF2B5EF4-FFF2-40B4-BE49-F238E27FC236}">
                      <a16:creationId xmlns:a16="http://schemas.microsoft.com/office/drawing/2014/main" id="{9217D0E4-C06E-8A33-AA7B-C383DBAEE0BA}"/>
                    </a:ext>
                  </a:extLst>
                </p:cNvPr>
                <p:cNvSpPr/>
                <p:nvPr/>
              </p:nvSpPr>
              <p:spPr>
                <a:xfrm>
                  <a:off x="5282780" y="1760359"/>
                  <a:ext cx="104702" cy="168753"/>
                </a:xfrm>
                <a:custGeom>
                  <a:avLst/>
                  <a:gdLst/>
                  <a:ahLst/>
                  <a:cxnLst/>
                  <a:rect l="l" t="t" r="r" b="b"/>
                  <a:pathLst>
                    <a:path w="1056" h="1702" extrusionOk="0">
                      <a:moveTo>
                        <a:pt x="14" y="0"/>
                      </a:moveTo>
                      <a:cubicBezTo>
                        <a:pt x="11" y="0"/>
                        <a:pt x="8" y="3"/>
                        <a:pt x="6" y="6"/>
                      </a:cubicBezTo>
                      <a:cubicBezTo>
                        <a:pt x="1" y="13"/>
                        <a:pt x="6" y="17"/>
                        <a:pt x="9" y="22"/>
                      </a:cubicBezTo>
                      <a:cubicBezTo>
                        <a:pt x="17" y="22"/>
                        <a:pt x="583" y="286"/>
                        <a:pt x="1035" y="1694"/>
                      </a:cubicBezTo>
                      <a:cubicBezTo>
                        <a:pt x="1035" y="1698"/>
                        <a:pt x="1039" y="1702"/>
                        <a:pt x="1042" y="1702"/>
                      </a:cubicBezTo>
                      <a:lnTo>
                        <a:pt x="1046" y="1702"/>
                      </a:lnTo>
                      <a:cubicBezTo>
                        <a:pt x="1055" y="1698"/>
                        <a:pt x="1055" y="1694"/>
                        <a:pt x="1055" y="1690"/>
                      </a:cubicBezTo>
                      <a:cubicBezTo>
                        <a:pt x="599" y="270"/>
                        <a:pt x="25" y="6"/>
                        <a:pt x="17" y="2"/>
                      </a:cubicBezTo>
                      <a:cubicBezTo>
                        <a:pt x="16" y="1"/>
                        <a:pt x="15" y="0"/>
                        <a:pt x="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56">
                  <a:extLst>
                    <a:ext uri="{FF2B5EF4-FFF2-40B4-BE49-F238E27FC236}">
                      <a16:creationId xmlns:a16="http://schemas.microsoft.com/office/drawing/2014/main" id="{D57323BB-EFEF-976A-AA0D-CC75EC344C8A}"/>
                    </a:ext>
                  </a:extLst>
                </p:cNvPr>
                <p:cNvSpPr/>
                <p:nvPr/>
              </p:nvSpPr>
              <p:spPr>
                <a:xfrm>
                  <a:off x="4282559" y="1218012"/>
                  <a:ext cx="158144" cy="1426372"/>
                </a:xfrm>
                <a:custGeom>
                  <a:avLst/>
                  <a:gdLst/>
                  <a:ahLst/>
                  <a:cxnLst/>
                  <a:rect l="l" t="t" r="r" b="b"/>
                  <a:pathLst>
                    <a:path w="1595" h="14386" extrusionOk="0">
                      <a:moveTo>
                        <a:pt x="1224" y="0"/>
                      </a:moveTo>
                      <a:lnTo>
                        <a:pt x="984" y="93"/>
                      </a:lnTo>
                      <a:lnTo>
                        <a:pt x="818" y="158"/>
                      </a:lnTo>
                      <a:lnTo>
                        <a:pt x="1099" y="155"/>
                      </a:lnTo>
                      <a:lnTo>
                        <a:pt x="1249" y="2449"/>
                      </a:lnTo>
                      <a:lnTo>
                        <a:pt x="1221" y="4873"/>
                      </a:lnTo>
                      <a:lnTo>
                        <a:pt x="1017" y="5439"/>
                      </a:lnTo>
                      <a:lnTo>
                        <a:pt x="1294" y="7046"/>
                      </a:lnTo>
                      <a:lnTo>
                        <a:pt x="1506" y="8245"/>
                      </a:lnTo>
                      <a:lnTo>
                        <a:pt x="1424" y="14193"/>
                      </a:lnTo>
                      <a:cubicBezTo>
                        <a:pt x="1424" y="14193"/>
                        <a:pt x="1336" y="14263"/>
                        <a:pt x="895" y="14263"/>
                      </a:cubicBezTo>
                      <a:cubicBezTo>
                        <a:pt x="685" y="14263"/>
                        <a:pt x="397" y="14247"/>
                        <a:pt x="0" y="14201"/>
                      </a:cubicBezTo>
                      <a:lnTo>
                        <a:pt x="0" y="14201"/>
                      </a:lnTo>
                      <a:cubicBezTo>
                        <a:pt x="0" y="14206"/>
                        <a:pt x="4" y="14206"/>
                        <a:pt x="8" y="14210"/>
                      </a:cubicBezTo>
                      <a:cubicBezTo>
                        <a:pt x="28" y="14218"/>
                        <a:pt x="77" y="14246"/>
                        <a:pt x="167" y="14274"/>
                      </a:cubicBezTo>
                      <a:cubicBezTo>
                        <a:pt x="327" y="14325"/>
                        <a:pt x="615" y="14385"/>
                        <a:pt x="1075" y="14385"/>
                      </a:cubicBezTo>
                      <a:cubicBezTo>
                        <a:pt x="1209" y="14385"/>
                        <a:pt x="1357" y="14380"/>
                        <a:pt x="1521" y="14368"/>
                      </a:cubicBezTo>
                      <a:cubicBezTo>
                        <a:pt x="1530" y="11728"/>
                        <a:pt x="1551" y="8880"/>
                        <a:pt x="1594" y="8250"/>
                      </a:cubicBezTo>
                      <a:cubicBezTo>
                        <a:pt x="1594" y="8242"/>
                        <a:pt x="1591" y="8234"/>
                        <a:pt x="1591" y="8226"/>
                      </a:cubicBezTo>
                      <a:cubicBezTo>
                        <a:pt x="1591" y="8217"/>
                        <a:pt x="1587" y="8213"/>
                        <a:pt x="1587" y="8209"/>
                      </a:cubicBezTo>
                      <a:cubicBezTo>
                        <a:pt x="1583" y="8172"/>
                        <a:pt x="1575" y="8128"/>
                        <a:pt x="1566" y="8075"/>
                      </a:cubicBezTo>
                      <a:cubicBezTo>
                        <a:pt x="1566" y="8063"/>
                        <a:pt x="1562" y="8050"/>
                        <a:pt x="1562" y="8039"/>
                      </a:cubicBezTo>
                      <a:lnTo>
                        <a:pt x="1562" y="8035"/>
                      </a:lnTo>
                      <a:cubicBezTo>
                        <a:pt x="1558" y="8026"/>
                        <a:pt x="1558" y="8018"/>
                        <a:pt x="1558" y="8010"/>
                      </a:cubicBezTo>
                      <a:cubicBezTo>
                        <a:pt x="1554" y="7994"/>
                        <a:pt x="1554" y="7973"/>
                        <a:pt x="1551" y="7957"/>
                      </a:cubicBezTo>
                      <a:cubicBezTo>
                        <a:pt x="1551" y="7945"/>
                        <a:pt x="1546" y="7933"/>
                        <a:pt x="1546" y="7920"/>
                      </a:cubicBezTo>
                      <a:cubicBezTo>
                        <a:pt x="1538" y="7875"/>
                        <a:pt x="1534" y="7827"/>
                        <a:pt x="1526" y="7778"/>
                      </a:cubicBezTo>
                      <a:cubicBezTo>
                        <a:pt x="1526" y="7762"/>
                        <a:pt x="1521" y="7750"/>
                        <a:pt x="1521" y="7733"/>
                      </a:cubicBezTo>
                      <a:cubicBezTo>
                        <a:pt x="1513" y="7684"/>
                        <a:pt x="1510" y="7631"/>
                        <a:pt x="1502" y="7579"/>
                      </a:cubicBezTo>
                      <a:cubicBezTo>
                        <a:pt x="1502" y="7562"/>
                        <a:pt x="1497" y="7546"/>
                        <a:pt x="1497" y="7526"/>
                      </a:cubicBezTo>
                      <a:cubicBezTo>
                        <a:pt x="1493" y="7518"/>
                        <a:pt x="1493" y="7509"/>
                        <a:pt x="1493" y="7498"/>
                      </a:cubicBezTo>
                      <a:cubicBezTo>
                        <a:pt x="1489" y="7489"/>
                        <a:pt x="1489" y="7481"/>
                        <a:pt x="1489" y="7473"/>
                      </a:cubicBezTo>
                      <a:cubicBezTo>
                        <a:pt x="1489" y="7464"/>
                        <a:pt x="1485" y="7461"/>
                        <a:pt x="1485" y="7457"/>
                      </a:cubicBezTo>
                      <a:cubicBezTo>
                        <a:pt x="1485" y="7445"/>
                        <a:pt x="1485" y="7432"/>
                        <a:pt x="1481" y="7420"/>
                      </a:cubicBezTo>
                      <a:cubicBezTo>
                        <a:pt x="1481" y="7408"/>
                        <a:pt x="1481" y="7396"/>
                        <a:pt x="1477" y="7383"/>
                      </a:cubicBezTo>
                      <a:cubicBezTo>
                        <a:pt x="1477" y="7372"/>
                        <a:pt x="1472" y="7359"/>
                        <a:pt x="1472" y="7347"/>
                      </a:cubicBezTo>
                      <a:cubicBezTo>
                        <a:pt x="1472" y="7331"/>
                        <a:pt x="1469" y="7318"/>
                        <a:pt x="1469" y="7302"/>
                      </a:cubicBezTo>
                      <a:cubicBezTo>
                        <a:pt x="1465" y="7282"/>
                        <a:pt x="1465" y="7265"/>
                        <a:pt x="1461" y="7245"/>
                      </a:cubicBezTo>
                      <a:lnTo>
                        <a:pt x="1461" y="7237"/>
                      </a:lnTo>
                      <a:cubicBezTo>
                        <a:pt x="1457" y="7225"/>
                        <a:pt x="1457" y="7213"/>
                        <a:pt x="1457" y="7201"/>
                      </a:cubicBezTo>
                      <a:cubicBezTo>
                        <a:pt x="1453" y="7164"/>
                        <a:pt x="1448" y="7131"/>
                        <a:pt x="1444" y="7098"/>
                      </a:cubicBezTo>
                      <a:cubicBezTo>
                        <a:pt x="1440" y="7079"/>
                        <a:pt x="1440" y="7058"/>
                        <a:pt x="1436" y="7038"/>
                      </a:cubicBezTo>
                      <a:cubicBezTo>
                        <a:pt x="1432" y="6985"/>
                        <a:pt x="1424" y="6936"/>
                        <a:pt x="1420" y="6883"/>
                      </a:cubicBezTo>
                      <a:cubicBezTo>
                        <a:pt x="1416" y="6867"/>
                        <a:pt x="1416" y="6850"/>
                        <a:pt x="1412" y="6835"/>
                      </a:cubicBezTo>
                      <a:cubicBezTo>
                        <a:pt x="1412" y="6814"/>
                        <a:pt x="1408" y="6798"/>
                        <a:pt x="1408" y="6781"/>
                      </a:cubicBezTo>
                      <a:cubicBezTo>
                        <a:pt x="1404" y="6769"/>
                        <a:pt x="1404" y="6757"/>
                        <a:pt x="1404" y="6741"/>
                      </a:cubicBezTo>
                      <a:cubicBezTo>
                        <a:pt x="1399" y="6728"/>
                        <a:pt x="1399" y="6717"/>
                        <a:pt x="1399" y="6704"/>
                      </a:cubicBezTo>
                      <a:cubicBezTo>
                        <a:pt x="1395" y="6679"/>
                        <a:pt x="1391" y="6655"/>
                        <a:pt x="1388" y="6631"/>
                      </a:cubicBezTo>
                      <a:cubicBezTo>
                        <a:pt x="1388" y="6602"/>
                        <a:pt x="1384" y="6578"/>
                        <a:pt x="1380" y="6553"/>
                      </a:cubicBezTo>
                      <a:cubicBezTo>
                        <a:pt x="1380" y="6542"/>
                        <a:pt x="1380" y="6529"/>
                        <a:pt x="1375" y="6517"/>
                      </a:cubicBezTo>
                      <a:cubicBezTo>
                        <a:pt x="1371" y="6476"/>
                        <a:pt x="1367" y="6431"/>
                        <a:pt x="1363" y="6390"/>
                      </a:cubicBezTo>
                      <a:cubicBezTo>
                        <a:pt x="1359" y="6366"/>
                        <a:pt x="1355" y="6338"/>
                        <a:pt x="1355" y="6313"/>
                      </a:cubicBezTo>
                      <a:cubicBezTo>
                        <a:pt x="1350" y="6285"/>
                        <a:pt x="1347" y="6261"/>
                        <a:pt x="1343" y="6236"/>
                      </a:cubicBezTo>
                      <a:cubicBezTo>
                        <a:pt x="1298" y="5825"/>
                        <a:pt x="1265" y="5521"/>
                        <a:pt x="1265" y="5521"/>
                      </a:cubicBezTo>
                      <a:lnTo>
                        <a:pt x="1469" y="5068"/>
                      </a:lnTo>
                      <a:cubicBezTo>
                        <a:pt x="1469" y="5068"/>
                        <a:pt x="1335" y="3364"/>
                        <a:pt x="1318" y="2754"/>
                      </a:cubicBezTo>
                      <a:cubicBezTo>
                        <a:pt x="1314" y="2648"/>
                        <a:pt x="1355" y="2469"/>
                        <a:pt x="1355" y="2469"/>
                      </a:cubicBezTo>
                      <a:cubicBezTo>
                        <a:pt x="1355" y="2469"/>
                        <a:pt x="1298" y="2128"/>
                        <a:pt x="1294" y="1977"/>
                      </a:cubicBezTo>
                      <a:cubicBezTo>
                        <a:pt x="1269" y="1069"/>
                        <a:pt x="1245" y="280"/>
                        <a:pt x="12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56">
                  <a:extLst>
                    <a:ext uri="{FF2B5EF4-FFF2-40B4-BE49-F238E27FC236}">
                      <a16:creationId xmlns:a16="http://schemas.microsoft.com/office/drawing/2014/main" id="{900CED91-7328-13F6-AAEC-9B933FF4B328}"/>
                    </a:ext>
                  </a:extLst>
                </p:cNvPr>
                <p:cNvSpPr/>
                <p:nvPr/>
              </p:nvSpPr>
              <p:spPr>
                <a:xfrm>
                  <a:off x="4258664" y="1572074"/>
                  <a:ext cx="81303" cy="370424"/>
                </a:xfrm>
                <a:custGeom>
                  <a:avLst/>
                  <a:gdLst/>
                  <a:ahLst/>
                  <a:cxnLst/>
                  <a:rect l="l" t="t" r="r" b="b"/>
                  <a:pathLst>
                    <a:path w="820" h="3736" extrusionOk="0">
                      <a:moveTo>
                        <a:pt x="510" y="1"/>
                      </a:moveTo>
                      <a:cubicBezTo>
                        <a:pt x="510" y="1"/>
                        <a:pt x="1" y="2145"/>
                        <a:pt x="50" y="3735"/>
                      </a:cubicBezTo>
                      <a:cubicBezTo>
                        <a:pt x="185" y="3390"/>
                        <a:pt x="359" y="2409"/>
                        <a:pt x="819" y="1868"/>
                      </a:cubicBezTo>
                      <a:cubicBezTo>
                        <a:pt x="547" y="1018"/>
                        <a:pt x="510" y="1"/>
                        <a:pt x="5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56">
                  <a:extLst>
                    <a:ext uri="{FF2B5EF4-FFF2-40B4-BE49-F238E27FC236}">
                      <a16:creationId xmlns:a16="http://schemas.microsoft.com/office/drawing/2014/main" id="{2C500C7A-53F7-F1FC-8C88-78AE1D0FFCE5}"/>
                    </a:ext>
                  </a:extLst>
                </p:cNvPr>
                <p:cNvSpPr/>
                <p:nvPr/>
              </p:nvSpPr>
              <p:spPr>
                <a:xfrm>
                  <a:off x="4279287" y="1916519"/>
                  <a:ext cx="152592" cy="715665"/>
                </a:xfrm>
                <a:custGeom>
                  <a:avLst/>
                  <a:gdLst/>
                  <a:ahLst/>
                  <a:cxnLst/>
                  <a:rect l="l" t="t" r="r" b="b"/>
                  <a:pathLst>
                    <a:path w="1539" h="7218" extrusionOk="0">
                      <a:moveTo>
                        <a:pt x="1327" y="1"/>
                      </a:moveTo>
                      <a:cubicBezTo>
                        <a:pt x="1295" y="151"/>
                        <a:pt x="1242" y="297"/>
                        <a:pt x="1173" y="436"/>
                      </a:cubicBezTo>
                      <a:cubicBezTo>
                        <a:pt x="1038" y="697"/>
                        <a:pt x="843" y="932"/>
                        <a:pt x="758" y="1209"/>
                      </a:cubicBezTo>
                      <a:cubicBezTo>
                        <a:pt x="583" y="1771"/>
                        <a:pt x="867" y="2356"/>
                        <a:pt x="953" y="2938"/>
                      </a:cubicBezTo>
                      <a:cubicBezTo>
                        <a:pt x="1091" y="3878"/>
                        <a:pt x="688" y="4822"/>
                        <a:pt x="700" y="5774"/>
                      </a:cubicBezTo>
                      <a:cubicBezTo>
                        <a:pt x="705" y="6050"/>
                        <a:pt x="737" y="6347"/>
                        <a:pt x="607" y="6591"/>
                      </a:cubicBezTo>
                      <a:cubicBezTo>
                        <a:pt x="485" y="6823"/>
                        <a:pt x="253" y="6949"/>
                        <a:pt x="1" y="7039"/>
                      </a:cubicBezTo>
                      <a:lnTo>
                        <a:pt x="33" y="7156"/>
                      </a:lnTo>
                      <a:cubicBezTo>
                        <a:pt x="33" y="7156"/>
                        <a:pt x="37" y="7161"/>
                        <a:pt x="41" y="7161"/>
                      </a:cubicBezTo>
                      <a:lnTo>
                        <a:pt x="65" y="7161"/>
                      </a:lnTo>
                      <a:cubicBezTo>
                        <a:pt x="440" y="7201"/>
                        <a:pt x="720" y="7218"/>
                        <a:pt x="925" y="7218"/>
                      </a:cubicBezTo>
                      <a:lnTo>
                        <a:pt x="928" y="7218"/>
                      </a:lnTo>
                      <a:cubicBezTo>
                        <a:pt x="1372" y="7218"/>
                        <a:pt x="1457" y="7148"/>
                        <a:pt x="1457" y="7148"/>
                      </a:cubicBezTo>
                      <a:lnTo>
                        <a:pt x="1539" y="1200"/>
                      </a:lnTo>
                      <a:lnTo>
                        <a:pt x="13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56">
                  <a:extLst>
                    <a:ext uri="{FF2B5EF4-FFF2-40B4-BE49-F238E27FC236}">
                      <a16:creationId xmlns:a16="http://schemas.microsoft.com/office/drawing/2014/main" id="{ECDD5D47-FB09-029D-BB11-8451FD87B579}"/>
                    </a:ext>
                  </a:extLst>
                </p:cNvPr>
                <p:cNvSpPr/>
                <p:nvPr/>
              </p:nvSpPr>
              <p:spPr>
                <a:xfrm>
                  <a:off x="4285732" y="2626526"/>
                  <a:ext cx="85269" cy="5652"/>
                </a:xfrm>
                <a:custGeom>
                  <a:avLst/>
                  <a:gdLst/>
                  <a:ahLst/>
                  <a:cxnLst/>
                  <a:rect l="l" t="t" r="r" b="b"/>
                  <a:pathLst>
                    <a:path w="860" h="57" extrusionOk="0">
                      <a:moveTo>
                        <a:pt x="0" y="0"/>
                      </a:moveTo>
                      <a:cubicBezTo>
                        <a:pt x="375" y="40"/>
                        <a:pt x="655" y="57"/>
                        <a:pt x="860" y="57"/>
                      </a:cubicBezTo>
                      <a:cubicBezTo>
                        <a:pt x="655" y="57"/>
                        <a:pt x="379" y="40"/>
                        <a:pt x="0" y="0"/>
                      </a:cubicBezTo>
                      <a:close/>
                    </a:path>
                  </a:pathLst>
                </a:custGeom>
                <a:solidFill>
                  <a:srgbClr val="A8CF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56">
                  <a:extLst>
                    <a:ext uri="{FF2B5EF4-FFF2-40B4-BE49-F238E27FC236}">
                      <a16:creationId xmlns:a16="http://schemas.microsoft.com/office/drawing/2014/main" id="{E15F4EBB-37C9-5F24-46CB-E05B400AC382}"/>
                    </a:ext>
                  </a:extLst>
                </p:cNvPr>
                <p:cNvSpPr/>
                <p:nvPr/>
              </p:nvSpPr>
              <p:spPr>
                <a:xfrm>
                  <a:off x="4439414" y="3117811"/>
                  <a:ext cx="381232" cy="1322165"/>
                </a:xfrm>
                <a:custGeom>
                  <a:avLst/>
                  <a:gdLst/>
                  <a:ahLst/>
                  <a:cxnLst/>
                  <a:rect l="l" t="t" r="r" b="b"/>
                  <a:pathLst>
                    <a:path w="3845" h="13335" extrusionOk="0">
                      <a:moveTo>
                        <a:pt x="78" y="0"/>
                      </a:moveTo>
                      <a:cubicBezTo>
                        <a:pt x="78" y="0"/>
                        <a:pt x="70" y="1200"/>
                        <a:pt x="1" y="1452"/>
                      </a:cubicBezTo>
                      <a:lnTo>
                        <a:pt x="172" y="3181"/>
                      </a:lnTo>
                      <a:cubicBezTo>
                        <a:pt x="172" y="3181"/>
                        <a:pt x="176" y="3380"/>
                        <a:pt x="176" y="3534"/>
                      </a:cubicBezTo>
                      <a:cubicBezTo>
                        <a:pt x="176" y="3608"/>
                        <a:pt x="176" y="3677"/>
                        <a:pt x="172" y="3701"/>
                      </a:cubicBezTo>
                      <a:cubicBezTo>
                        <a:pt x="168" y="3705"/>
                        <a:pt x="168" y="3710"/>
                        <a:pt x="168" y="3714"/>
                      </a:cubicBezTo>
                      <a:cubicBezTo>
                        <a:pt x="168" y="3787"/>
                        <a:pt x="286" y="3872"/>
                        <a:pt x="286" y="3872"/>
                      </a:cubicBezTo>
                      <a:cubicBezTo>
                        <a:pt x="286" y="3872"/>
                        <a:pt x="725" y="8421"/>
                        <a:pt x="725" y="10036"/>
                      </a:cubicBezTo>
                      <a:cubicBezTo>
                        <a:pt x="725" y="10235"/>
                        <a:pt x="716" y="10389"/>
                        <a:pt x="705" y="10487"/>
                      </a:cubicBezTo>
                      <a:cubicBezTo>
                        <a:pt x="566" y="11370"/>
                        <a:pt x="489" y="11459"/>
                        <a:pt x="489" y="11459"/>
                      </a:cubicBezTo>
                      <a:cubicBezTo>
                        <a:pt x="489" y="11459"/>
                        <a:pt x="754" y="12867"/>
                        <a:pt x="835" y="13132"/>
                      </a:cubicBezTo>
                      <a:cubicBezTo>
                        <a:pt x="867" y="13147"/>
                        <a:pt x="904" y="13160"/>
                        <a:pt x="940" y="13176"/>
                      </a:cubicBezTo>
                      <a:cubicBezTo>
                        <a:pt x="1282" y="13303"/>
                        <a:pt x="1717" y="13335"/>
                        <a:pt x="2068" y="13335"/>
                      </a:cubicBezTo>
                      <a:cubicBezTo>
                        <a:pt x="2425" y="13335"/>
                        <a:pt x="2702" y="13298"/>
                        <a:pt x="2702" y="13298"/>
                      </a:cubicBezTo>
                      <a:cubicBezTo>
                        <a:pt x="2702" y="13298"/>
                        <a:pt x="2791" y="13241"/>
                        <a:pt x="2922" y="13176"/>
                      </a:cubicBezTo>
                      <a:lnTo>
                        <a:pt x="2804" y="13176"/>
                      </a:lnTo>
                      <a:cubicBezTo>
                        <a:pt x="945" y="13176"/>
                        <a:pt x="1107" y="12082"/>
                        <a:pt x="1107" y="11989"/>
                      </a:cubicBezTo>
                      <a:cubicBezTo>
                        <a:pt x="1107" y="11895"/>
                        <a:pt x="2201" y="11989"/>
                        <a:pt x="2320" y="11801"/>
                      </a:cubicBezTo>
                      <a:cubicBezTo>
                        <a:pt x="2438" y="11610"/>
                        <a:pt x="2320" y="11801"/>
                        <a:pt x="1416" y="10520"/>
                      </a:cubicBezTo>
                      <a:cubicBezTo>
                        <a:pt x="1559" y="9308"/>
                        <a:pt x="985" y="5504"/>
                        <a:pt x="985" y="5504"/>
                      </a:cubicBezTo>
                      <a:lnTo>
                        <a:pt x="1221" y="5378"/>
                      </a:lnTo>
                      <a:lnTo>
                        <a:pt x="1075" y="4629"/>
                      </a:lnTo>
                      <a:cubicBezTo>
                        <a:pt x="733" y="2875"/>
                        <a:pt x="1961" y="1204"/>
                        <a:pt x="3735" y="1009"/>
                      </a:cubicBezTo>
                      <a:cubicBezTo>
                        <a:pt x="3735" y="1009"/>
                        <a:pt x="3743" y="996"/>
                        <a:pt x="3756" y="971"/>
                      </a:cubicBezTo>
                      <a:cubicBezTo>
                        <a:pt x="3805" y="879"/>
                        <a:pt x="3837" y="772"/>
                        <a:pt x="3845" y="667"/>
                      </a:cubicBezTo>
                      <a:lnTo>
                        <a:pt x="3845" y="667"/>
                      </a:lnTo>
                      <a:cubicBezTo>
                        <a:pt x="3801" y="671"/>
                        <a:pt x="3776" y="671"/>
                        <a:pt x="3776" y="671"/>
                      </a:cubicBezTo>
                      <a:lnTo>
                        <a:pt x="3735" y="256"/>
                      </a:lnTo>
                      <a:cubicBezTo>
                        <a:pt x="3735" y="256"/>
                        <a:pt x="3674" y="256"/>
                        <a:pt x="3561" y="260"/>
                      </a:cubicBezTo>
                      <a:cubicBezTo>
                        <a:pt x="3442" y="260"/>
                        <a:pt x="3268" y="264"/>
                        <a:pt x="3052" y="264"/>
                      </a:cubicBezTo>
                      <a:lnTo>
                        <a:pt x="2990" y="264"/>
                      </a:lnTo>
                      <a:cubicBezTo>
                        <a:pt x="2242" y="264"/>
                        <a:pt x="1079" y="224"/>
                        <a:pt x="232" y="36"/>
                      </a:cubicBezTo>
                      <a:lnTo>
                        <a:pt x="228" y="36"/>
                      </a:lnTo>
                      <a:cubicBezTo>
                        <a:pt x="217" y="32"/>
                        <a:pt x="200" y="28"/>
                        <a:pt x="188" y="24"/>
                      </a:cubicBezTo>
                      <a:lnTo>
                        <a:pt x="176" y="24"/>
                      </a:lnTo>
                      <a:cubicBezTo>
                        <a:pt x="172" y="20"/>
                        <a:pt x="164" y="20"/>
                        <a:pt x="159" y="20"/>
                      </a:cubicBezTo>
                      <a:cubicBezTo>
                        <a:pt x="155" y="20"/>
                        <a:pt x="151" y="16"/>
                        <a:pt x="147" y="16"/>
                      </a:cubicBezTo>
                      <a:cubicBezTo>
                        <a:pt x="143" y="16"/>
                        <a:pt x="139" y="16"/>
                        <a:pt x="135" y="12"/>
                      </a:cubicBezTo>
                      <a:cubicBezTo>
                        <a:pt x="131" y="12"/>
                        <a:pt x="123" y="12"/>
                        <a:pt x="119" y="8"/>
                      </a:cubicBezTo>
                      <a:cubicBezTo>
                        <a:pt x="106" y="8"/>
                        <a:pt x="91" y="4"/>
                        <a:pt x="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56">
                  <a:extLst>
                    <a:ext uri="{FF2B5EF4-FFF2-40B4-BE49-F238E27FC236}">
                      <a16:creationId xmlns:a16="http://schemas.microsoft.com/office/drawing/2014/main" id="{7D7690CF-4065-C53E-CB63-4138242989CC}"/>
                    </a:ext>
                  </a:extLst>
                </p:cNvPr>
                <p:cNvSpPr/>
                <p:nvPr/>
              </p:nvSpPr>
              <p:spPr>
                <a:xfrm>
                  <a:off x="4709696" y="3492000"/>
                  <a:ext cx="73074" cy="730240"/>
                </a:xfrm>
                <a:custGeom>
                  <a:avLst/>
                  <a:gdLst/>
                  <a:ahLst/>
                  <a:cxnLst/>
                  <a:rect l="l" t="t" r="r" b="b"/>
                  <a:pathLst>
                    <a:path w="737" h="7365" extrusionOk="0">
                      <a:moveTo>
                        <a:pt x="264" y="1"/>
                      </a:moveTo>
                      <a:lnTo>
                        <a:pt x="1" y="2747"/>
                      </a:lnTo>
                      <a:lnTo>
                        <a:pt x="1" y="7364"/>
                      </a:lnTo>
                      <a:cubicBezTo>
                        <a:pt x="1" y="7364"/>
                        <a:pt x="142" y="3438"/>
                        <a:pt x="737" y="2372"/>
                      </a:cubicBezTo>
                      <a:lnTo>
                        <a:pt x="2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6">
                  <a:extLst>
                    <a:ext uri="{FF2B5EF4-FFF2-40B4-BE49-F238E27FC236}">
                      <a16:creationId xmlns:a16="http://schemas.microsoft.com/office/drawing/2014/main" id="{6A0015EB-325F-6616-9290-FE172CC1B981}"/>
                    </a:ext>
                  </a:extLst>
                </p:cNvPr>
                <p:cNvSpPr/>
                <p:nvPr/>
              </p:nvSpPr>
              <p:spPr>
                <a:xfrm>
                  <a:off x="5037583" y="3152811"/>
                  <a:ext cx="299830" cy="1299262"/>
                </a:xfrm>
                <a:custGeom>
                  <a:avLst/>
                  <a:gdLst/>
                  <a:ahLst/>
                  <a:cxnLst/>
                  <a:rect l="l" t="t" r="r" b="b"/>
                  <a:pathLst>
                    <a:path w="3024" h="13104" extrusionOk="0">
                      <a:moveTo>
                        <a:pt x="2552" y="0"/>
                      </a:moveTo>
                      <a:lnTo>
                        <a:pt x="2552" y="4"/>
                      </a:lnTo>
                      <a:cubicBezTo>
                        <a:pt x="2503" y="25"/>
                        <a:pt x="2357" y="49"/>
                        <a:pt x="2145" y="74"/>
                      </a:cubicBezTo>
                      <a:lnTo>
                        <a:pt x="2141" y="74"/>
                      </a:lnTo>
                      <a:cubicBezTo>
                        <a:pt x="2002" y="90"/>
                        <a:pt x="1839" y="106"/>
                        <a:pt x="1660" y="119"/>
                      </a:cubicBezTo>
                      <a:lnTo>
                        <a:pt x="1420" y="1026"/>
                      </a:lnTo>
                      <a:lnTo>
                        <a:pt x="1546" y="1392"/>
                      </a:lnTo>
                      <a:lnTo>
                        <a:pt x="2177" y="1392"/>
                      </a:lnTo>
                      <a:cubicBezTo>
                        <a:pt x="2177" y="1392"/>
                        <a:pt x="2205" y="4711"/>
                        <a:pt x="1827" y="5977"/>
                      </a:cubicBezTo>
                      <a:lnTo>
                        <a:pt x="2205" y="7551"/>
                      </a:lnTo>
                      <a:cubicBezTo>
                        <a:pt x="2205" y="7551"/>
                        <a:pt x="2332" y="8470"/>
                        <a:pt x="2332" y="9707"/>
                      </a:cubicBezTo>
                      <a:cubicBezTo>
                        <a:pt x="2332" y="11005"/>
                        <a:pt x="1311" y="12075"/>
                        <a:pt x="13" y="12132"/>
                      </a:cubicBezTo>
                      <a:lnTo>
                        <a:pt x="1" y="12132"/>
                      </a:lnTo>
                      <a:cubicBezTo>
                        <a:pt x="57" y="12417"/>
                        <a:pt x="179" y="12945"/>
                        <a:pt x="179" y="12945"/>
                      </a:cubicBezTo>
                      <a:cubicBezTo>
                        <a:pt x="179" y="12945"/>
                        <a:pt x="371" y="12974"/>
                        <a:pt x="635" y="13006"/>
                      </a:cubicBezTo>
                      <a:cubicBezTo>
                        <a:pt x="985" y="13051"/>
                        <a:pt x="1473" y="13104"/>
                        <a:pt x="1835" y="13104"/>
                      </a:cubicBezTo>
                      <a:cubicBezTo>
                        <a:pt x="1868" y="13087"/>
                        <a:pt x="1901" y="13076"/>
                        <a:pt x="1929" y="13059"/>
                      </a:cubicBezTo>
                      <a:cubicBezTo>
                        <a:pt x="2104" y="12982"/>
                        <a:pt x="2242" y="12917"/>
                        <a:pt x="2357" y="12864"/>
                      </a:cubicBezTo>
                      <a:cubicBezTo>
                        <a:pt x="2693" y="12706"/>
                        <a:pt x="2767" y="12657"/>
                        <a:pt x="2767" y="12657"/>
                      </a:cubicBezTo>
                      <a:lnTo>
                        <a:pt x="2767" y="11818"/>
                      </a:lnTo>
                      <a:lnTo>
                        <a:pt x="2588" y="11636"/>
                      </a:lnTo>
                      <a:cubicBezTo>
                        <a:pt x="2588" y="11636"/>
                        <a:pt x="2734" y="7901"/>
                        <a:pt x="3023" y="6473"/>
                      </a:cubicBezTo>
                      <a:cubicBezTo>
                        <a:pt x="2629" y="5688"/>
                        <a:pt x="2605" y="5643"/>
                        <a:pt x="2605" y="5643"/>
                      </a:cubicBezTo>
                      <a:cubicBezTo>
                        <a:pt x="2605" y="5643"/>
                        <a:pt x="2734" y="1144"/>
                        <a:pt x="2755" y="729"/>
                      </a:cubicBezTo>
                      <a:cubicBezTo>
                        <a:pt x="2571" y="179"/>
                        <a:pt x="2556" y="0"/>
                        <a:pt x="25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6">
                  <a:extLst>
                    <a:ext uri="{FF2B5EF4-FFF2-40B4-BE49-F238E27FC236}">
                      <a16:creationId xmlns:a16="http://schemas.microsoft.com/office/drawing/2014/main" id="{D177E7A2-34BC-A26E-0F1A-7BF300090502}"/>
                    </a:ext>
                  </a:extLst>
                </p:cNvPr>
                <p:cNvSpPr/>
                <p:nvPr/>
              </p:nvSpPr>
              <p:spPr>
                <a:xfrm>
                  <a:off x="5100543" y="4442346"/>
                  <a:ext cx="128300" cy="9717"/>
                </a:xfrm>
                <a:custGeom>
                  <a:avLst/>
                  <a:gdLst/>
                  <a:ahLst/>
                  <a:cxnLst/>
                  <a:rect l="l" t="t" r="r" b="b"/>
                  <a:pathLst>
                    <a:path w="1294" h="98" extrusionOk="0">
                      <a:moveTo>
                        <a:pt x="0" y="0"/>
                      </a:moveTo>
                      <a:lnTo>
                        <a:pt x="0" y="0"/>
                      </a:lnTo>
                      <a:lnTo>
                        <a:pt x="0" y="0"/>
                      </a:lnTo>
                      <a:cubicBezTo>
                        <a:pt x="350" y="45"/>
                        <a:pt x="838" y="98"/>
                        <a:pt x="1200" y="98"/>
                      </a:cubicBezTo>
                      <a:cubicBezTo>
                        <a:pt x="1233" y="81"/>
                        <a:pt x="1266" y="70"/>
                        <a:pt x="1294" y="53"/>
                      </a:cubicBezTo>
                      <a:cubicBezTo>
                        <a:pt x="1266" y="70"/>
                        <a:pt x="1233" y="81"/>
                        <a:pt x="1200" y="98"/>
                      </a:cubicBezTo>
                      <a:cubicBezTo>
                        <a:pt x="838" y="98"/>
                        <a:pt x="350" y="45"/>
                        <a:pt x="0" y="0"/>
                      </a:cubicBezTo>
                      <a:close/>
                    </a:path>
                  </a:pathLst>
                </a:custGeom>
                <a:solidFill>
                  <a:srgbClr val="2517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6">
                  <a:extLst>
                    <a:ext uri="{FF2B5EF4-FFF2-40B4-BE49-F238E27FC236}">
                      <a16:creationId xmlns:a16="http://schemas.microsoft.com/office/drawing/2014/main" id="{94219EE0-8B13-31F9-E78F-8B4043033046}"/>
                    </a:ext>
                  </a:extLst>
                </p:cNvPr>
                <p:cNvSpPr/>
                <p:nvPr/>
              </p:nvSpPr>
              <p:spPr>
                <a:xfrm>
                  <a:off x="4952910" y="3166989"/>
                  <a:ext cx="214263" cy="1060013"/>
                </a:xfrm>
                <a:custGeom>
                  <a:avLst/>
                  <a:gdLst/>
                  <a:ahLst/>
                  <a:cxnLst/>
                  <a:rect l="l" t="t" r="r" b="b"/>
                  <a:pathLst>
                    <a:path w="2161" h="10691" extrusionOk="0">
                      <a:moveTo>
                        <a:pt x="2161" y="0"/>
                      </a:moveTo>
                      <a:cubicBezTo>
                        <a:pt x="1990" y="12"/>
                        <a:pt x="1810" y="24"/>
                        <a:pt x="1624" y="36"/>
                      </a:cubicBezTo>
                      <a:cubicBezTo>
                        <a:pt x="1095" y="65"/>
                        <a:pt x="526" y="94"/>
                        <a:pt x="21" y="118"/>
                      </a:cubicBezTo>
                      <a:lnTo>
                        <a:pt x="0" y="118"/>
                      </a:lnTo>
                      <a:cubicBezTo>
                        <a:pt x="0" y="118"/>
                        <a:pt x="90" y="798"/>
                        <a:pt x="90" y="1615"/>
                      </a:cubicBezTo>
                      <a:cubicBezTo>
                        <a:pt x="90" y="2026"/>
                        <a:pt x="70" y="2469"/>
                        <a:pt x="0" y="2884"/>
                      </a:cubicBezTo>
                      <a:cubicBezTo>
                        <a:pt x="297" y="3560"/>
                        <a:pt x="521" y="3616"/>
                        <a:pt x="521" y="3800"/>
                      </a:cubicBezTo>
                      <a:cubicBezTo>
                        <a:pt x="521" y="3979"/>
                        <a:pt x="155" y="4662"/>
                        <a:pt x="155" y="4914"/>
                      </a:cubicBezTo>
                      <a:lnTo>
                        <a:pt x="155" y="4927"/>
                      </a:lnTo>
                      <a:cubicBezTo>
                        <a:pt x="167" y="5105"/>
                        <a:pt x="623" y="8828"/>
                        <a:pt x="851" y="10691"/>
                      </a:cubicBezTo>
                      <a:cubicBezTo>
                        <a:pt x="692" y="8755"/>
                        <a:pt x="862" y="6294"/>
                        <a:pt x="1144" y="5687"/>
                      </a:cubicBezTo>
                      <a:cubicBezTo>
                        <a:pt x="1481" y="4963"/>
                        <a:pt x="1273" y="3564"/>
                        <a:pt x="855" y="3047"/>
                      </a:cubicBezTo>
                      <a:cubicBezTo>
                        <a:pt x="436" y="2531"/>
                        <a:pt x="366" y="744"/>
                        <a:pt x="366" y="744"/>
                      </a:cubicBezTo>
                      <a:lnTo>
                        <a:pt x="21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6">
                  <a:extLst>
                    <a:ext uri="{FF2B5EF4-FFF2-40B4-BE49-F238E27FC236}">
                      <a16:creationId xmlns:a16="http://schemas.microsoft.com/office/drawing/2014/main" id="{239B2C22-9281-08D6-8EA7-622852434810}"/>
                    </a:ext>
                  </a:extLst>
                </p:cNvPr>
                <p:cNvSpPr/>
                <p:nvPr/>
              </p:nvSpPr>
              <p:spPr>
                <a:xfrm>
                  <a:off x="4461227" y="1675388"/>
                  <a:ext cx="311926" cy="171232"/>
                </a:xfrm>
                <a:custGeom>
                  <a:avLst/>
                  <a:gdLst/>
                  <a:ahLst/>
                  <a:cxnLst/>
                  <a:rect l="l" t="t" r="r" b="b"/>
                  <a:pathLst>
                    <a:path w="3146" h="1727" extrusionOk="0">
                      <a:moveTo>
                        <a:pt x="3145" y="0"/>
                      </a:moveTo>
                      <a:lnTo>
                        <a:pt x="3145" y="0"/>
                      </a:lnTo>
                      <a:cubicBezTo>
                        <a:pt x="3131" y="11"/>
                        <a:pt x="3111" y="27"/>
                        <a:pt x="3086" y="48"/>
                      </a:cubicBezTo>
                      <a:lnTo>
                        <a:pt x="3086" y="48"/>
                      </a:lnTo>
                      <a:cubicBezTo>
                        <a:pt x="3125" y="18"/>
                        <a:pt x="3145" y="1"/>
                        <a:pt x="3145" y="0"/>
                      </a:cubicBezTo>
                      <a:close/>
                      <a:moveTo>
                        <a:pt x="3086" y="48"/>
                      </a:moveTo>
                      <a:lnTo>
                        <a:pt x="3086" y="48"/>
                      </a:lnTo>
                      <a:cubicBezTo>
                        <a:pt x="2782" y="292"/>
                        <a:pt x="1351" y="1394"/>
                        <a:pt x="0" y="1709"/>
                      </a:cubicBezTo>
                      <a:cubicBezTo>
                        <a:pt x="67" y="1721"/>
                        <a:pt x="135" y="1727"/>
                        <a:pt x="204" y="1727"/>
                      </a:cubicBezTo>
                      <a:cubicBezTo>
                        <a:pt x="1289" y="1727"/>
                        <a:pt x="2727" y="355"/>
                        <a:pt x="3086" y="4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6">
                  <a:extLst>
                    <a:ext uri="{FF2B5EF4-FFF2-40B4-BE49-F238E27FC236}">
                      <a16:creationId xmlns:a16="http://schemas.microsoft.com/office/drawing/2014/main" id="{2641F7EB-4DFC-19A6-1930-315841099D49}"/>
                    </a:ext>
                  </a:extLst>
                </p:cNvPr>
                <p:cNvSpPr/>
                <p:nvPr/>
              </p:nvSpPr>
              <p:spPr>
                <a:xfrm>
                  <a:off x="4909680" y="2692262"/>
                  <a:ext cx="345042" cy="236869"/>
                </a:xfrm>
                <a:custGeom>
                  <a:avLst/>
                  <a:gdLst/>
                  <a:ahLst/>
                  <a:cxnLst/>
                  <a:rect l="l" t="t" r="r" b="b"/>
                  <a:pathLst>
                    <a:path w="3480" h="2389" extrusionOk="0">
                      <a:moveTo>
                        <a:pt x="1" y="0"/>
                      </a:moveTo>
                      <a:lnTo>
                        <a:pt x="1" y="0"/>
                      </a:lnTo>
                      <a:cubicBezTo>
                        <a:pt x="1221" y="1981"/>
                        <a:pt x="2031" y="2250"/>
                        <a:pt x="3480" y="2388"/>
                      </a:cubicBezTo>
                      <a:cubicBezTo>
                        <a:pt x="1616" y="1688"/>
                        <a:pt x="1" y="0"/>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6">
                  <a:extLst>
                    <a:ext uri="{FF2B5EF4-FFF2-40B4-BE49-F238E27FC236}">
                      <a16:creationId xmlns:a16="http://schemas.microsoft.com/office/drawing/2014/main" id="{6BE78097-C128-F26C-7EC7-22520513C559}"/>
                    </a:ext>
                  </a:extLst>
                </p:cNvPr>
                <p:cNvSpPr/>
                <p:nvPr/>
              </p:nvSpPr>
              <p:spPr>
                <a:xfrm>
                  <a:off x="4925148" y="2686214"/>
                  <a:ext cx="334830" cy="230821"/>
                </a:xfrm>
                <a:custGeom>
                  <a:avLst/>
                  <a:gdLst/>
                  <a:ahLst/>
                  <a:cxnLst/>
                  <a:rect l="l" t="t" r="r" b="b"/>
                  <a:pathLst>
                    <a:path w="3377" h="2328" extrusionOk="0">
                      <a:moveTo>
                        <a:pt x="9" y="0"/>
                      </a:moveTo>
                      <a:cubicBezTo>
                        <a:pt x="8" y="0"/>
                        <a:pt x="6" y="1"/>
                        <a:pt x="4" y="3"/>
                      </a:cubicBezTo>
                      <a:cubicBezTo>
                        <a:pt x="0" y="3"/>
                        <a:pt x="0" y="12"/>
                        <a:pt x="0" y="12"/>
                      </a:cubicBezTo>
                      <a:cubicBezTo>
                        <a:pt x="4" y="16"/>
                        <a:pt x="280" y="407"/>
                        <a:pt x="834" y="882"/>
                      </a:cubicBezTo>
                      <a:cubicBezTo>
                        <a:pt x="1343" y="1321"/>
                        <a:pt x="2192" y="1932"/>
                        <a:pt x="3364" y="2327"/>
                      </a:cubicBezTo>
                      <a:lnTo>
                        <a:pt x="3368" y="2327"/>
                      </a:lnTo>
                      <a:cubicBezTo>
                        <a:pt x="3372" y="2327"/>
                        <a:pt x="3376" y="2327"/>
                        <a:pt x="3376" y="2322"/>
                      </a:cubicBezTo>
                      <a:cubicBezTo>
                        <a:pt x="3376" y="2318"/>
                        <a:pt x="3376" y="2314"/>
                        <a:pt x="3372" y="2314"/>
                      </a:cubicBezTo>
                      <a:cubicBezTo>
                        <a:pt x="2201" y="1916"/>
                        <a:pt x="1350" y="1310"/>
                        <a:pt x="842" y="870"/>
                      </a:cubicBezTo>
                      <a:cubicBezTo>
                        <a:pt x="293" y="394"/>
                        <a:pt x="16" y="8"/>
                        <a:pt x="12" y="3"/>
                      </a:cubicBezTo>
                      <a:cubicBezTo>
                        <a:pt x="12" y="1"/>
                        <a:pt x="11" y="0"/>
                        <a:pt x="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6">
                  <a:extLst>
                    <a:ext uri="{FF2B5EF4-FFF2-40B4-BE49-F238E27FC236}">
                      <a16:creationId xmlns:a16="http://schemas.microsoft.com/office/drawing/2014/main" id="{B1C785BE-BF56-6660-BA93-679E541381B9}"/>
                    </a:ext>
                  </a:extLst>
                </p:cNvPr>
                <p:cNvSpPr/>
                <p:nvPr/>
              </p:nvSpPr>
              <p:spPr>
                <a:xfrm>
                  <a:off x="4525773" y="2680860"/>
                  <a:ext cx="264334" cy="235680"/>
                </a:xfrm>
                <a:custGeom>
                  <a:avLst/>
                  <a:gdLst/>
                  <a:ahLst/>
                  <a:cxnLst/>
                  <a:rect l="l" t="t" r="r" b="b"/>
                  <a:pathLst>
                    <a:path w="2666" h="2377" extrusionOk="0">
                      <a:moveTo>
                        <a:pt x="2665" y="1"/>
                      </a:moveTo>
                      <a:lnTo>
                        <a:pt x="2665" y="1"/>
                      </a:lnTo>
                      <a:cubicBezTo>
                        <a:pt x="2290" y="953"/>
                        <a:pt x="1" y="1640"/>
                        <a:pt x="1" y="1640"/>
                      </a:cubicBezTo>
                      <a:lnTo>
                        <a:pt x="1221" y="1527"/>
                      </a:lnTo>
                      <a:lnTo>
                        <a:pt x="517" y="2376"/>
                      </a:lnTo>
                      <a:cubicBezTo>
                        <a:pt x="517" y="2376"/>
                        <a:pt x="2551" y="868"/>
                        <a:pt x="2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6">
                  <a:extLst>
                    <a:ext uri="{FF2B5EF4-FFF2-40B4-BE49-F238E27FC236}">
                      <a16:creationId xmlns:a16="http://schemas.microsoft.com/office/drawing/2014/main" id="{B0E2DF95-9116-9E47-0434-8963F09CA87E}"/>
                    </a:ext>
                  </a:extLst>
                </p:cNvPr>
                <p:cNvSpPr/>
                <p:nvPr/>
              </p:nvSpPr>
              <p:spPr>
                <a:xfrm>
                  <a:off x="4795559" y="814574"/>
                  <a:ext cx="29547" cy="114221"/>
                </a:xfrm>
                <a:custGeom>
                  <a:avLst/>
                  <a:gdLst/>
                  <a:ahLst/>
                  <a:cxnLst/>
                  <a:rect l="l" t="t" r="r" b="b"/>
                  <a:pathLst>
                    <a:path w="298" h="1152" extrusionOk="0">
                      <a:moveTo>
                        <a:pt x="298" y="1"/>
                      </a:moveTo>
                      <a:lnTo>
                        <a:pt x="217" y="13"/>
                      </a:lnTo>
                      <a:lnTo>
                        <a:pt x="82" y="973"/>
                      </a:lnTo>
                      <a:lnTo>
                        <a:pt x="1" y="1002"/>
                      </a:lnTo>
                      <a:lnTo>
                        <a:pt x="33" y="1131"/>
                      </a:lnTo>
                      <a:lnTo>
                        <a:pt x="298" y="1152"/>
                      </a:lnTo>
                      <a:lnTo>
                        <a:pt x="298" y="1"/>
                      </a:lnTo>
                      <a:close/>
                    </a:path>
                  </a:pathLst>
                </a:custGeom>
                <a:solidFill>
                  <a:srgbClr val="582C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6">
                  <a:extLst>
                    <a:ext uri="{FF2B5EF4-FFF2-40B4-BE49-F238E27FC236}">
                      <a16:creationId xmlns:a16="http://schemas.microsoft.com/office/drawing/2014/main" id="{AD9B3B01-75B2-F8CC-E6EB-3E4D2C043BE6}"/>
                    </a:ext>
                  </a:extLst>
                </p:cNvPr>
                <p:cNvSpPr/>
                <p:nvPr/>
              </p:nvSpPr>
              <p:spPr>
                <a:xfrm>
                  <a:off x="4825007" y="814970"/>
                  <a:ext cx="14278" cy="113824"/>
                </a:xfrm>
                <a:custGeom>
                  <a:avLst/>
                  <a:gdLst/>
                  <a:ahLst/>
                  <a:cxnLst/>
                  <a:rect l="l" t="t" r="r" b="b"/>
                  <a:pathLst>
                    <a:path w="144" h="1148" extrusionOk="0">
                      <a:moveTo>
                        <a:pt x="1" y="1"/>
                      </a:moveTo>
                      <a:lnTo>
                        <a:pt x="1" y="1148"/>
                      </a:lnTo>
                      <a:lnTo>
                        <a:pt x="143" y="1120"/>
                      </a:lnTo>
                      <a:lnTo>
                        <a:pt x="139" y="1018"/>
                      </a:lnTo>
                      <a:lnTo>
                        <a:pt x="78" y="949"/>
                      </a:lnTo>
                      <a:lnTo>
                        <a:pt x="1" y="1"/>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6">
                  <a:extLst>
                    <a:ext uri="{FF2B5EF4-FFF2-40B4-BE49-F238E27FC236}">
                      <a16:creationId xmlns:a16="http://schemas.microsoft.com/office/drawing/2014/main" id="{0C7410E1-5D15-CEF2-5093-5712E92D28DF}"/>
                    </a:ext>
                  </a:extLst>
                </p:cNvPr>
                <p:cNvSpPr/>
                <p:nvPr/>
              </p:nvSpPr>
              <p:spPr>
                <a:xfrm>
                  <a:off x="4798732" y="925918"/>
                  <a:ext cx="40552" cy="6643"/>
                </a:xfrm>
                <a:custGeom>
                  <a:avLst/>
                  <a:gdLst/>
                  <a:ahLst/>
                  <a:cxnLst/>
                  <a:rect l="l" t="t" r="r" b="b"/>
                  <a:pathLst>
                    <a:path w="409" h="67" extrusionOk="0">
                      <a:moveTo>
                        <a:pt x="408" y="1"/>
                      </a:moveTo>
                      <a:lnTo>
                        <a:pt x="266" y="29"/>
                      </a:lnTo>
                      <a:lnTo>
                        <a:pt x="1" y="8"/>
                      </a:lnTo>
                      <a:lnTo>
                        <a:pt x="1" y="8"/>
                      </a:lnTo>
                      <a:lnTo>
                        <a:pt x="262" y="66"/>
                      </a:lnTo>
                      <a:lnTo>
                        <a:pt x="408"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6">
                  <a:extLst>
                    <a:ext uri="{FF2B5EF4-FFF2-40B4-BE49-F238E27FC236}">
                      <a16:creationId xmlns:a16="http://schemas.microsoft.com/office/drawing/2014/main" id="{C35E37A4-B44D-6382-0594-82920B6F4B69}"/>
                    </a:ext>
                  </a:extLst>
                </p:cNvPr>
                <p:cNvSpPr/>
                <p:nvPr/>
              </p:nvSpPr>
              <p:spPr>
                <a:xfrm>
                  <a:off x="4803590" y="815764"/>
                  <a:ext cx="13484" cy="95382"/>
                </a:xfrm>
                <a:custGeom>
                  <a:avLst/>
                  <a:gdLst/>
                  <a:ahLst/>
                  <a:cxnLst/>
                  <a:rect l="l" t="t" r="r" b="b"/>
                  <a:pathLst>
                    <a:path w="136" h="962" extrusionOk="0">
                      <a:moveTo>
                        <a:pt x="136" y="1"/>
                      </a:moveTo>
                      <a:lnTo>
                        <a:pt x="1" y="961"/>
                      </a:lnTo>
                      <a:lnTo>
                        <a:pt x="1" y="961"/>
                      </a:lnTo>
                      <a:lnTo>
                        <a:pt x="46" y="952"/>
                      </a:lnTo>
                      <a:lnTo>
                        <a:pt x="136" y="1"/>
                      </a:lnTo>
                      <a:close/>
                    </a:path>
                  </a:pathLst>
                </a:custGeom>
                <a:solidFill>
                  <a:srgbClr val="2C15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6">
                  <a:extLst>
                    <a:ext uri="{FF2B5EF4-FFF2-40B4-BE49-F238E27FC236}">
                      <a16:creationId xmlns:a16="http://schemas.microsoft.com/office/drawing/2014/main" id="{820741C0-BDD9-63EA-75FB-64BF0C52D4D7}"/>
                    </a:ext>
                  </a:extLst>
                </p:cNvPr>
                <p:cNvSpPr/>
                <p:nvPr/>
              </p:nvSpPr>
              <p:spPr>
                <a:xfrm>
                  <a:off x="4710092" y="785523"/>
                  <a:ext cx="92110" cy="32025"/>
                </a:xfrm>
                <a:custGeom>
                  <a:avLst/>
                  <a:gdLst/>
                  <a:ahLst/>
                  <a:cxnLst/>
                  <a:rect l="l" t="t" r="r" b="b"/>
                  <a:pathLst>
                    <a:path w="929" h="323" extrusionOk="0">
                      <a:moveTo>
                        <a:pt x="168" y="1"/>
                      </a:moveTo>
                      <a:cubicBezTo>
                        <a:pt x="138" y="1"/>
                        <a:pt x="110" y="5"/>
                        <a:pt x="82" y="18"/>
                      </a:cubicBezTo>
                      <a:cubicBezTo>
                        <a:pt x="49" y="29"/>
                        <a:pt x="21" y="54"/>
                        <a:pt x="1" y="82"/>
                      </a:cubicBezTo>
                      <a:lnTo>
                        <a:pt x="1" y="86"/>
                      </a:lnTo>
                      <a:cubicBezTo>
                        <a:pt x="1" y="91"/>
                        <a:pt x="5" y="99"/>
                        <a:pt x="8" y="99"/>
                      </a:cubicBezTo>
                      <a:cubicBezTo>
                        <a:pt x="25" y="95"/>
                        <a:pt x="46" y="95"/>
                        <a:pt x="74" y="95"/>
                      </a:cubicBezTo>
                      <a:lnTo>
                        <a:pt x="78" y="95"/>
                      </a:lnTo>
                      <a:cubicBezTo>
                        <a:pt x="99" y="94"/>
                        <a:pt x="124" y="93"/>
                        <a:pt x="151" y="93"/>
                      </a:cubicBezTo>
                      <a:cubicBezTo>
                        <a:pt x="347" y="93"/>
                        <a:pt x="677" y="129"/>
                        <a:pt x="867" y="322"/>
                      </a:cubicBezTo>
                      <a:cubicBezTo>
                        <a:pt x="871" y="314"/>
                        <a:pt x="871" y="310"/>
                        <a:pt x="875" y="306"/>
                      </a:cubicBezTo>
                      <a:cubicBezTo>
                        <a:pt x="928" y="192"/>
                        <a:pt x="883" y="147"/>
                        <a:pt x="883" y="147"/>
                      </a:cubicBezTo>
                      <a:lnTo>
                        <a:pt x="883" y="147"/>
                      </a:lnTo>
                      <a:cubicBezTo>
                        <a:pt x="887" y="217"/>
                        <a:pt x="851" y="228"/>
                        <a:pt x="851" y="228"/>
                      </a:cubicBezTo>
                      <a:cubicBezTo>
                        <a:pt x="851" y="228"/>
                        <a:pt x="782" y="131"/>
                        <a:pt x="517" y="58"/>
                      </a:cubicBezTo>
                      <a:cubicBezTo>
                        <a:pt x="427" y="33"/>
                        <a:pt x="309" y="13"/>
                        <a:pt x="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6">
                  <a:extLst>
                    <a:ext uri="{FF2B5EF4-FFF2-40B4-BE49-F238E27FC236}">
                      <a16:creationId xmlns:a16="http://schemas.microsoft.com/office/drawing/2014/main" id="{47F65F96-BC2B-D342-C28C-EFA7B02D59FF}"/>
                    </a:ext>
                  </a:extLst>
                </p:cNvPr>
                <p:cNvSpPr/>
                <p:nvPr/>
              </p:nvSpPr>
              <p:spPr>
                <a:xfrm>
                  <a:off x="4727443" y="802478"/>
                  <a:ext cx="55722" cy="20623"/>
                </a:xfrm>
                <a:custGeom>
                  <a:avLst/>
                  <a:gdLst/>
                  <a:ahLst/>
                  <a:cxnLst/>
                  <a:rect l="l" t="t" r="r" b="b"/>
                  <a:pathLst>
                    <a:path w="562" h="208" extrusionOk="0">
                      <a:moveTo>
                        <a:pt x="0" y="1"/>
                      </a:moveTo>
                      <a:lnTo>
                        <a:pt x="383" y="208"/>
                      </a:lnTo>
                      <a:lnTo>
                        <a:pt x="562" y="135"/>
                      </a:lnTo>
                      <a:lnTo>
                        <a:pt x="378" y="1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6">
                  <a:extLst>
                    <a:ext uri="{FF2B5EF4-FFF2-40B4-BE49-F238E27FC236}">
                      <a16:creationId xmlns:a16="http://schemas.microsoft.com/office/drawing/2014/main" id="{044ECB7E-ADEB-E205-5D77-16EACC650E65}"/>
                    </a:ext>
                  </a:extLst>
                </p:cNvPr>
                <p:cNvSpPr/>
                <p:nvPr/>
              </p:nvSpPr>
              <p:spPr>
                <a:xfrm>
                  <a:off x="4717727" y="794447"/>
                  <a:ext cx="78329" cy="25482"/>
                </a:xfrm>
                <a:custGeom>
                  <a:avLst/>
                  <a:gdLst/>
                  <a:ahLst/>
                  <a:cxnLst/>
                  <a:rect l="l" t="t" r="r" b="b"/>
                  <a:pathLst>
                    <a:path w="790" h="257" extrusionOk="0">
                      <a:moveTo>
                        <a:pt x="57" y="1"/>
                      </a:moveTo>
                      <a:cubicBezTo>
                        <a:pt x="37" y="1"/>
                        <a:pt x="21" y="5"/>
                        <a:pt x="1" y="5"/>
                      </a:cubicBezTo>
                      <a:cubicBezTo>
                        <a:pt x="57" y="5"/>
                        <a:pt x="590" y="20"/>
                        <a:pt x="774" y="257"/>
                      </a:cubicBezTo>
                      <a:cubicBezTo>
                        <a:pt x="782" y="249"/>
                        <a:pt x="786" y="240"/>
                        <a:pt x="790" y="232"/>
                      </a:cubicBezTo>
                      <a:cubicBezTo>
                        <a:pt x="598" y="33"/>
                        <a:pt x="253" y="1"/>
                        <a:pt x="57" y="1"/>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6">
                  <a:extLst>
                    <a:ext uri="{FF2B5EF4-FFF2-40B4-BE49-F238E27FC236}">
                      <a16:creationId xmlns:a16="http://schemas.microsoft.com/office/drawing/2014/main" id="{13769CE6-0433-C0B6-A8C1-1A6039CC3B07}"/>
                    </a:ext>
                  </a:extLst>
                </p:cNvPr>
                <p:cNvSpPr/>
                <p:nvPr/>
              </p:nvSpPr>
              <p:spPr>
                <a:xfrm>
                  <a:off x="4860106" y="826273"/>
                  <a:ext cx="57309" cy="12195"/>
                </a:xfrm>
                <a:custGeom>
                  <a:avLst/>
                  <a:gdLst/>
                  <a:ahLst/>
                  <a:cxnLst/>
                  <a:rect l="l" t="t" r="r" b="b"/>
                  <a:pathLst>
                    <a:path w="578" h="123" extrusionOk="0">
                      <a:moveTo>
                        <a:pt x="1" y="1"/>
                      </a:moveTo>
                      <a:lnTo>
                        <a:pt x="155" y="123"/>
                      </a:lnTo>
                      <a:lnTo>
                        <a:pt x="525" y="33"/>
                      </a:lnTo>
                      <a:lnTo>
                        <a:pt x="578" y="21"/>
                      </a:lnTo>
                      <a:lnTo>
                        <a:pt x="176" y="6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6">
                  <a:extLst>
                    <a:ext uri="{FF2B5EF4-FFF2-40B4-BE49-F238E27FC236}">
                      <a16:creationId xmlns:a16="http://schemas.microsoft.com/office/drawing/2014/main" id="{180FF036-D3DC-5CB8-96AC-C602A8B1F968}"/>
                    </a:ext>
                  </a:extLst>
                </p:cNvPr>
                <p:cNvSpPr/>
                <p:nvPr/>
              </p:nvSpPr>
              <p:spPr>
                <a:xfrm>
                  <a:off x="4844737" y="787209"/>
                  <a:ext cx="91714" cy="18343"/>
                </a:xfrm>
                <a:custGeom>
                  <a:avLst/>
                  <a:gdLst/>
                  <a:ahLst/>
                  <a:cxnLst/>
                  <a:rect l="l" t="t" r="r" b="b"/>
                  <a:pathLst>
                    <a:path w="925" h="185" extrusionOk="0">
                      <a:moveTo>
                        <a:pt x="58" y="1"/>
                      </a:moveTo>
                      <a:cubicBezTo>
                        <a:pt x="58" y="1"/>
                        <a:pt x="1" y="29"/>
                        <a:pt x="21" y="155"/>
                      </a:cubicBezTo>
                      <a:cubicBezTo>
                        <a:pt x="25" y="159"/>
                        <a:pt x="25" y="163"/>
                        <a:pt x="25" y="167"/>
                      </a:cubicBezTo>
                      <a:cubicBezTo>
                        <a:pt x="132" y="106"/>
                        <a:pt x="259" y="85"/>
                        <a:pt x="383" y="85"/>
                      </a:cubicBezTo>
                      <a:cubicBezTo>
                        <a:pt x="568" y="85"/>
                        <a:pt x="747" y="131"/>
                        <a:pt x="847" y="163"/>
                      </a:cubicBezTo>
                      <a:lnTo>
                        <a:pt x="851" y="163"/>
                      </a:lnTo>
                      <a:cubicBezTo>
                        <a:pt x="876" y="171"/>
                        <a:pt x="900" y="179"/>
                        <a:pt x="913" y="183"/>
                      </a:cubicBezTo>
                      <a:cubicBezTo>
                        <a:pt x="914" y="184"/>
                        <a:pt x="915" y="185"/>
                        <a:pt x="917" y="185"/>
                      </a:cubicBezTo>
                      <a:cubicBezTo>
                        <a:pt x="920" y="185"/>
                        <a:pt x="924" y="182"/>
                        <a:pt x="924" y="179"/>
                      </a:cubicBezTo>
                      <a:lnTo>
                        <a:pt x="924" y="175"/>
                      </a:lnTo>
                      <a:cubicBezTo>
                        <a:pt x="913" y="138"/>
                        <a:pt x="892" y="110"/>
                        <a:pt x="864" y="85"/>
                      </a:cubicBezTo>
                      <a:cubicBezTo>
                        <a:pt x="843" y="69"/>
                        <a:pt x="815" y="57"/>
                        <a:pt x="787" y="49"/>
                      </a:cubicBezTo>
                      <a:cubicBezTo>
                        <a:pt x="644" y="25"/>
                        <a:pt x="526" y="12"/>
                        <a:pt x="432" y="12"/>
                      </a:cubicBezTo>
                      <a:cubicBezTo>
                        <a:pt x="425" y="12"/>
                        <a:pt x="418" y="12"/>
                        <a:pt x="411" y="12"/>
                      </a:cubicBezTo>
                      <a:cubicBezTo>
                        <a:pt x="155" y="12"/>
                        <a:pt x="66" y="82"/>
                        <a:pt x="66" y="82"/>
                      </a:cubicBezTo>
                      <a:cubicBezTo>
                        <a:pt x="66" y="82"/>
                        <a:pt x="34" y="65"/>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6">
                  <a:extLst>
                    <a:ext uri="{FF2B5EF4-FFF2-40B4-BE49-F238E27FC236}">
                      <a16:creationId xmlns:a16="http://schemas.microsoft.com/office/drawing/2014/main" id="{E794268F-271C-E72D-3E7C-86546240657B}"/>
                    </a:ext>
                  </a:extLst>
                </p:cNvPr>
                <p:cNvSpPr/>
                <p:nvPr/>
              </p:nvSpPr>
              <p:spPr>
                <a:xfrm>
                  <a:off x="4847216" y="795636"/>
                  <a:ext cx="81600" cy="11006"/>
                </a:xfrm>
                <a:custGeom>
                  <a:avLst/>
                  <a:gdLst/>
                  <a:ahLst/>
                  <a:cxnLst/>
                  <a:rect l="l" t="t" r="r" b="b"/>
                  <a:pathLst>
                    <a:path w="823" h="111" extrusionOk="0">
                      <a:moveTo>
                        <a:pt x="362" y="0"/>
                      </a:moveTo>
                      <a:cubicBezTo>
                        <a:pt x="236" y="0"/>
                        <a:pt x="110" y="21"/>
                        <a:pt x="0" y="82"/>
                      </a:cubicBezTo>
                      <a:cubicBezTo>
                        <a:pt x="0" y="94"/>
                        <a:pt x="5" y="102"/>
                        <a:pt x="9" y="111"/>
                      </a:cubicBezTo>
                      <a:cubicBezTo>
                        <a:pt x="107" y="41"/>
                        <a:pt x="249" y="21"/>
                        <a:pt x="383" y="21"/>
                      </a:cubicBezTo>
                      <a:cubicBezTo>
                        <a:pt x="591" y="21"/>
                        <a:pt x="790" y="70"/>
                        <a:pt x="822" y="78"/>
                      </a:cubicBezTo>
                      <a:cubicBezTo>
                        <a:pt x="721" y="45"/>
                        <a:pt x="546" y="0"/>
                        <a:pt x="362"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6">
                  <a:extLst>
                    <a:ext uri="{FF2B5EF4-FFF2-40B4-BE49-F238E27FC236}">
                      <a16:creationId xmlns:a16="http://schemas.microsoft.com/office/drawing/2014/main" id="{A161F015-2B01-6CA7-016C-6FCF4D63ED8B}"/>
                    </a:ext>
                  </a:extLst>
                </p:cNvPr>
                <p:cNvSpPr/>
                <p:nvPr/>
              </p:nvSpPr>
              <p:spPr>
                <a:xfrm>
                  <a:off x="4862188" y="827860"/>
                  <a:ext cx="50071" cy="15864"/>
                </a:xfrm>
                <a:custGeom>
                  <a:avLst/>
                  <a:gdLst/>
                  <a:ahLst/>
                  <a:cxnLst/>
                  <a:rect l="l" t="t" r="r" b="b"/>
                  <a:pathLst>
                    <a:path w="505" h="160" extrusionOk="0">
                      <a:moveTo>
                        <a:pt x="0" y="1"/>
                      </a:moveTo>
                      <a:lnTo>
                        <a:pt x="114" y="160"/>
                      </a:lnTo>
                      <a:lnTo>
                        <a:pt x="191" y="135"/>
                      </a:lnTo>
                      <a:lnTo>
                        <a:pt x="504" y="17"/>
                      </a:lnTo>
                      <a:lnTo>
                        <a:pt x="134" y="107"/>
                      </a:lnTo>
                      <a:lnTo>
                        <a:pt x="0"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6">
                  <a:extLst>
                    <a:ext uri="{FF2B5EF4-FFF2-40B4-BE49-F238E27FC236}">
                      <a16:creationId xmlns:a16="http://schemas.microsoft.com/office/drawing/2014/main" id="{AD31BBC0-A367-7ACB-46A4-D5C28C2A3D0E}"/>
                    </a:ext>
                  </a:extLst>
                </p:cNvPr>
                <p:cNvSpPr/>
                <p:nvPr/>
              </p:nvSpPr>
              <p:spPr>
                <a:xfrm>
                  <a:off x="4875474" y="829545"/>
                  <a:ext cx="36785" cy="8924"/>
                </a:xfrm>
                <a:custGeom>
                  <a:avLst/>
                  <a:gdLst/>
                  <a:ahLst/>
                  <a:cxnLst/>
                  <a:rect l="l" t="t" r="r" b="b"/>
                  <a:pathLst>
                    <a:path w="371" h="90" extrusionOk="0">
                      <a:moveTo>
                        <a:pt x="370" y="0"/>
                      </a:moveTo>
                      <a:lnTo>
                        <a:pt x="0" y="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56">
                  <a:extLst>
                    <a:ext uri="{FF2B5EF4-FFF2-40B4-BE49-F238E27FC236}">
                      <a16:creationId xmlns:a16="http://schemas.microsoft.com/office/drawing/2014/main" id="{F8F67FE2-A531-DABB-B170-1B3A47D4E8D4}"/>
                    </a:ext>
                  </a:extLst>
                </p:cNvPr>
                <p:cNvSpPr/>
                <p:nvPr/>
              </p:nvSpPr>
              <p:spPr>
                <a:xfrm>
                  <a:off x="4857726" y="870692"/>
                  <a:ext cx="73470" cy="79915"/>
                </a:xfrm>
                <a:custGeom>
                  <a:avLst/>
                  <a:gdLst/>
                  <a:ahLst/>
                  <a:cxnLst/>
                  <a:rect l="l" t="t" r="r" b="b"/>
                  <a:pathLst>
                    <a:path w="741" h="806" extrusionOk="0">
                      <a:moveTo>
                        <a:pt x="692" y="0"/>
                      </a:moveTo>
                      <a:lnTo>
                        <a:pt x="1" y="163"/>
                      </a:lnTo>
                      <a:lnTo>
                        <a:pt x="16" y="228"/>
                      </a:lnTo>
                      <a:cubicBezTo>
                        <a:pt x="74" y="419"/>
                        <a:pt x="70" y="623"/>
                        <a:pt x="1" y="806"/>
                      </a:cubicBezTo>
                      <a:lnTo>
                        <a:pt x="399" y="639"/>
                      </a:lnTo>
                      <a:cubicBezTo>
                        <a:pt x="472" y="606"/>
                        <a:pt x="525" y="550"/>
                        <a:pt x="553" y="477"/>
                      </a:cubicBezTo>
                      <a:lnTo>
                        <a:pt x="602" y="342"/>
                      </a:lnTo>
                      <a:lnTo>
                        <a:pt x="741" y="216"/>
                      </a:lnTo>
                      <a:lnTo>
                        <a:pt x="692" y="0"/>
                      </a:ln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6">
                  <a:extLst>
                    <a:ext uri="{FF2B5EF4-FFF2-40B4-BE49-F238E27FC236}">
                      <a16:creationId xmlns:a16="http://schemas.microsoft.com/office/drawing/2014/main" id="{88CE106B-50EE-BE5F-E5BB-40A72587881F}"/>
                    </a:ext>
                  </a:extLst>
                </p:cNvPr>
                <p:cNvSpPr/>
                <p:nvPr/>
              </p:nvSpPr>
              <p:spPr>
                <a:xfrm>
                  <a:off x="4813307" y="719490"/>
                  <a:ext cx="126416" cy="60977"/>
                </a:xfrm>
                <a:custGeom>
                  <a:avLst/>
                  <a:gdLst/>
                  <a:ahLst/>
                  <a:cxnLst/>
                  <a:rect l="l" t="t" r="r" b="b"/>
                  <a:pathLst>
                    <a:path w="1275" h="615" extrusionOk="0">
                      <a:moveTo>
                        <a:pt x="245" y="0"/>
                      </a:moveTo>
                      <a:cubicBezTo>
                        <a:pt x="103" y="4"/>
                        <a:pt x="0" y="134"/>
                        <a:pt x="38" y="272"/>
                      </a:cubicBezTo>
                      <a:cubicBezTo>
                        <a:pt x="79" y="447"/>
                        <a:pt x="237" y="569"/>
                        <a:pt x="415" y="569"/>
                      </a:cubicBezTo>
                      <a:lnTo>
                        <a:pt x="456" y="569"/>
                      </a:lnTo>
                      <a:cubicBezTo>
                        <a:pt x="562" y="557"/>
                        <a:pt x="689" y="549"/>
                        <a:pt x="811" y="549"/>
                      </a:cubicBezTo>
                      <a:cubicBezTo>
                        <a:pt x="982" y="549"/>
                        <a:pt x="1153" y="565"/>
                        <a:pt x="1275" y="614"/>
                      </a:cubicBezTo>
                      <a:cubicBezTo>
                        <a:pt x="1063" y="321"/>
                        <a:pt x="875" y="0"/>
                        <a:pt x="293" y="0"/>
                      </a:cubicBezTo>
                      <a:close/>
                    </a:path>
                  </a:pathLst>
                </a:custGeom>
                <a:solidFill>
                  <a:srgbClr val="773C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6">
                  <a:extLst>
                    <a:ext uri="{FF2B5EF4-FFF2-40B4-BE49-F238E27FC236}">
                      <a16:creationId xmlns:a16="http://schemas.microsoft.com/office/drawing/2014/main" id="{CA835B00-BAB6-8C18-FBD1-4E57615F0508}"/>
                    </a:ext>
                  </a:extLst>
                </p:cNvPr>
                <p:cNvSpPr/>
                <p:nvPr/>
              </p:nvSpPr>
              <p:spPr>
                <a:xfrm>
                  <a:off x="4871012" y="1053424"/>
                  <a:ext cx="85170" cy="136034"/>
                </a:xfrm>
                <a:custGeom>
                  <a:avLst/>
                  <a:gdLst/>
                  <a:ahLst/>
                  <a:cxnLst/>
                  <a:rect l="l" t="t" r="r" b="b"/>
                  <a:pathLst>
                    <a:path w="859" h="1372" extrusionOk="0">
                      <a:moveTo>
                        <a:pt x="419" y="0"/>
                      </a:moveTo>
                      <a:lnTo>
                        <a:pt x="322" y="69"/>
                      </a:lnTo>
                      <a:lnTo>
                        <a:pt x="627" y="444"/>
                      </a:lnTo>
                      <a:lnTo>
                        <a:pt x="0" y="1371"/>
                      </a:lnTo>
                      <a:lnTo>
                        <a:pt x="859" y="444"/>
                      </a:lnTo>
                      <a:lnTo>
                        <a:pt x="578" y="163"/>
                      </a:lnTo>
                      <a:lnTo>
                        <a:pt x="41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6">
                  <a:extLst>
                    <a:ext uri="{FF2B5EF4-FFF2-40B4-BE49-F238E27FC236}">
                      <a16:creationId xmlns:a16="http://schemas.microsoft.com/office/drawing/2014/main" id="{13B57C7D-E64B-4B9A-80E2-7C7B5DD05108}"/>
                    </a:ext>
                  </a:extLst>
                </p:cNvPr>
                <p:cNvSpPr/>
                <p:nvPr/>
              </p:nvSpPr>
              <p:spPr>
                <a:xfrm>
                  <a:off x="4928320" y="1069487"/>
                  <a:ext cx="27861" cy="27960"/>
                </a:xfrm>
                <a:custGeom>
                  <a:avLst/>
                  <a:gdLst/>
                  <a:ahLst/>
                  <a:cxnLst/>
                  <a:rect l="l" t="t" r="r" b="b"/>
                  <a:pathLst>
                    <a:path w="281" h="282" extrusionOk="0">
                      <a:moveTo>
                        <a:pt x="0" y="1"/>
                      </a:moveTo>
                      <a:lnTo>
                        <a:pt x="0" y="1"/>
                      </a:lnTo>
                      <a:lnTo>
                        <a:pt x="0" y="1"/>
                      </a:lnTo>
                      <a:lnTo>
                        <a:pt x="281" y="282"/>
                      </a:lnTo>
                      <a:close/>
                    </a:path>
                  </a:pathLst>
                </a:custGeom>
                <a:solidFill>
                  <a:srgbClr val="F2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6">
                  <a:extLst>
                    <a:ext uri="{FF2B5EF4-FFF2-40B4-BE49-F238E27FC236}">
                      <a16:creationId xmlns:a16="http://schemas.microsoft.com/office/drawing/2014/main" id="{8B9776F5-9EEE-F3EC-C7AE-28368DE67B5E}"/>
                    </a:ext>
                  </a:extLst>
                </p:cNvPr>
                <p:cNvSpPr/>
                <p:nvPr/>
              </p:nvSpPr>
              <p:spPr>
                <a:xfrm>
                  <a:off x="4871012" y="1097348"/>
                  <a:ext cx="85170" cy="92110"/>
                </a:xfrm>
                <a:custGeom>
                  <a:avLst/>
                  <a:gdLst/>
                  <a:ahLst/>
                  <a:cxnLst/>
                  <a:rect l="l" t="t" r="r" b="b"/>
                  <a:pathLst>
                    <a:path w="859" h="929" extrusionOk="0">
                      <a:moveTo>
                        <a:pt x="859" y="1"/>
                      </a:moveTo>
                      <a:lnTo>
                        <a:pt x="0" y="928"/>
                      </a:lnTo>
                      <a:lnTo>
                        <a:pt x="0" y="928"/>
                      </a:lnTo>
                      <a:close/>
                    </a:path>
                  </a:pathLst>
                </a:custGeom>
                <a:solidFill>
                  <a:srgbClr val="6E82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6">
                  <a:extLst>
                    <a:ext uri="{FF2B5EF4-FFF2-40B4-BE49-F238E27FC236}">
                      <a16:creationId xmlns:a16="http://schemas.microsoft.com/office/drawing/2014/main" id="{9239BE1B-7A47-75BD-8AED-E507C81E4F8C}"/>
                    </a:ext>
                  </a:extLst>
                </p:cNvPr>
                <p:cNvSpPr/>
                <p:nvPr/>
              </p:nvSpPr>
              <p:spPr>
                <a:xfrm>
                  <a:off x="4704044" y="659306"/>
                  <a:ext cx="258583" cy="160226"/>
                </a:xfrm>
                <a:custGeom>
                  <a:avLst/>
                  <a:gdLst/>
                  <a:ahLst/>
                  <a:cxnLst/>
                  <a:rect l="l" t="t" r="r" b="b"/>
                  <a:pathLst>
                    <a:path w="2608" h="1616" extrusionOk="0">
                      <a:moveTo>
                        <a:pt x="439" y="1"/>
                      </a:moveTo>
                      <a:cubicBezTo>
                        <a:pt x="82" y="1"/>
                        <a:pt x="0" y="806"/>
                        <a:pt x="0" y="806"/>
                      </a:cubicBezTo>
                      <a:cubicBezTo>
                        <a:pt x="0" y="806"/>
                        <a:pt x="13" y="806"/>
                        <a:pt x="37" y="814"/>
                      </a:cubicBezTo>
                      <a:cubicBezTo>
                        <a:pt x="45" y="773"/>
                        <a:pt x="98" y="513"/>
                        <a:pt x="351" y="342"/>
                      </a:cubicBezTo>
                      <a:cubicBezTo>
                        <a:pt x="410" y="301"/>
                        <a:pt x="476" y="285"/>
                        <a:pt x="545" y="285"/>
                      </a:cubicBezTo>
                      <a:cubicBezTo>
                        <a:pt x="791" y="285"/>
                        <a:pt x="1058" y="497"/>
                        <a:pt x="1058" y="497"/>
                      </a:cubicBezTo>
                      <a:cubicBezTo>
                        <a:pt x="1180" y="469"/>
                        <a:pt x="1293" y="456"/>
                        <a:pt x="1397" y="456"/>
                      </a:cubicBezTo>
                      <a:cubicBezTo>
                        <a:pt x="2374" y="456"/>
                        <a:pt x="2601" y="1579"/>
                        <a:pt x="2608" y="1616"/>
                      </a:cubicBezTo>
                      <a:cubicBezTo>
                        <a:pt x="2451" y="501"/>
                        <a:pt x="1783" y="327"/>
                        <a:pt x="1382" y="327"/>
                      </a:cubicBezTo>
                      <a:cubicBezTo>
                        <a:pt x="1201" y="327"/>
                        <a:pt x="1074" y="363"/>
                        <a:pt x="1074" y="363"/>
                      </a:cubicBezTo>
                      <a:cubicBezTo>
                        <a:pt x="1074" y="363"/>
                        <a:pt x="798" y="1"/>
                        <a:pt x="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6">
                  <a:extLst>
                    <a:ext uri="{FF2B5EF4-FFF2-40B4-BE49-F238E27FC236}">
                      <a16:creationId xmlns:a16="http://schemas.microsoft.com/office/drawing/2014/main" id="{539C505F-4BB1-5293-C442-955A46343320}"/>
                    </a:ext>
                  </a:extLst>
                </p:cNvPr>
                <p:cNvSpPr/>
                <p:nvPr/>
              </p:nvSpPr>
              <p:spPr>
                <a:xfrm>
                  <a:off x="4758874" y="648796"/>
                  <a:ext cx="200977" cy="124334"/>
                </a:xfrm>
                <a:custGeom>
                  <a:avLst/>
                  <a:gdLst/>
                  <a:ahLst/>
                  <a:cxnLst/>
                  <a:rect l="l" t="t" r="r" b="b"/>
                  <a:pathLst>
                    <a:path w="2027" h="1254" extrusionOk="0">
                      <a:moveTo>
                        <a:pt x="9" y="0"/>
                      </a:moveTo>
                      <a:cubicBezTo>
                        <a:pt x="5" y="0"/>
                        <a:pt x="1" y="5"/>
                        <a:pt x="1" y="5"/>
                      </a:cubicBezTo>
                      <a:cubicBezTo>
                        <a:pt x="1" y="9"/>
                        <a:pt x="5" y="13"/>
                        <a:pt x="5" y="13"/>
                      </a:cubicBezTo>
                      <a:cubicBezTo>
                        <a:pt x="9" y="13"/>
                        <a:pt x="350" y="90"/>
                        <a:pt x="501" y="391"/>
                      </a:cubicBezTo>
                      <a:cubicBezTo>
                        <a:pt x="505" y="396"/>
                        <a:pt x="505" y="396"/>
                        <a:pt x="509" y="396"/>
                      </a:cubicBezTo>
                      <a:cubicBezTo>
                        <a:pt x="521" y="391"/>
                        <a:pt x="538" y="387"/>
                        <a:pt x="554" y="379"/>
                      </a:cubicBezTo>
                      <a:cubicBezTo>
                        <a:pt x="671" y="341"/>
                        <a:pt x="849" y="282"/>
                        <a:pt x="1044" y="282"/>
                      </a:cubicBezTo>
                      <a:cubicBezTo>
                        <a:pt x="1166" y="282"/>
                        <a:pt x="1295" y="306"/>
                        <a:pt x="1420" y="371"/>
                      </a:cubicBezTo>
                      <a:cubicBezTo>
                        <a:pt x="1685" y="509"/>
                        <a:pt x="1884" y="802"/>
                        <a:pt x="2019" y="1250"/>
                      </a:cubicBezTo>
                      <a:cubicBezTo>
                        <a:pt x="2019" y="1250"/>
                        <a:pt x="2019" y="1254"/>
                        <a:pt x="2023" y="1254"/>
                      </a:cubicBezTo>
                      <a:cubicBezTo>
                        <a:pt x="2027" y="1250"/>
                        <a:pt x="2027" y="1250"/>
                        <a:pt x="2027" y="1245"/>
                      </a:cubicBezTo>
                      <a:cubicBezTo>
                        <a:pt x="1892" y="798"/>
                        <a:pt x="1689" y="501"/>
                        <a:pt x="1424" y="363"/>
                      </a:cubicBezTo>
                      <a:cubicBezTo>
                        <a:pt x="1297" y="296"/>
                        <a:pt x="1165" y="273"/>
                        <a:pt x="1041" y="273"/>
                      </a:cubicBezTo>
                      <a:cubicBezTo>
                        <a:pt x="845" y="273"/>
                        <a:pt x="667" y="331"/>
                        <a:pt x="549" y="371"/>
                      </a:cubicBezTo>
                      <a:cubicBezTo>
                        <a:pt x="538" y="375"/>
                        <a:pt x="521" y="379"/>
                        <a:pt x="509" y="383"/>
                      </a:cubicBezTo>
                      <a:cubicBezTo>
                        <a:pt x="354" y="82"/>
                        <a:pt x="12" y="0"/>
                        <a:pt x="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6">
                  <a:extLst>
                    <a:ext uri="{FF2B5EF4-FFF2-40B4-BE49-F238E27FC236}">
                      <a16:creationId xmlns:a16="http://schemas.microsoft.com/office/drawing/2014/main" id="{A16A4D89-0903-3BB4-0FAE-EFC6B5AFF105}"/>
                    </a:ext>
                  </a:extLst>
                </p:cNvPr>
                <p:cNvSpPr/>
                <p:nvPr/>
              </p:nvSpPr>
              <p:spPr>
                <a:xfrm>
                  <a:off x="4888363" y="662082"/>
                  <a:ext cx="81204" cy="133258"/>
                </a:xfrm>
                <a:custGeom>
                  <a:avLst/>
                  <a:gdLst/>
                  <a:ahLst/>
                  <a:cxnLst/>
                  <a:rect l="l" t="t" r="r" b="b"/>
                  <a:pathLst>
                    <a:path w="819" h="1344" extrusionOk="0">
                      <a:moveTo>
                        <a:pt x="15" y="1"/>
                      </a:moveTo>
                      <a:cubicBezTo>
                        <a:pt x="9" y="1"/>
                        <a:pt x="5" y="1"/>
                        <a:pt x="5" y="1"/>
                      </a:cubicBezTo>
                      <a:cubicBezTo>
                        <a:pt x="0" y="1"/>
                        <a:pt x="0" y="5"/>
                        <a:pt x="0" y="9"/>
                      </a:cubicBezTo>
                      <a:cubicBezTo>
                        <a:pt x="0" y="9"/>
                        <a:pt x="0" y="13"/>
                        <a:pt x="5" y="13"/>
                      </a:cubicBezTo>
                      <a:lnTo>
                        <a:pt x="13" y="13"/>
                      </a:lnTo>
                      <a:cubicBezTo>
                        <a:pt x="54" y="13"/>
                        <a:pt x="232" y="22"/>
                        <a:pt x="407" y="180"/>
                      </a:cubicBezTo>
                      <a:cubicBezTo>
                        <a:pt x="651" y="399"/>
                        <a:pt x="786" y="786"/>
                        <a:pt x="810" y="1340"/>
                      </a:cubicBezTo>
                      <a:cubicBezTo>
                        <a:pt x="810" y="1340"/>
                        <a:pt x="810" y="1344"/>
                        <a:pt x="814" y="1344"/>
                      </a:cubicBezTo>
                      <a:cubicBezTo>
                        <a:pt x="818" y="1344"/>
                        <a:pt x="818" y="1340"/>
                        <a:pt x="818" y="1336"/>
                      </a:cubicBezTo>
                      <a:cubicBezTo>
                        <a:pt x="798" y="782"/>
                        <a:pt x="659" y="392"/>
                        <a:pt x="415" y="172"/>
                      </a:cubicBezTo>
                      <a:cubicBezTo>
                        <a:pt x="237" y="11"/>
                        <a:pt x="58" y="1"/>
                        <a:pt x="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6">
                  <a:extLst>
                    <a:ext uri="{FF2B5EF4-FFF2-40B4-BE49-F238E27FC236}">
                      <a16:creationId xmlns:a16="http://schemas.microsoft.com/office/drawing/2014/main" id="{A25F529C-A175-B989-EFC8-1EA69FEFC515}"/>
                    </a:ext>
                  </a:extLst>
                </p:cNvPr>
                <p:cNvSpPr/>
                <p:nvPr/>
              </p:nvSpPr>
              <p:spPr>
                <a:xfrm>
                  <a:off x="4297035" y="2633269"/>
                  <a:ext cx="136430" cy="303102"/>
                </a:xfrm>
                <a:custGeom>
                  <a:avLst/>
                  <a:gdLst/>
                  <a:ahLst/>
                  <a:cxnLst/>
                  <a:rect l="l" t="t" r="r" b="b"/>
                  <a:pathLst>
                    <a:path w="1376" h="3057" extrusionOk="0">
                      <a:moveTo>
                        <a:pt x="21" y="0"/>
                      </a:moveTo>
                      <a:cubicBezTo>
                        <a:pt x="21" y="0"/>
                        <a:pt x="17" y="79"/>
                        <a:pt x="1" y="201"/>
                      </a:cubicBezTo>
                      <a:cubicBezTo>
                        <a:pt x="241" y="265"/>
                        <a:pt x="605" y="343"/>
                        <a:pt x="983" y="343"/>
                      </a:cubicBezTo>
                      <a:cubicBezTo>
                        <a:pt x="1078" y="343"/>
                        <a:pt x="1175" y="338"/>
                        <a:pt x="1270" y="327"/>
                      </a:cubicBezTo>
                      <a:lnTo>
                        <a:pt x="1270" y="327"/>
                      </a:lnTo>
                      <a:cubicBezTo>
                        <a:pt x="1234" y="843"/>
                        <a:pt x="1201" y="3056"/>
                        <a:pt x="1201" y="3056"/>
                      </a:cubicBezTo>
                      <a:lnTo>
                        <a:pt x="1367" y="3056"/>
                      </a:lnTo>
                      <a:lnTo>
                        <a:pt x="1375" y="94"/>
                      </a:lnTo>
                      <a:lnTo>
                        <a:pt x="1375" y="94"/>
                      </a:lnTo>
                      <a:cubicBezTo>
                        <a:pt x="1211" y="106"/>
                        <a:pt x="1063" y="111"/>
                        <a:pt x="929" y="111"/>
                      </a:cubicBezTo>
                      <a:cubicBezTo>
                        <a:pt x="469" y="111"/>
                        <a:pt x="181" y="51"/>
                        <a:pt x="2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6">
                  <a:extLst>
                    <a:ext uri="{FF2B5EF4-FFF2-40B4-BE49-F238E27FC236}">
                      <a16:creationId xmlns:a16="http://schemas.microsoft.com/office/drawing/2014/main" id="{8D2CF2C1-8374-E4EC-52ED-E73727EF4D58}"/>
                    </a:ext>
                  </a:extLst>
                </p:cNvPr>
                <p:cNvSpPr/>
                <p:nvPr/>
              </p:nvSpPr>
              <p:spPr>
                <a:xfrm>
                  <a:off x="4833930" y="1770571"/>
                  <a:ext cx="276331" cy="167365"/>
                </a:xfrm>
                <a:custGeom>
                  <a:avLst/>
                  <a:gdLst/>
                  <a:ahLst/>
                  <a:cxnLst/>
                  <a:rect l="l" t="t" r="r" b="b"/>
                  <a:pathLst>
                    <a:path w="2787" h="1688" extrusionOk="0">
                      <a:moveTo>
                        <a:pt x="2258" y="0"/>
                      </a:moveTo>
                      <a:cubicBezTo>
                        <a:pt x="2258" y="0"/>
                        <a:pt x="2507" y="590"/>
                        <a:pt x="2482" y="1155"/>
                      </a:cubicBezTo>
                      <a:cubicBezTo>
                        <a:pt x="2449" y="1152"/>
                        <a:pt x="2414" y="1151"/>
                        <a:pt x="2378" y="1151"/>
                      </a:cubicBezTo>
                      <a:cubicBezTo>
                        <a:pt x="1840" y="1151"/>
                        <a:pt x="1050" y="1473"/>
                        <a:pt x="1050" y="1473"/>
                      </a:cubicBezTo>
                      <a:lnTo>
                        <a:pt x="0" y="1501"/>
                      </a:lnTo>
                      <a:lnTo>
                        <a:pt x="98" y="1647"/>
                      </a:lnTo>
                      <a:cubicBezTo>
                        <a:pt x="98" y="1647"/>
                        <a:pt x="653" y="1688"/>
                        <a:pt x="894" y="1688"/>
                      </a:cubicBezTo>
                      <a:cubicBezTo>
                        <a:pt x="932" y="1688"/>
                        <a:pt x="962" y="1687"/>
                        <a:pt x="981" y="1684"/>
                      </a:cubicBezTo>
                      <a:cubicBezTo>
                        <a:pt x="1378" y="1520"/>
                        <a:pt x="1865" y="1285"/>
                        <a:pt x="2473" y="1285"/>
                      </a:cubicBezTo>
                      <a:cubicBezTo>
                        <a:pt x="2574" y="1285"/>
                        <a:pt x="2679" y="1291"/>
                        <a:pt x="2787" y="1306"/>
                      </a:cubicBezTo>
                      <a:cubicBezTo>
                        <a:pt x="2755" y="1119"/>
                        <a:pt x="2730" y="960"/>
                        <a:pt x="2714" y="866"/>
                      </a:cubicBezTo>
                      <a:cubicBezTo>
                        <a:pt x="2661" y="566"/>
                        <a:pt x="2624" y="228"/>
                        <a:pt x="2571" y="29"/>
                      </a:cubicBezTo>
                      <a:cubicBezTo>
                        <a:pt x="2498" y="25"/>
                        <a:pt x="2389" y="12"/>
                        <a:pt x="225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6">
                  <a:extLst>
                    <a:ext uri="{FF2B5EF4-FFF2-40B4-BE49-F238E27FC236}">
                      <a16:creationId xmlns:a16="http://schemas.microsoft.com/office/drawing/2014/main" id="{304F254F-3AC0-197C-4CF2-F68236E04CAD}"/>
                    </a:ext>
                  </a:extLst>
                </p:cNvPr>
                <p:cNvSpPr/>
                <p:nvPr/>
              </p:nvSpPr>
              <p:spPr>
                <a:xfrm>
                  <a:off x="4852868" y="1786237"/>
                  <a:ext cx="80311" cy="123541"/>
                </a:xfrm>
                <a:custGeom>
                  <a:avLst/>
                  <a:gdLst/>
                  <a:ahLst/>
                  <a:cxnLst/>
                  <a:rect l="l" t="t" r="r" b="b"/>
                  <a:pathLst>
                    <a:path w="810" h="1246" extrusionOk="0">
                      <a:moveTo>
                        <a:pt x="278" y="0"/>
                      </a:moveTo>
                      <a:cubicBezTo>
                        <a:pt x="257" y="0"/>
                        <a:pt x="237" y="2"/>
                        <a:pt x="217" y="5"/>
                      </a:cubicBezTo>
                      <a:cubicBezTo>
                        <a:pt x="212" y="5"/>
                        <a:pt x="212" y="5"/>
                        <a:pt x="208" y="9"/>
                      </a:cubicBezTo>
                      <a:cubicBezTo>
                        <a:pt x="74" y="30"/>
                        <a:pt x="1" y="171"/>
                        <a:pt x="61" y="293"/>
                      </a:cubicBezTo>
                      <a:cubicBezTo>
                        <a:pt x="168" y="513"/>
                        <a:pt x="326" y="839"/>
                        <a:pt x="403" y="1055"/>
                      </a:cubicBezTo>
                      <a:cubicBezTo>
                        <a:pt x="440" y="1168"/>
                        <a:pt x="542" y="1241"/>
                        <a:pt x="660" y="1245"/>
                      </a:cubicBezTo>
                      <a:lnTo>
                        <a:pt x="664" y="1245"/>
                      </a:lnTo>
                      <a:cubicBezTo>
                        <a:pt x="666" y="1245"/>
                        <a:pt x="669" y="1245"/>
                        <a:pt x="671" y="1245"/>
                      </a:cubicBezTo>
                      <a:cubicBezTo>
                        <a:pt x="749" y="1245"/>
                        <a:pt x="810" y="1174"/>
                        <a:pt x="797" y="1095"/>
                      </a:cubicBezTo>
                      <a:cubicBezTo>
                        <a:pt x="773" y="908"/>
                        <a:pt x="720" y="582"/>
                        <a:pt x="668" y="323"/>
                      </a:cubicBezTo>
                      <a:cubicBezTo>
                        <a:pt x="631" y="135"/>
                        <a:pt x="465" y="0"/>
                        <a:pt x="278"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6">
                  <a:extLst>
                    <a:ext uri="{FF2B5EF4-FFF2-40B4-BE49-F238E27FC236}">
                      <a16:creationId xmlns:a16="http://schemas.microsoft.com/office/drawing/2014/main" id="{D4D60BC6-DA70-5705-4026-0C15C53FABC8}"/>
                    </a:ext>
                  </a:extLst>
                </p:cNvPr>
                <p:cNvSpPr/>
                <p:nvPr/>
              </p:nvSpPr>
              <p:spPr>
                <a:xfrm>
                  <a:off x="4790007" y="1766506"/>
                  <a:ext cx="86360" cy="25184"/>
                </a:xfrm>
                <a:custGeom>
                  <a:avLst/>
                  <a:gdLst/>
                  <a:ahLst/>
                  <a:cxnLst/>
                  <a:rect l="l" t="t" r="r" b="b"/>
                  <a:pathLst>
                    <a:path w="871" h="254" extrusionOk="0">
                      <a:moveTo>
                        <a:pt x="870" y="0"/>
                      </a:moveTo>
                      <a:lnTo>
                        <a:pt x="870" y="0"/>
                      </a:lnTo>
                      <a:cubicBezTo>
                        <a:pt x="297" y="131"/>
                        <a:pt x="0" y="233"/>
                        <a:pt x="0" y="233"/>
                      </a:cubicBezTo>
                      <a:lnTo>
                        <a:pt x="8" y="253"/>
                      </a:lnTo>
                      <a:cubicBezTo>
                        <a:pt x="8" y="253"/>
                        <a:pt x="524" y="90"/>
                        <a:pt x="870"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6">
                  <a:extLst>
                    <a:ext uri="{FF2B5EF4-FFF2-40B4-BE49-F238E27FC236}">
                      <a16:creationId xmlns:a16="http://schemas.microsoft.com/office/drawing/2014/main" id="{6D2ED2F6-3EB9-408B-4424-AFFE5E3460C7}"/>
                    </a:ext>
                  </a:extLst>
                </p:cNvPr>
                <p:cNvSpPr/>
                <p:nvPr/>
              </p:nvSpPr>
              <p:spPr>
                <a:xfrm>
                  <a:off x="4813803" y="1812809"/>
                  <a:ext cx="33513" cy="10708"/>
                </a:xfrm>
                <a:custGeom>
                  <a:avLst/>
                  <a:gdLst/>
                  <a:ahLst/>
                  <a:cxnLst/>
                  <a:rect l="l" t="t" r="r" b="b"/>
                  <a:pathLst>
                    <a:path w="338" h="108" extrusionOk="0">
                      <a:moveTo>
                        <a:pt x="337" y="1"/>
                      </a:moveTo>
                      <a:lnTo>
                        <a:pt x="0" y="66"/>
                      </a:lnTo>
                      <a:lnTo>
                        <a:pt x="0" y="107"/>
                      </a:lnTo>
                      <a:lnTo>
                        <a:pt x="337"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6">
                  <a:extLst>
                    <a:ext uri="{FF2B5EF4-FFF2-40B4-BE49-F238E27FC236}">
                      <a16:creationId xmlns:a16="http://schemas.microsoft.com/office/drawing/2014/main" id="{78AD4D42-0BD5-FF8A-6391-E5894EE2C1E4}"/>
                    </a:ext>
                  </a:extLst>
                </p:cNvPr>
                <p:cNvSpPr/>
                <p:nvPr/>
              </p:nvSpPr>
              <p:spPr>
                <a:xfrm>
                  <a:off x="4820148" y="1856038"/>
                  <a:ext cx="36785" cy="9717"/>
                </a:xfrm>
                <a:custGeom>
                  <a:avLst/>
                  <a:gdLst/>
                  <a:ahLst/>
                  <a:cxnLst/>
                  <a:rect l="l" t="t" r="r" b="b"/>
                  <a:pathLst>
                    <a:path w="371" h="98" extrusionOk="0">
                      <a:moveTo>
                        <a:pt x="371" y="0"/>
                      </a:moveTo>
                      <a:lnTo>
                        <a:pt x="1" y="53"/>
                      </a:lnTo>
                      <a:lnTo>
                        <a:pt x="38" y="70"/>
                      </a:lnTo>
                      <a:lnTo>
                        <a:pt x="38" y="98"/>
                      </a:lnTo>
                      <a:lnTo>
                        <a:pt x="371"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6">
                  <a:extLst>
                    <a:ext uri="{FF2B5EF4-FFF2-40B4-BE49-F238E27FC236}">
                      <a16:creationId xmlns:a16="http://schemas.microsoft.com/office/drawing/2014/main" id="{85DF0587-DFD7-AEBF-A927-6A01392775ED}"/>
                    </a:ext>
                  </a:extLst>
                </p:cNvPr>
                <p:cNvSpPr/>
                <p:nvPr/>
              </p:nvSpPr>
              <p:spPr>
                <a:xfrm>
                  <a:off x="4833930" y="1897185"/>
                  <a:ext cx="25085" cy="5751"/>
                </a:xfrm>
                <a:custGeom>
                  <a:avLst/>
                  <a:gdLst/>
                  <a:ahLst/>
                  <a:cxnLst/>
                  <a:rect l="l" t="t" r="r" b="b"/>
                  <a:pathLst>
                    <a:path w="253" h="58" extrusionOk="0">
                      <a:moveTo>
                        <a:pt x="252" y="0"/>
                      </a:moveTo>
                      <a:lnTo>
                        <a:pt x="0" y="21"/>
                      </a:lnTo>
                      <a:lnTo>
                        <a:pt x="17" y="37"/>
                      </a:lnTo>
                      <a:lnTo>
                        <a:pt x="12" y="58"/>
                      </a:lnTo>
                      <a:lnTo>
                        <a:pt x="252" y="0"/>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6">
                  <a:extLst>
                    <a:ext uri="{FF2B5EF4-FFF2-40B4-BE49-F238E27FC236}">
                      <a16:creationId xmlns:a16="http://schemas.microsoft.com/office/drawing/2014/main" id="{99069D43-451E-1706-B3AA-8F65E77C1E8F}"/>
                    </a:ext>
                  </a:extLst>
                </p:cNvPr>
                <p:cNvSpPr/>
                <p:nvPr/>
              </p:nvSpPr>
              <p:spPr>
                <a:xfrm>
                  <a:off x="4764525" y="978368"/>
                  <a:ext cx="50170" cy="4462"/>
                </a:xfrm>
                <a:custGeom>
                  <a:avLst/>
                  <a:gdLst/>
                  <a:ahLst/>
                  <a:cxnLst/>
                  <a:rect l="l" t="t" r="r" b="b"/>
                  <a:pathLst>
                    <a:path w="506" h="45" extrusionOk="0">
                      <a:moveTo>
                        <a:pt x="9" y="1"/>
                      </a:moveTo>
                      <a:cubicBezTo>
                        <a:pt x="4" y="1"/>
                        <a:pt x="0" y="5"/>
                        <a:pt x="0" y="9"/>
                      </a:cubicBezTo>
                      <a:cubicBezTo>
                        <a:pt x="0" y="13"/>
                        <a:pt x="4" y="16"/>
                        <a:pt x="9" y="16"/>
                      </a:cubicBezTo>
                      <a:lnTo>
                        <a:pt x="497" y="45"/>
                      </a:lnTo>
                      <a:cubicBezTo>
                        <a:pt x="501" y="45"/>
                        <a:pt x="505" y="41"/>
                        <a:pt x="505" y="37"/>
                      </a:cubicBezTo>
                      <a:cubicBezTo>
                        <a:pt x="505" y="33"/>
                        <a:pt x="501" y="33"/>
                        <a:pt x="497" y="33"/>
                      </a:cubicBezTo>
                      <a:lnTo>
                        <a:pt x="9" y="1"/>
                      </a:ln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6">
                  <a:extLst>
                    <a:ext uri="{FF2B5EF4-FFF2-40B4-BE49-F238E27FC236}">
                      <a16:creationId xmlns:a16="http://schemas.microsoft.com/office/drawing/2014/main" id="{E37CAF8B-9DF9-636E-16C4-3CC3E8E35EF4}"/>
                    </a:ext>
                  </a:extLst>
                </p:cNvPr>
                <p:cNvSpPr/>
                <p:nvPr/>
              </p:nvSpPr>
              <p:spPr>
                <a:xfrm>
                  <a:off x="4794766" y="984813"/>
                  <a:ext cx="15864" cy="1686"/>
                </a:xfrm>
                <a:custGeom>
                  <a:avLst/>
                  <a:gdLst/>
                  <a:ahLst/>
                  <a:cxnLst/>
                  <a:rect l="l" t="t" r="r" b="b"/>
                  <a:pathLst>
                    <a:path w="160" h="17" extrusionOk="0">
                      <a:moveTo>
                        <a:pt x="9" y="0"/>
                      </a:moveTo>
                      <a:cubicBezTo>
                        <a:pt x="5" y="0"/>
                        <a:pt x="1" y="4"/>
                        <a:pt x="1" y="9"/>
                      </a:cubicBezTo>
                      <a:cubicBezTo>
                        <a:pt x="1" y="13"/>
                        <a:pt x="5" y="17"/>
                        <a:pt x="9" y="17"/>
                      </a:cubicBezTo>
                      <a:lnTo>
                        <a:pt x="151" y="17"/>
                      </a:lnTo>
                      <a:cubicBezTo>
                        <a:pt x="155" y="17"/>
                        <a:pt x="159" y="13"/>
                        <a:pt x="159" y="9"/>
                      </a:cubicBezTo>
                      <a:cubicBezTo>
                        <a:pt x="159" y="4"/>
                        <a:pt x="155" y="0"/>
                        <a:pt x="151" y="0"/>
                      </a:cubicBezTo>
                      <a:close/>
                    </a:path>
                  </a:pathLst>
                </a:custGeom>
                <a:solidFill>
                  <a:srgbClr val="4421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48" name="Google Shape;1648;p56">
              <a:extLst>
                <a:ext uri="{FF2B5EF4-FFF2-40B4-BE49-F238E27FC236}">
                  <a16:creationId xmlns:a16="http://schemas.microsoft.com/office/drawing/2014/main" id="{A4E0F038-5866-BCA3-9958-B1B24ABED42D}"/>
                </a:ext>
              </a:extLst>
            </p:cNvPr>
            <p:cNvGrpSpPr/>
            <p:nvPr/>
          </p:nvGrpSpPr>
          <p:grpSpPr>
            <a:xfrm>
              <a:off x="903017" y="1941617"/>
              <a:ext cx="720974" cy="814938"/>
              <a:chOff x="6262730" y="1524357"/>
              <a:chExt cx="1960766" cy="2216313"/>
            </a:xfrm>
          </p:grpSpPr>
          <p:sp>
            <p:nvSpPr>
              <p:cNvPr id="1649" name="Google Shape;1649;p56">
                <a:extLst>
                  <a:ext uri="{FF2B5EF4-FFF2-40B4-BE49-F238E27FC236}">
                    <a16:creationId xmlns:a16="http://schemas.microsoft.com/office/drawing/2014/main" id="{8773F3C6-036A-8620-6168-5DB478EE35EF}"/>
                  </a:ext>
                </a:extLst>
              </p:cNvPr>
              <p:cNvSpPr/>
              <p:nvPr/>
            </p:nvSpPr>
            <p:spPr>
              <a:xfrm>
                <a:off x="6262730" y="1524357"/>
                <a:ext cx="1883278" cy="2152957"/>
              </a:xfrm>
              <a:custGeom>
                <a:avLst/>
                <a:gdLst/>
                <a:ahLst/>
                <a:cxnLst/>
                <a:rect l="l" t="t" r="r" b="b"/>
                <a:pathLst>
                  <a:path w="7996" h="9141" extrusionOk="0">
                    <a:moveTo>
                      <a:pt x="7657" y="0"/>
                    </a:moveTo>
                    <a:lnTo>
                      <a:pt x="1" y="293"/>
                    </a:lnTo>
                    <a:lnTo>
                      <a:pt x="339" y="9141"/>
                    </a:lnTo>
                    <a:lnTo>
                      <a:pt x="7995" y="8853"/>
                    </a:lnTo>
                    <a:lnTo>
                      <a:pt x="76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6">
                <a:extLst>
                  <a:ext uri="{FF2B5EF4-FFF2-40B4-BE49-F238E27FC236}">
                    <a16:creationId xmlns:a16="http://schemas.microsoft.com/office/drawing/2014/main" id="{71073B35-D91B-0A24-EBFC-2A3D2256680C}"/>
                  </a:ext>
                </a:extLst>
              </p:cNvPr>
              <p:cNvSpPr/>
              <p:nvPr/>
            </p:nvSpPr>
            <p:spPr>
              <a:xfrm>
                <a:off x="6319492" y="1565574"/>
                <a:ext cx="1904004" cy="2175096"/>
              </a:xfrm>
              <a:custGeom>
                <a:avLst/>
                <a:gdLst/>
                <a:ahLst/>
                <a:cxnLst/>
                <a:rect l="l" t="t" r="r" b="b"/>
                <a:pathLst>
                  <a:path w="8084" h="9235" extrusionOk="0">
                    <a:moveTo>
                      <a:pt x="7657" y="90"/>
                    </a:moveTo>
                    <a:lnTo>
                      <a:pt x="7994" y="8857"/>
                    </a:lnTo>
                    <a:lnTo>
                      <a:pt x="423" y="9146"/>
                    </a:lnTo>
                    <a:lnTo>
                      <a:pt x="90" y="379"/>
                    </a:lnTo>
                    <a:lnTo>
                      <a:pt x="7657" y="90"/>
                    </a:lnTo>
                    <a:close/>
                    <a:moveTo>
                      <a:pt x="7741" y="0"/>
                    </a:moveTo>
                    <a:lnTo>
                      <a:pt x="0" y="297"/>
                    </a:lnTo>
                    <a:lnTo>
                      <a:pt x="342" y="9234"/>
                    </a:lnTo>
                    <a:lnTo>
                      <a:pt x="8083" y="8938"/>
                    </a:lnTo>
                    <a:lnTo>
                      <a:pt x="7741" y="45"/>
                    </a:lnTo>
                    <a:lnTo>
                      <a:pt x="77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1" name="Google Shape;1651;p56">
                <a:extLst>
                  <a:ext uri="{FF2B5EF4-FFF2-40B4-BE49-F238E27FC236}">
                    <a16:creationId xmlns:a16="http://schemas.microsoft.com/office/drawing/2014/main" id="{C4448C07-31F8-CC73-1CBF-4A1EF8162CF0}"/>
                  </a:ext>
                </a:extLst>
              </p:cNvPr>
              <p:cNvGrpSpPr/>
              <p:nvPr/>
            </p:nvGrpSpPr>
            <p:grpSpPr>
              <a:xfrm>
                <a:off x="6510063" y="2116342"/>
                <a:ext cx="1394647" cy="1073540"/>
                <a:chOff x="8930438" y="2116354"/>
                <a:chExt cx="1394647" cy="1073540"/>
              </a:xfrm>
            </p:grpSpPr>
            <p:sp>
              <p:nvSpPr>
                <p:cNvPr id="1652" name="Google Shape;1652;p56">
                  <a:extLst>
                    <a:ext uri="{FF2B5EF4-FFF2-40B4-BE49-F238E27FC236}">
                      <a16:creationId xmlns:a16="http://schemas.microsoft.com/office/drawing/2014/main" id="{15AC519A-00A7-85AB-66E3-7D0FEBB44018}"/>
                    </a:ext>
                  </a:extLst>
                </p:cNvPr>
                <p:cNvSpPr/>
                <p:nvPr/>
              </p:nvSpPr>
              <p:spPr>
                <a:xfrm rot="-368753">
                  <a:off x="9305179" y="2309162"/>
                  <a:ext cx="630377" cy="553464"/>
                </a:xfrm>
                <a:custGeom>
                  <a:avLst/>
                  <a:gdLst/>
                  <a:ahLst/>
                  <a:cxnLst/>
                  <a:rect l="l" t="t" r="r" b="b"/>
                  <a:pathLst>
                    <a:path w="10122" h="8887" extrusionOk="0">
                      <a:moveTo>
                        <a:pt x="1230" y="0"/>
                      </a:moveTo>
                      <a:cubicBezTo>
                        <a:pt x="846" y="0"/>
                        <a:pt x="1" y="917"/>
                        <a:pt x="501" y="2085"/>
                      </a:cubicBezTo>
                      <a:cubicBezTo>
                        <a:pt x="1059" y="3387"/>
                        <a:pt x="1372" y="4503"/>
                        <a:pt x="1647" y="5344"/>
                      </a:cubicBezTo>
                      <a:cubicBezTo>
                        <a:pt x="1930" y="6148"/>
                        <a:pt x="2057" y="7079"/>
                        <a:pt x="2704" y="7265"/>
                      </a:cubicBezTo>
                      <a:cubicBezTo>
                        <a:pt x="3389" y="7480"/>
                        <a:pt x="3917" y="7547"/>
                        <a:pt x="3820" y="7704"/>
                      </a:cubicBezTo>
                      <a:cubicBezTo>
                        <a:pt x="3761" y="7853"/>
                        <a:pt x="3478" y="8694"/>
                        <a:pt x="3791" y="8820"/>
                      </a:cubicBezTo>
                      <a:cubicBezTo>
                        <a:pt x="3895" y="8870"/>
                        <a:pt x="4071" y="8886"/>
                        <a:pt x="4259" y="8886"/>
                      </a:cubicBezTo>
                      <a:cubicBezTo>
                        <a:pt x="4637" y="8886"/>
                        <a:pt x="5063" y="8820"/>
                        <a:pt x="5063" y="8820"/>
                      </a:cubicBezTo>
                      <a:cubicBezTo>
                        <a:pt x="5063" y="8820"/>
                        <a:pt x="5490" y="8886"/>
                        <a:pt x="5876" y="8886"/>
                      </a:cubicBezTo>
                      <a:cubicBezTo>
                        <a:pt x="6069" y="8886"/>
                        <a:pt x="6252" y="8870"/>
                        <a:pt x="6366" y="8820"/>
                      </a:cubicBezTo>
                      <a:cubicBezTo>
                        <a:pt x="6671" y="8694"/>
                        <a:pt x="6366" y="7853"/>
                        <a:pt x="6299" y="7704"/>
                      </a:cubicBezTo>
                      <a:cubicBezTo>
                        <a:pt x="6239" y="7547"/>
                        <a:pt x="6768" y="7480"/>
                        <a:pt x="7415" y="7265"/>
                      </a:cubicBezTo>
                      <a:cubicBezTo>
                        <a:pt x="8100" y="7079"/>
                        <a:pt x="8226" y="6148"/>
                        <a:pt x="8502" y="5344"/>
                      </a:cubicBezTo>
                      <a:cubicBezTo>
                        <a:pt x="8784" y="4503"/>
                        <a:pt x="9090" y="3387"/>
                        <a:pt x="9648" y="2085"/>
                      </a:cubicBezTo>
                      <a:cubicBezTo>
                        <a:pt x="10122" y="917"/>
                        <a:pt x="9297" y="0"/>
                        <a:pt x="8902" y="0"/>
                      </a:cubicBezTo>
                      <a:cubicBezTo>
                        <a:pt x="8856" y="0"/>
                        <a:pt x="8816" y="13"/>
                        <a:pt x="8784" y="38"/>
                      </a:cubicBezTo>
                      <a:cubicBezTo>
                        <a:pt x="8502" y="291"/>
                        <a:pt x="8628" y="135"/>
                        <a:pt x="7824" y="537"/>
                      </a:cubicBezTo>
                      <a:cubicBezTo>
                        <a:pt x="7544" y="681"/>
                        <a:pt x="7144" y="729"/>
                        <a:pt x="6735" y="729"/>
                      </a:cubicBezTo>
                      <a:cubicBezTo>
                        <a:pt x="5917" y="729"/>
                        <a:pt x="5063" y="537"/>
                        <a:pt x="5063" y="537"/>
                      </a:cubicBezTo>
                      <a:cubicBezTo>
                        <a:pt x="5063" y="537"/>
                        <a:pt x="4207" y="729"/>
                        <a:pt x="3397" y="729"/>
                      </a:cubicBezTo>
                      <a:cubicBezTo>
                        <a:pt x="2993" y="729"/>
                        <a:pt x="2600" y="681"/>
                        <a:pt x="2332" y="537"/>
                      </a:cubicBezTo>
                      <a:cubicBezTo>
                        <a:pt x="1498" y="135"/>
                        <a:pt x="1647" y="291"/>
                        <a:pt x="1342" y="38"/>
                      </a:cubicBezTo>
                      <a:cubicBezTo>
                        <a:pt x="1313" y="13"/>
                        <a:pt x="1275" y="0"/>
                        <a:pt x="1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6">
                  <a:extLst>
                    <a:ext uri="{FF2B5EF4-FFF2-40B4-BE49-F238E27FC236}">
                      <a16:creationId xmlns:a16="http://schemas.microsoft.com/office/drawing/2014/main" id="{A264532F-ABD5-7374-884C-ECFB88D84DF5}"/>
                    </a:ext>
                  </a:extLst>
                </p:cNvPr>
                <p:cNvSpPr/>
                <p:nvPr/>
              </p:nvSpPr>
              <p:spPr>
                <a:xfrm rot="-368753">
                  <a:off x="9621694" y="2148715"/>
                  <a:ext cx="654977" cy="939587"/>
                </a:xfrm>
                <a:custGeom>
                  <a:avLst/>
                  <a:gdLst/>
                  <a:ahLst/>
                  <a:cxnLst/>
                  <a:rect l="l" t="t" r="r" b="b"/>
                  <a:pathLst>
                    <a:path w="10517" h="15087" extrusionOk="0">
                      <a:moveTo>
                        <a:pt x="3287" y="10876"/>
                      </a:moveTo>
                      <a:cubicBezTo>
                        <a:pt x="3414" y="10876"/>
                        <a:pt x="3544" y="10897"/>
                        <a:pt x="3662" y="10953"/>
                      </a:cubicBezTo>
                      <a:cubicBezTo>
                        <a:pt x="4376" y="11325"/>
                        <a:pt x="4347" y="12754"/>
                        <a:pt x="3722" y="13216"/>
                      </a:cubicBezTo>
                      <a:cubicBezTo>
                        <a:pt x="3632" y="13283"/>
                        <a:pt x="3535" y="13312"/>
                        <a:pt x="3446" y="13342"/>
                      </a:cubicBezTo>
                      <a:cubicBezTo>
                        <a:pt x="3377" y="13357"/>
                        <a:pt x="3306" y="13363"/>
                        <a:pt x="3234" y="13363"/>
                      </a:cubicBezTo>
                      <a:cubicBezTo>
                        <a:pt x="2817" y="13363"/>
                        <a:pt x="2370" y="13141"/>
                        <a:pt x="2084" y="12881"/>
                      </a:cubicBezTo>
                      <a:cubicBezTo>
                        <a:pt x="1898" y="12725"/>
                        <a:pt x="1742" y="12471"/>
                        <a:pt x="1742" y="12196"/>
                      </a:cubicBezTo>
                      <a:cubicBezTo>
                        <a:pt x="1742" y="11541"/>
                        <a:pt x="2516" y="11050"/>
                        <a:pt x="3074" y="10894"/>
                      </a:cubicBezTo>
                      <a:cubicBezTo>
                        <a:pt x="3142" y="10883"/>
                        <a:pt x="3214" y="10876"/>
                        <a:pt x="3287" y="10876"/>
                      </a:cubicBezTo>
                      <a:close/>
                      <a:moveTo>
                        <a:pt x="7508" y="1"/>
                      </a:moveTo>
                      <a:cubicBezTo>
                        <a:pt x="6909" y="1"/>
                        <a:pt x="6336" y="70"/>
                        <a:pt x="5954" y="191"/>
                      </a:cubicBezTo>
                      <a:cubicBezTo>
                        <a:pt x="4905" y="534"/>
                        <a:pt x="3788" y="2052"/>
                        <a:pt x="3788" y="2052"/>
                      </a:cubicBezTo>
                      <a:cubicBezTo>
                        <a:pt x="3820" y="2027"/>
                        <a:pt x="3860" y="2014"/>
                        <a:pt x="3906" y="2014"/>
                      </a:cubicBezTo>
                      <a:cubicBezTo>
                        <a:pt x="4301" y="2014"/>
                        <a:pt x="5126" y="2931"/>
                        <a:pt x="4652" y="4099"/>
                      </a:cubicBezTo>
                      <a:cubicBezTo>
                        <a:pt x="4190" y="5215"/>
                        <a:pt x="3878" y="6183"/>
                        <a:pt x="3632" y="6927"/>
                      </a:cubicBezTo>
                      <a:cubicBezTo>
                        <a:pt x="3759" y="7046"/>
                        <a:pt x="3908" y="7076"/>
                        <a:pt x="4131" y="7113"/>
                      </a:cubicBezTo>
                      <a:cubicBezTo>
                        <a:pt x="4652" y="7113"/>
                        <a:pt x="4808" y="7172"/>
                        <a:pt x="4652" y="7976"/>
                      </a:cubicBezTo>
                      <a:cubicBezTo>
                        <a:pt x="4533" y="8750"/>
                        <a:pt x="3692" y="9160"/>
                        <a:pt x="2828" y="9777"/>
                      </a:cubicBezTo>
                      <a:cubicBezTo>
                        <a:pt x="2419" y="10090"/>
                        <a:pt x="1958" y="10120"/>
                        <a:pt x="1556" y="10149"/>
                      </a:cubicBezTo>
                      <a:lnTo>
                        <a:pt x="1340" y="10149"/>
                      </a:lnTo>
                      <a:cubicBezTo>
                        <a:pt x="1154" y="10179"/>
                        <a:pt x="998" y="10239"/>
                        <a:pt x="841" y="10335"/>
                      </a:cubicBezTo>
                      <a:cubicBezTo>
                        <a:pt x="655" y="10425"/>
                        <a:pt x="343" y="10648"/>
                        <a:pt x="283" y="10864"/>
                      </a:cubicBezTo>
                      <a:cubicBezTo>
                        <a:pt x="0" y="11541"/>
                        <a:pt x="655" y="12323"/>
                        <a:pt x="1273" y="13439"/>
                      </a:cubicBezTo>
                      <a:cubicBezTo>
                        <a:pt x="1818" y="14447"/>
                        <a:pt x="3011" y="15087"/>
                        <a:pt x="3899" y="15087"/>
                      </a:cubicBezTo>
                      <a:cubicBezTo>
                        <a:pt x="4125" y="15087"/>
                        <a:pt x="4332" y="15045"/>
                        <a:pt x="4503" y="14957"/>
                      </a:cubicBezTo>
                      <a:cubicBezTo>
                        <a:pt x="5337" y="14555"/>
                        <a:pt x="5738" y="13588"/>
                        <a:pt x="5924" y="12784"/>
                      </a:cubicBezTo>
                      <a:cubicBezTo>
                        <a:pt x="5991" y="12471"/>
                        <a:pt x="6021" y="12137"/>
                        <a:pt x="5991" y="11764"/>
                      </a:cubicBezTo>
                      <a:cubicBezTo>
                        <a:pt x="6111" y="11764"/>
                        <a:pt x="6207" y="11764"/>
                        <a:pt x="6326" y="11794"/>
                      </a:cubicBezTo>
                      <a:cubicBezTo>
                        <a:pt x="6423" y="11824"/>
                        <a:pt x="6512" y="11854"/>
                        <a:pt x="6579" y="11913"/>
                      </a:cubicBezTo>
                      <a:cubicBezTo>
                        <a:pt x="6825" y="12137"/>
                        <a:pt x="6981" y="12412"/>
                        <a:pt x="7071" y="12695"/>
                      </a:cubicBezTo>
                      <a:cubicBezTo>
                        <a:pt x="7167" y="13000"/>
                        <a:pt x="7227" y="13312"/>
                        <a:pt x="7294" y="13625"/>
                      </a:cubicBezTo>
                      <a:cubicBezTo>
                        <a:pt x="7294" y="13685"/>
                        <a:pt x="7324" y="13774"/>
                        <a:pt x="7413" y="13811"/>
                      </a:cubicBezTo>
                      <a:cubicBezTo>
                        <a:pt x="7423" y="13821"/>
                        <a:pt x="7437" y="13824"/>
                        <a:pt x="7452" y="13824"/>
                      </a:cubicBezTo>
                      <a:cubicBezTo>
                        <a:pt x="7483" y="13824"/>
                        <a:pt x="7520" y="13811"/>
                        <a:pt x="7539" y="13811"/>
                      </a:cubicBezTo>
                      <a:cubicBezTo>
                        <a:pt x="7755" y="13714"/>
                        <a:pt x="7852" y="13469"/>
                        <a:pt x="7941" y="13253"/>
                      </a:cubicBezTo>
                      <a:cubicBezTo>
                        <a:pt x="8373" y="12442"/>
                        <a:pt x="9214" y="11913"/>
                        <a:pt x="9675" y="11109"/>
                      </a:cubicBezTo>
                      <a:cubicBezTo>
                        <a:pt x="9713" y="11020"/>
                        <a:pt x="9772" y="10923"/>
                        <a:pt x="9713" y="10834"/>
                      </a:cubicBezTo>
                      <a:cubicBezTo>
                        <a:pt x="9675" y="10763"/>
                        <a:pt x="9599" y="10741"/>
                        <a:pt x="9519" y="10741"/>
                      </a:cubicBezTo>
                      <a:cubicBezTo>
                        <a:pt x="9457" y="10741"/>
                        <a:pt x="9393" y="10754"/>
                        <a:pt x="9341" y="10767"/>
                      </a:cubicBezTo>
                      <a:cubicBezTo>
                        <a:pt x="9296" y="10775"/>
                        <a:pt x="9250" y="10779"/>
                        <a:pt x="9205" y="10779"/>
                      </a:cubicBezTo>
                      <a:cubicBezTo>
                        <a:pt x="8873" y="10779"/>
                        <a:pt x="8533" y="10574"/>
                        <a:pt x="8343" y="10306"/>
                      </a:cubicBezTo>
                      <a:cubicBezTo>
                        <a:pt x="7971" y="9904"/>
                        <a:pt x="7815" y="9346"/>
                        <a:pt x="7815" y="8817"/>
                      </a:cubicBezTo>
                      <a:cubicBezTo>
                        <a:pt x="7815" y="8192"/>
                        <a:pt x="8127" y="7731"/>
                        <a:pt x="8254" y="7143"/>
                      </a:cubicBezTo>
                      <a:cubicBezTo>
                        <a:pt x="8373" y="6398"/>
                        <a:pt x="8782" y="5126"/>
                        <a:pt x="9400" y="4099"/>
                      </a:cubicBezTo>
                      <a:cubicBezTo>
                        <a:pt x="10018" y="3109"/>
                        <a:pt x="10516" y="1591"/>
                        <a:pt x="10018" y="750"/>
                      </a:cubicBezTo>
                      <a:cubicBezTo>
                        <a:pt x="9704" y="217"/>
                        <a:pt x="8566" y="1"/>
                        <a:pt x="750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6">
                  <a:extLst>
                    <a:ext uri="{FF2B5EF4-FFF2-40B4-BE49-F238E27FC236}">
                      <a16:creationId xmlns:a16="http://schemas.microsoft.com/office/drawing/2014/main" id="{F205D292-29EA-1926-C054-F91170E7D13D}"/>
                    </a:ext>
                  </a:extLst>
                </p:cNvPr>
                <p:cNvSpPr/>
                <p:nvPr/>
              </p:nvSpPr>
              <p:spPr>
                <a:xfrm rot="-368753">
                  <a:off x="8978848" y="2217872"/>
                  <a:ext cx="656347" cy="939587"/>
                </a:xfrm>
                <a:custGeom>
                  <a:avLst/>
                  <a:gdLst/>
                  <a:ahLst/>
                  <a:cxnLst/>
                  <a:rect l="l" t="t" r="r" b="b"/>
                  <a:pathLst>
                    <a:path w="10539" h="15087" extrusionOk="0">
                      <a:moveTo>
                        <a:pt x="7234" y="10876"/>
                      </a:moveTo>
                      <a:cubicBezTo>
                        <a:pt x="7313" y="10876"/>
                        <a:pt x="7393" y="10883"/>
                        <a:pt x="7472" y="10894"/>
                      </a:cubicBezTo>
                      <a:cubicBezTo>
                        <a:pt x="8030" y="11050"/>
                        <a:pt x="8775" y="11541"/>
                        <a:pt x="8804" y="12196"/>
                      </a:cubicBezTo>
                      <a:cubicBezTo>
                        <a:pt x="8804" y="12471"/>
                        <a:pt x="8648" y="12725"/>
                        <a:pt x="8432" y="12881"/>
                      </a:cubicBezTo>
                      <a:cubicBezTo>
                        <a:pt x="8141" y="13141"/>
                        <a:pt x="7713" y="13363"/>
                        <a:pt x="7290" y="13363"/>
                      </a:cubicBezTo>
                      <a:cubicBezTo>
                        <a:pt x="7216" y="13363"/>
                        <a:pt x="7143" y="13357"/>
                        <a:pt x="7070" y="13342"/>
                      </a:cubicBezTo>
                      <a:cubicBezTo>
                        <a:pt x="6974" y="13312"/>
                        <a:pt x="6914" y="13283"/>
                        <a:pt x="6817" y="13216"/>
                      </a:cubicBezTo>
                      <a:cubicBezTo>
                        <a:pt x="6170" y="12754"/>
                        <a:pt x="6170" y="11325"/>
                        <a:pt x="6847" y="10953"/>
                      </a:cubicBezTo>
                      <a:cubicBezTo>
                        <a:pt x="6965" y="10897"/>
                        <a:pt x="7098" y="10876"/>
                        <a:pt x="7234" y="10876"/>
                      </a:cubicBezTo>
                      <a:close/>
                      <a:moveTo>
                        <a:pt x="3028" y="1"/>
                      </a:moveTo>
                      <a:cubicBezTo>
                        <a:pt x="1980" y="1"/>
                        <a:pt x="839" y="217"/>
                        <a:pt x="521" y="750"/>
                      </a:cubicBezTo>
                      <a:cubicBezTo>
                        <a:pt x="0" y="1591"/>
                        <a:pt x="521" y="3109"/>
                        <a:pt x="1116" y="4099"/>
                      </a:cubicBezTo>
                      <a:cubicBezTo>
                        <a:pt x="1734" y="5126"/>
                        <a:pt x="2136" y="6398"/>
                        <a:pt x="2292" y="7143"/>
                      </a:cubicBezTo>
                      <a:cubicBezTo>
                        <a:pt x="2382" y="7731"/>
                        <a:pt x="2694" y="8192"/>
                        <a:pt x="2694" y="8817"/>
                      </a:cubicBezTo>
                      <a:cubicBezTo>
                        <a:pt x="2694" y="9346"/>
                        <a:pt x="2538" y="9904"/>
                        <a:pt x="2196" y="10306"/>
                      </a:cubicBezTo>
                      <a:cubicBezTo>
                        <a:pt x="1980" y="10574"/>
                        <a:pt x="1666" y="10779"/>
                        <a:pt x="1340" y="10779"/>
                      </a:cubicBezTo>
                      <a:cubicBezTo>
                        <a:pt x="1295" y="10779"/>
                        <a:pt x="1251" y="10775"/>
                        <a:pt x="1206" y="10767"/>
                      </a:cubicBezTo>
                      <a:cubicBezTo>
                        <a:pt x="1151" y="10754"/>
                        <a:pt x="1084" y="10741"/>
                        <a:pt x="1022" y="10741"/>
                      </a:cubicBezTo>
                      <a:cubicBezTo>
                        <a:pt x="941" y="10741"/>
                        <a:pt x="867" y="10763"/>
                        <a:pt x="834" y="10834"/>
                      </a:cubicBezTo>
                      <a:cubicBezTo>
                        <a:pt x="774" y="10923"/>
                        <a:pt x="804" y="11020"/>
                        <a:pt x="863" y="11109"/>
                      </a:cubicBezTo>
                      <a:cubicBezTo>
                        <a:pt x="1302" y="11913"/>
                        <a:pt x="2166" y="12442"/>
                        <a:pt x="2568" y="13253"/>
                      </a:cubicBezTo>
                      <a:cubicBezTo>
                        <a:pt x="2694" y="13469"/>
                        <a:pt x="2791" y="13714"/>
                        <a:pt x="3007" y="13811"/>
                      </a:cubicBezTo>
                      <a:cubicBezTo>
                        <a:pt x="3027" y="13811"/>
                        <a:pt x="3060" y="13824"/>
                        <a:pt x="3088" y="13824"/>
                      </a:cubicBezTo>
                      <a:cubicBezTo>
                        <a:pt x="3103" y="13824"/>
                        <a:pt x="3116" y="13821"/>
                        <a:pt x="3126" y="13811"/>
                      </a:cubicBezTo>
                      <a:cubicBezTo>
                        <a:pt x="3193" y="13774"/>
                        <a:pt x="3223" y="13685"/>
                        <a:pt x="3252" y="13625"/>
                      </a:cubicBezTo>
                      <a:cubicBezTo>
                        <a:pt x="3312" y="13312"/>
                        <a:pt x="3349" y="13000"/>
                        <a:pt x="3468" y="12695"/>
                      </a:cubicBezTo>
                      <a:cubicBezTo>
                        <a:pt x="3565" y="12412"/>
                        <a:pt x="3721" y="12137"/>
                        <a:pt x="3967" y="11913"/>
                      </a:cubicBezTo>
                      <a:cubicBezTo>
                        <a:pt x="4026" y="11854"/>
                        <a:pt x="4123" y="11824"/>
                        <a:pt x="4212" y="11794"/>
                      </a:cubicBezTo>
                      <a:cubicBezTo>
                        <a:pt x="4309" y="11764"/>
                        <a:pt x="4428" y="11764"/>
                        <a:pt x="4525" y="11764"/>
                      </a:cubicBezTo>
                      <a:cubicBezTo>
                        <a:pt x="4525" y="12137"/>
                        <a:pt x="4555" y="12471"/>
                        <a:pt x="4614" y="12784"/>
                      </a:cubicBezTo>
                      <a:cubicBezTo>
                        <a:pt x="4800" y="13588"/>
                        <a:pt x="5173" y="14555"/>
                        <a:pt x="6043" y="14957"/>
                      </a:cubicBezTo>
                      <a:cubicBezTo>
                        <a:pt x="6214" y="15045"/>
                        <a:pt x="6421" y="15087"/>
                        <a:pt x="6647" y="15087"/>
                      </a:cubicBezTo>
                      <a:cubicBezTo>
                        <a:pt x="7535" y="15087"/>
                        <a:pt x="8726" y="14447"/>
                        <a:pt x="9266" y="13439"/>
                      </a:cubicBezTo>
                      <a:cubicBezTo>
                        <a:pt x="9861" y="12323"/>
                        <a:pt x="10539" y="11541"/>
                        <a:pt x="10263" y="10864"/>
                      </a:cubicBezTo>
                      <a:cubicBezTo>
                        <a:pt x="10196" y="10648"/>
                        <a:pt x="9861" y="10425"/>
                        <a:pt x="9705" y="10335"/>
                      </a:cubicBezTo>
                      <a:cubicBezTo>
                        <a:pt x="9549" y="10239"/>
                        <a:pt x="9392" y="10179"/>
                        <a:pt x="9206" y="10149"/>
                      </a:cubicBezTo>
                      <a:lnTo>
                        <a:pt x="8991" y="10149"/>
                      </a:lnTo>
                      <a:cubicBezTo>
                        <a:pt x="8559" y="10120"/>
                        <a:pt x="8120" y="10090"/>
                        <a:pt x="7688" y="9777"/>
                      </a:cubicBezTo>
                      <a:cubicBezTo>
                        <a:pt x="6847" y="9160"/>
                        <a:pt x="6014" y="8750"/>
                        <a:pt x="5857" y="7976"/>
                      </a:cubicBezTo>
                      <a:cubicBezTo>
                        <a:pt x="5731" y="7172"/>
                        <a:pt x="5887" y="7113"/>
                        <a:pt x="6415" y="7113"/>
                      </a:cubicBezTo>
                      <a:cubicBezTo>
                        <a:pt x="6631" y="7076"/>
                        <a:pt x="6788" y="7046"/>
                        <a:pt x="6914" y="6927"/>
                      </a:cubicBezTo>
                      <a:cubicBezTo>
                        <a:pt x="6661" y="6183"/>
                        <a:pt x="6356" y="5215"/>
                        <a:pt x="5887" y="4099"/>
                      </a:cubicBezTo>
                      <a:cubicBezTo>
                        <a:pt x="5387" y="2931"/>
                        <a:pt x="6232" y="2014"/>
                        <a:pt x="6616" y="2014"/>
                      </a:cubicBezTo>
                      <a:cubicBezTo>
                        <a:pt x="6661" y="2014"/>
                        <a:pt x="6699" y="2027"/>
                        <a:pt x="6728" y="2052"/>
                      </a:cubicBezTo>
                      <a:cubicBezTo>
                        <a:pt x="6728" y="2052"/>
                        <a:pt x="5612" y="534"/>
                        <a:pt x="4555" y="191"/>
                      </a:cubicBezTo>
                      <a:cubicBezTo>
                        <a:pt x="4186" y="70"/>
                        <a:pt x="3622" y="1"/>
                        <a:pt x="30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extLst>
      <p:ext uri="{BB962C8B-B14F-4D97-AF65-F5344CB8AC3E}">
        <p14:creationId xmlns:p14="http://schemas.microsoft.com/office/powerpoint/2010/main" val="2787336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00"/>
        <p:cNvGrpSpPr/>
        <p:nvPr/>
      </p:nvGrpSpPr>
      <p:grpSpPr>
        <a:xfrm>
          <a:off x="0" y="0"/>
          <a:ext cx="0" cy="0"/>
          <a:chOff x="0" y="0"/>
          <a:chExt cx="0" cy="0"/>
        </a:xfrm>
      </p:grpSpPr>
      <p:sp>
        <p:nvSpPr>
          <p:cNvPr id="2201" name="Google Shape;2201;p73"/>
          <p:cNvSpPr txBox="1">
            <a:spLocks noGrp="1"/>
          </p:cNvSpPr>
          <p:nvPr>
            <p:ph type="title"/>
          </p:nvPr>
        </p:nvSpPr>
        <p:spPr>
          <a:xfrm>
            <a:off x="2092989" y="1238914"/>
            <a:ext cx="5312017" cy="96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Thank You </a:t>
            </a:r>
            <a:r>
              <a:rPr lang="en" dirty="0">
                <a:sym typeface="Wingdings" panose="05000000000000000000" pitchFamily="2" charset="2"/>
              </a:rPr>
              <a:t></a:t>
            </a:r>
            <a:endParaRPr dirty="0"/>
          </a:p>
        </p:txBody>
      </p:sp>
      <p:grpSp>
        <p:nvGrpSpPr>
          <p:cNvPr id="2216" name="Google Shape;2216;p73"/>
          <p:cNvGrpSpPr/>
          <p:nvPr/>
        </p:nvGrpSpPr>
        <p:grpSpPr>
          <a:xfrm>
            <a:off x="4818607" y="1677031"/>
            <a:ext cx="4166542" cy="3197351"/>
            <a:chOff x="4322125" y="1441994"/>
            <a:chExt cx="4166542" cy="3197351"/>
          </a:xfrm>
        </p:grpSpPr>
        <p:sp>
          <p:nvSpPr>
            <p:cNvPr id="2217" name="Google Shape;2217;p73"/>
            <p:cNvSpPr/>
            <p:nvPr/>
          </p:nvSpPr>
          <p:spPr>
            <a:xfrm>
              <a:off x="4322125" y="4529476"/>
              <a:ext cx="3333300" cy="108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18" name="Google Shape;2218;p73"/>
            <p:cNvGrpSpPr/>
            <p:nvPr/>
          </p:nvGrpSpPr>
          <p:grpSpPr>
            <a:xfrm flipH="1">
              <a:off x="5695302" y="3346539"/>
              <a:ext cx="1332564" cy="1113819"/>
              <a:chOff x="-2591357" y="755217"/>
              <a:chExt cx="2662465" cy="2225413"/>
            </a:xfrm>
          </p:grpSpPr>
          <p:sp>
            <p:nvSpPr>
              <p:cNvPr id="2219" name="Google Shape;2219;p73"/>
              <p:cNvSpPr/>
              <p:nvPr/>
            </p:nvSpPr>
            <p:spPr>
              <a:xfrm>
                <a:off x="-2591357" y="755217"/>
                <a:ext cx="2662465" cy="1865909"/>
              </a:xfrm>
              <a:custGeom>
                <a:avLst/>
                <a:gdLst/>
                <a:ahLst/>
                <a:cxnLst/>
                <a:rect l="l" t="t" r="r" b="b"/>
                <a:pathLst>
                  <a:path w="8384" h="5876" extrusionOk="0">
                    <a:moveTo>
                      <a:pt x="32" y="0"/>
                    </a:moveTo>
                    <a:lnTo>
                      <a:pt x="1" y="5829"/>
                    </a:lnTo>
                    <a:lnTo>
                      <a:pt x="8332" y="5876"/>
                    </a:lnTo>
                    <a:lnTo>
                      <a:pt x="8383" y="48"/>
                    </a:lnTo>
                    <a:lnTo>
                      <a:pt x="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73"/>
              <p:cNvSpPr/>
              <p:nvPr/>
            </p:nvSpPr>
            <p:spPr>
              <a:xfrm>
                <a:off x="-2535146" y="822539"/>
                <a:ext cx="2543696" cy="1649024"/>
              </a:xfrm>
              <a:custGeom>
                <a:avLst/>
                <a:gdLst/>
                <a:ahLst/>
                <a:cxnLst/>
                <a:rect l="l" t="t" r="r" b="b"/>
                <a:pathLst>
                  <a:path w="8010" h="5193" extrusionOk="0">
                    <a:moveTo>
                      <a:pt x="36" y="1"/>
                    </a:moveTo>
                    <a:lnTo>
                      <a:pt x="1" y="5141"/>
                    </a:lnTo>
                    <a:lnTo>
                      <a:pt x="7978" y="5192"/>
                    </a:lnTo>
                    <a:lnTo>
                      <a:pt x="8010" y="48"/>
                    </a:lnTo>
                    <a:lnTo>
                      <a:pt x="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73"/>
              <p:cNvSpPr/>
              <p:nvPr/>
            </p:nvSpPr>
            <p:spPr>
              <a:xfrm>
                <a:off x="-2389062" y="911136"/>
                <a:ext cx="2256617" cy="1486757"/>
              </a:xfrm>
              <a:custGeom>
                <a:avLst/>
                <a:gdLst/>
                <a:ahLst/>
                <a:cxnLst/>
                <a:rect l="l" t="t" r="r" b="b"/>
                <a:pathLst>
                  <a:path w="7106" h="4682" extrusionOk="0">
                    <a:moveTo>
                      <a:pt x="16" y="1"/>
                    </a:moveTo>
                    <a:lnTo>
                      <a:pt x="0" y="4634"/>
                    </a:lnTo>
                    <a:lnTo>
                      <a:pt x="7074" y="4681"/>
                    </a:lnTo>
                    <a:lnTo>
                      <a:pt x="7106" y="48"/>
                    </a:lnTo>
                    <a:lnTo>
                      <a:pt x="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73"/>
              <p:cNvSpPr/>
              <p:nvPr/>
            </p:nvSpPr>
            <p:spPr>
              <a:xfrm>
                <a:off x="-787855" y="1077217"/>
                <a:ext cx="593211" cy="10162"/>
              </a:xfrm>
              <a:custGeom>
                <a:avLst/>
                <a:gdLst/>
                <a:ahLst/>
                <a:cxnLst/>
                <a:rect l="l" t="t" r="r" b="b"/>
                <a:pathLst>
                  <a:path w="1868" h="32" extrusionOk="0">
                    <a:moveTo>
                      <a:pt x="1" y="0"/>
                    </a:moveTo>
                    <a:lnTo>
                      <a:pt x="1" y="16"/>
                    </a:lnTo>
                    <a:lnTo>
                      <a:pt x="1867" y="32"/>
                    </a:lnTo>
                    <a:lnTo>
                      <a:pt x="1867" y="16"/>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73"/>
              <p:cNvSpPr/>
              <p:nvPr/>
            </p:nvSpPr>
            <p:spPr>
              <a:xfrm>
                <a:off x="-787855" y="1216941"/>
                <a:ext cx="593211" cy="6668"/>
              </a:xfrm>
              <a:custGeom>
                <a:avLst/>
                <a:gdLst/>
                <a:ahLst/>
                <a:cxnLst/>
                <a:rect l="l" t="t" r="r" b="b"/>
                <a:pathLst>
                  <a:path w="1868" h="21" extrusionOk="0">
                    <a:moveTo>
                      <a:pt x="1" y="1"/>
                    </a:moveTo>
                    <a:lnTo>
                      <a:pt x="1" y="20"/>
                    </a:lnTo>
                    <a:lnTo>
                      <a:pt x="1867" y="20"/>
                    </a:lnTo>
                    <a:lnTo>
                      <a:pt x="18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73"/>
              <p:cNvSpPr/>
              <p:nvPr/>
            </p:nvSpPr>
            <p:spPr>
              <a:xfrm>
                <a:off x="-792936" y="1352855"/>
                <a:ext cx="598292" cy="10479"/>
              </a:xfrm>
              <a:custGeom>
                <a:avLst/>
                <a:gdLst/>
                <a:ahLst/>
                <a:cxnLst/>
                <a:rect l="l" t="t" r="r" b="b"/>
                <a:pathLst>
                  <a:path w="1884" h="33" extrusionOk="0">
                    <a:moveTo>
                      <a:pt x="17" y="1"/>
                    </a:moveTo>
                    <a:lnTo>
                      <a:pt x="1" y="17"/>
                    </a:lnTo>
                    <a:lnTo>
                      <a:pt x="17" y="17"/>
                    </a:lnTo>
                    <a:lnTo>
                      <a:pt x="1868" y="32"/>
                    </a:lnTo>
                    <a:lnTo>
                      <a:pt x="1883" y="32"/>
                    </a:lnTo>
                    <a:lnTo>
                      <a:pt x="1868" y="17"/>
                    </a:lnTo>
                    <a:lnTo>
                      <a:pt x="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73"/>
              <p:cNvSpPr/>
              <p:nvPr/>
            </p:nvSpPr>
            <p:spPr>
              <a:xfrm>
                <a:off x="-792936" y="1509091"/>
                <a:ext cx="598292" cy="5081"/>
              </a:xfrm>
              <a:custGeom>
                <a:avLst/>
                <a:gdLst/>
                <a:ahLst/>
                <a:cxnLst/>
                <a:rect l="l" t="t" r="r" b="b"/>
                <a:pathLst>
                  <a:path w="1884" h="16" extrusionOk="0">
                    <a:moveTo>
                      <a:pt x="1" y="0"/>
                    </a:moveTo>
                    <a:lnTo>
                      <a:pt x="17" y="16"/>
                    </a:lnTo>
                    <a:lnTo>
                      <a:pt x="1883" y="16"/>
                    </a:lnTo>
                    <a:lnTo>
                      <a:pt x="18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73"/>
              <p:cNvSpPr/>
              <p:nvPr/>
            </p:nvSpPr>
            <p:spPr>
              <a:xfrm>
                <a:off x="-792936" y="1643734"/>
                <a:ext cx="598292" cy="10479"/>
              </a:xfrm>
              <a:custGeom>
                <a:avLst/>
                <a:gdLst/>
                <a:ahLst/>
                <a:cxnLst/>
                <a:rect l="l" t="t" r="r" b="b"/>
                <a:pathLst>
                  <a:path w="1884" h="33" extrusionOk="0">
                    <a:moveTo>
                      <a:pt x="17" y="1"/>
                    </a:moveTo>
                    <a:lnTo>
                      <a:pt x="1" y="16"/>
                    </a:lnTo>
                    <a:lnTo>
                      <a:pt x="17" y="32"/>
                    </a:lnTo>
                    <a:lnTo>
                      <a:pt x="1883" y="32"/>
                    </a:lnTo>
                    <a:lnTo>
                      <a:pt x="1868" y="16"/>
                    </a:lnTo>
                    <a:lnTo>
                      <a:pt x="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73"/>
              <p:cNvSpPr/>
              <p:nvPr/>
            </p:nvSpPr>
            <p:spPr>
              <a:xfrm>
                <a:off x="-563331" y="1784728"/>
                <a:ext cx="368693" cy="10479"/>
              </a:xfrm>
              <a:custGeom>
                <a:avLst/>
                <a:gdLst/>
                <a:ahLst/>
                <a:cxnLst/>
                <a:rect l="l" t="t" r="r" b="b"/>
                <a:pathLst>
                  <a:path w="1161" h="33" extrusionOk="0">
                    <a:moveTo>
                      <a:pt x="17" y="1"/>
                    </a:moveTo>
                    <a:lnTo>
                      <a:pt x="1" y="16"/>
                    </a:lnTo>
                    <a:lnTo>
                      <a:pt x="17" y="16"/>
                    </a:lnTo>
                    <a:lnTo>
                      <a:pt x="1145" y="32"/>
                    </a:lnTo>
                    <a:lnTo>
                      <a:pt x="1160" y="16"/>
                    </a:lnTo>
                    <a:lnTo>
                      <a:pt x="1145" y="16"/>
                    </a:lnTo>
                    <a:lnTo>
                      <a:pt x="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73"/>
              <p:cNvSpPr/>
              <p:nvPr/>
            </p:nvSpPr>
            <p:spPr>
              <a:xfrm>
                <a:off x="-792936" y="2106728"/>
                <a:ext cx="619569" cy="249910"/>
              </a:xfrm>
              <a:custGeom>
                <a:avLst/>
                <a:gdLst/>
                <a:ahLst/>
                <a:cxnLst/>
                <a:rect l="l" t="t" r="r" b="b"/>
                <a:pathLst>
                  <a:path w="1951" h="787" extrusionOk="0">
                    <a:moveTo>
                      <a:pt x="1" y="1"/>
                    </a:moveTo>
                    <a:lnTo>
                      <a:pt x="1" y="787"/>
                    </a:lnTo>
                    <a:lnTo>
                      <a:pt x="1950" y="787"/>
                    </a:lnTo>
                    <a:lnTo>
                      <a:pt x="1950" y="16"/>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73"/>
              <p:cNvSpPr/>
              <p:nvPr/>
            </p:nvSpPr>
            <p:spPr>
              <a:xfrm>
                <a:off x="-766578" y="2148011"/>
                <a:ext cx="566854" cy="11432"/>
              </a:xfrm>
              <a:custGeom>
                <a:avLst/>
                <a:gdLst/>
                <a:ahLst/>
                <a:cxnLst/>
                <a:rect l="l" t="t" r="r" b="b"/>
                <a:pathLst>
                  <a:path w="1785" h="36" extrusionOk="0">
                    <a:moveTo>
                      <a:pt x="0" y="0"/>
                    </a:moveTo>
                    <a:lnTo>
                      <a:pt x="0" y="16"/>
                    </a:lnTo>
                    <a:lnTo>
                      <a:pt x="1769" y="36"/>
                    </a:lnTo>
                    <a:lnTo>
                      <a:pt x="1785" y="16"/>
                    </a:lnTo>
                    <a:lnTo>
                      <a:pt x="1769" y="16"/>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73"/>
              <p:cNvSpPr/>
              <p:nvPr/>
            </p:nvSpPr>
            <p:spPr>
              <a:xfrm>
                <a:off x="-766578" y="2231527"/>
                <a:ext cx="566854" cy="5398"/>
              </a:xfrm>
              <a:custGeom>
                <a:avLst/>
                <a:gdLst/>
                <a:ahLst/>
                <a:cxnLst/>
                <a:rect l="l" t="t" r="r" b="b"/>
                <a:pathLst>
                  <a:path w="1785" h="17" extrusionOk="0">
                    <a:moveTo>
                      <a:pt x="0" y="1"/>
                    </a:moveTo>
                    <a:lnTo>
                      <a:pt x="0" y="16"/>
                    </a:lnTo>
                    <a:lnTo>
                      <a:pt x="1785" y="16"/>
                    </a:lnTo>
                    <a:lnTo>
                      <a:pt x="17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73"/>
              <p:cNvSpPr/>
              <p:nvPr/>
            </p:nvSpPr>
            <p:spPr>
              <a:xfrm>
                <a:off x="-766578" y="2309011"/>
                <a:ext cx="566854" cy="11432"/>
              </a:xfrm>
              <a:custGeom>
                <a:avLst/>
                <a:gdLst/>
                <a:ahLst/>
                <a:cxnLst/>
                <a:rect l="l" t="t" r="r" b="b"/>
                <a:pathLst>
                  <a:path w="1785" h="36" extrusionOk="0">
                    <a:moveTo>
                      <a:pt x="0" y="0"/>
                    </a:moveTo>
                    <a:lnTo>
                      <a:pt x="0" y="20"/>
                    </a:lnTo>
                    <a:lnTo>
                      <a:pt x="1769" y="36"/>
                    </a:lnTo>
                    <a:lnTo>
                      <a:pt x="1785" y="20"/>
                    </a:lnTo>
                    <a:lnTo>
                      <a:pt x="1769" y="20"/>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73"/>
              <p:cNvSpPr/>
              <p:nvPr/>
            </p:nvSpPr>
            <p:spPr>
              <a:xfrm>
                <a:off x="-2108327" y="1072136"/>
                <a:ext cx="1008904" cy="1029807"/>
              </a:xfrm>
              <a:custGeom>
                <a:avLst/>
                <a:gdLst/>
                <a:ahLst/>
                <a:cxnLst/>
                <a:rect l="l" t="t" r="r" b="b"/>
                <a:pathLst>
                  <a:path w="3177" h="3243" extrusionOk="0">
                    <a:moveTo>
                      <a:pt x="1" y="1"/>
                    </a:moveTo>
                    <a:lnTo>
                      <a:pt x="1" y="3243"/>
                    </a:lnTo>
                    <a:lnTo>
                      <a:pt x="3176" y="3243"/>
                    </a:lnTo>
                    <a:lnTo>
                      <a:pt x="31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73"/>
              <p:cNvSpPr/>
              <p:nvPr/>
            </p:nvSpPr>
            <p:spPr>
              <a:xfrm>
                <a:off x="-1572898" y="2611005"/>
                <a:ext cx="535732" cy="369625"/>
              </a:xfrm>
              <a:custGeom>
                <a:avLst/>
                <a:gdLst/>
                <a:ahLst/>
                <a:cxnLst/>
                <a:rect l="l" t="t" r="r" b="b"/>
                <a:pathLst>
                  <a:path w="1687" h="1164" extrusionOk="0">
                    <a:moveTo>
                      <a:pt x="1" y="0"/>
                    </a:moveTo>
                    <a:lnTo>
                      <a:pt x="1" y="1164"/>
                    </a:lnTo>
                    <a:lnTo>
                      <a:pt x="1671" y="1164"/>
                    </a:lnTo>
                    <a:lnTo>
                      <a:pt x="1687" y="16"/>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73"/>
              <p:cNvSpPr/>
              <p:nvPr/>
            </p:nvSpPr>
            <p:spPr>
              <a:xfrm>
                <a:off x="-1541775" y="2611005"/>
                <a:ext cx="504611" cy="21593"/>
              </a:xfrm>
              <a:custGeom>
                <a:avLst/>
                <a:gdLst/>
                <a:ahLst/>
                <a:cxnLst/>
                <a:rect l="l" t="t" r="r" b="b"/>
                <a:pathLst>
                  <a:path w="1589" h="68" extrusionOk="0">
                    <a:moveTo>
                      <a:pt x="1" y="0"/>
                    </a:moveTo>
                    <a:lnTo>
                      <a:pt x="1589" y="67"/>
                    </a:lnTo>
                    <a:lnTo>
                      <a:pt x="1589" y="16"/>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73"/>
              <p:cNvSpPr/>
              <p:nvPr/>
            </p:nvSpPr>
            <p:spPr>
              <a:xfrm>
                <a:off x="-1916375" y="1145725"/>
                <a:ext cx="624998" cy="767015"/>
              </a:xfrm>
              <a:custGeom>
                <a:avLst/>
                <a:gdLst/>
                <a:ahLst/>
                <a:cxnLst/>
                <a:rect l="l" t="t" r="r" b="b"/>
                <a:pathLst>
                  <a:path w="3098" h="3802" extrusionOk="0">
                    <a:moveTo>
                      <a:pt x="818" y="1670"/>
                    </a:moveTo>
                    <a:cubicBezTo>
                      <a:pt x="830" y="1670"/>
                      <a:pt x="841" y="1671"/>
                      <a:pt x="853" y="1671"/>
                    </a:cubicBezTo>
                    <a:cubicBezTo>
                      <a:pt x="1148" y="1671"/>
                      <a:pt x="1392" y="1836"/>
                      <a:pt x="1392" y="2064"/>
                    </a:cubicBezTo>
                    <a:cubicBezTo>
                      <a:pt x="1376" y="2276"/>
                      <a:pt x="1164" y="2261"/>
                      <a:pt x="853" y="2441"/>
                    </a:cubicBezTo>
                    <a:cubicBezTo>
                      <a:pt x="807" y="2468"/>
                      <a:pt x="761" y="2479"/>
                      <a:pt x="716" y="2479"/>
                    </a:cubicBezTo>
                    <a:cubicBezTo>
                      <a:pt x="501" y="2479"/>
                      <a:pt x="311" y="2224"/>
                      <a:pt x="311" y="2048"/>
                    </a:cubicBezTo>
                    <a:cubicBezTo>
                      <a:pt x="311" y="1845"/>
                      <a:pt x="539" y="1670"/>
                      <a:pt x="818" y="1670"/>
                    </a:cubicBezTo>
                    <a:close/>
                    <a:moveTo>
                      <a:pt x="2229" y="1671"/>
                    </a:moveTo>
                    <a:cubicBezTo>
                      <a:pt x="2524" y="1671"/>
                      <a:pt x="2752" y="1852"/>
                      <a:pt x="2752" y="2064"/>
                    </a:cubicBezTo>
                    <a:cubicBezTo>
                      <a:pt x="2752" y="2239"/>
                      <a:pt x="2562" y="2495"/>
                      <a:pt x="2358" y="2495"/>
                    </a:cubicBezTo>
                    <a:cubicBezTo>
                      <a:pt x="2315" y="2495"/>
                      <a:pt x="2272" y="2483"/>
                      <a:pt x="2229" y="2457"/>
                    </a:cubicBezTo>
                    <a:cubicBezTo>
                      <a:pt x="1918" y="2261"/>
                      <a:pt x="1687" y="2276"/>
                      <a:pt x="1687" y="2064"/>
                    </a:cubicBezTo>
                    <a:cubicBezTo>
                      <a:pt x="1687" y="1852"/>
                      <a:pt x="1934" y="1671"/>
                      <a:pt x="2229" y="1671"/>
                    </a:cubicBezTo>
                    <a:close/>
                    <a:moveTo>
                      <a:pt x="1541" y="2261"/>
                    </a:moveTo>
                    <a:lnTo>
                      <a:pt x="1852" y="3082"/>
                    </a:lnTo>
                    <a:lnTo>
                      <a:pt x="1557" y="3031"/>
                    </a:lnTo>
                    <a:lnTo>
                      <a:pt x="1278" y="3082"/>
                    </a:lnTo>
                    <a:lnTo>
                      <a:pt x="1541" y="2261"/>
                    </a:lnTo>
                    <a:close/>
                    <a:moveTo>
                      <a:pt x="1557" y="1"/>
                    </a:moveTo>
                    <a:cubicBezTo>
                      <a:pt x="1132" y="1"/>
                      <a:pt x="739" y="182"/>
                      <a:pt x="460" y="461"/>
                    </a:cubicBezTo>
                    <a:cubicBezTo>
                      <a:pt x="181" y="724"/>
                      <a:pt x="1" y="1117"/>
                      <a:pt x="1" y="1541"/>
                    </a:cubicBezTo>
                    <a:cubicBezTo>
                      <a:pt x="1" y="1836"/>
                      <a:pt x="52" y="2131"/>
                      <a:pt x="150" y="2394"/>
                    </a:cubicBezTo>
                    <a:lnTo>
                      <a:pt x="327" y="2917"/>
                    </a:lnTo>
                    <a:cubicBezTo>
                      <a:pt x="460" y="2917"/>
                      <a:pt x="574" y="2984"/>
                      <a:pt x="641" y="3082"/>
                    </a:cubicBezTo>
                    <a:cubicBezTo>
                      <a:pt x="720" y="3180"/>
                      <a:pt x="771" y="3326"/>
                      <a:pt x="771" y="3491"/>
                    </a:cubicBezTo>
                    <a:cubicBezTo>
                      <a:pt x="771" y="3652"/>
                      <a:pt x="901" y="3786"/>
                      <a:pt x="1081" y="3786"/>
                    </a:cubicBezTo>
                    <a:lnTo>
                      <a:pt x="1981" y="3801"/>
                    </a:lnTo>
                    <a:cubicBezTo>
                      <a:pt x="2064" y="3801"/>
                      <a:pt x="2131" y="3770"/>
                      <a:pt x="2194" y="3719"/>
                    </a:cubicBezTo>
                    <a:cubicBezTo>
                      <a:pt x="2245" y="3652"/>
                      <a:pt x="2276" y="3589"/>
                      <a:pt x="2276" y="3491"/>
                    </a:cubicBezTo>
                    <a:cubicBezTo>
                      <a:pt x="2276" y="3180"/>
                      <a:pt x="2488" y="2933"/>
                      <a:pt x="2736" y="2933"/>
                    </a:cubicBezTo>
                    <a:lnTo>
                      <a:pt x="2932" y="2426"/>
                    </a:lnTo>
                    <a:cubicBezTo>
                      <a:pt x="2980" y="2276"/>
                      <a:pt x="3015" y="2147"/>
                      <a:pt x="3046" y="2001"/>
                    </a:cubicBezTo>
                    <a:cubicBezTo>
                      <a:pt x="3062" y="1852"/>
                      <a:pt x="3078" y="1707"/>
                      <a:pt x="3078" y="1557"/>
                    </a:cubicBezTo>
                    <a:cubicBezTo>
                      <a:pt x="3097" y="1133"/>
                      <a:pt x="2917" y="756"/>
                      <a:pt x="2638" y="476"/>
                    </a:cubicBezTo>
                    <a:cubicBezTo>
                      <a:pt x="2359" y="182"/>
                      <a:pt x="1981" y="17"/>
                      <a:pt x="15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73"/>
              <p:cNvSpPr/>
              <p:nvPr/>
            </p:nvSpPr>
            <p:spPr>
              <a:xfrm>
                <a:off x="-1845965" y="1754992"/>
                <a:ext cx="477726" cy="273358"/>
              </a:xfrm>
              <a:custGeom>
                <a:avLst/>
                <a:gdLst/>
                <a:ahLst/>
                <a:cxnLst/>
                <a:rect l="l" t="t" r="r" b="b"/>
                <a:pathLst>
                  <a:path w="2368" h="1355" extrusionOk="0">
                    <a:moveTo>
                      <a:pt x="85" y="1"/>
                    </a:moveTo>
                    <a:cubicBezTo>
                      <a:pt x="37" y="1"/>
                      <a:pt x="1" y="41"/>
                      <a:pt x="13" y="93"/>
                    </a:cubicBezTo>
                    <a:cubicBezTo>
                      <a:pt x="60" y="435"/>
                      <a:pt x="241" y="1355"/>
                      <a:pt x="469" y="1355"/>
                    </a:cubicBezTo>
                    <a:lnTo>
                      <a:pt x="1864" y="1355"/>
                    </a:lnTo>
                    <a:cubicBezTo>
                      <a:pt x="2092" y="1355"/>
                      <a:pt x="2289" y="455"/>
                      <a:pt x="2355" y="125"/>
                    </a:cubicBezTo>
                    <a:cubicBezTo>
                      <a:pt x="2368" y="60"/>
                      <a:pt x="2329" y="17"/>
                      <a:pt x="2279" y="17"/>
                    </a:cubicBezTo>
                    <a:cubicBezTo>
                      <a:pt x="2266" y="17"/>
                      <a:pt x="2252" y="20"/>
                      <a:pt x="2238" y="27"/>
                    </a:cubicBezTo>
                    <a:cubicBezTo>
                      <a:pt x="2092" y="93"/>
                      <a:pt x="1994" y="274"/>
                      <a:pt x="1994" y="471"/>
                    </a:cubicBezTo>
                    <a:lnTo>
                      <a:pt x="1994" y="652"/>
                    </a:lnTo>
                    <a:cubicBezTo>
                      <a:pt x="1994" y="848"/>
                      <a:pt x="1829" y="1009"/>
                      <a:pt x="1632" y="1009"/>
                    </a:cubicBezTo>
                    <a:lnTo>
                      <a:pt x="717" y="993"/>
                    </a:lnTo>
                    <a:cubicBezTo>
                      <a:pt x="520" y="993"/>
                      <a:pt x="355" y="828"/>
                      <a:pt x="355" y="632"/>
                    </a:cubicBezTo>
                    <a:lnTo>
                      <a:pt x="355" y="471"/>
                    </a:lnTo>
                    <a:cubicBezTo>
                      <a:pt x="355" y="259"/>
                      <a:pt x="257" y="78"/>
                      <a:pt x="127" y="11"/>
                    </a:cubicBezTo>
                    <a:cubicBezTo>
                      <a:pt x="113" y="4"/>
                      <a:pt x="98" y="1"/>
                      <a:pt x="8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7" name="Google Shape;2237;p73"/>
            <p:cNvGrpSpPr/>
            <p:nvPr/>
          </p:nvGrpSpPr>
          <p:grpSpPr>
            <a:xfrm flipH="1">
              <a:off x="5185506" y="4443185"/>
              <a:ext cx="657292" cy="108393"/>
              <a:chOff x="7104236" y="2815668"/>
              <a:chExt cx="1313270" cy="216569"/>
            </a:xfrm>
          </p:grpSpPr>
          <p:sp>
            <p:nvSpPr>
              <p:cNvPr id="2238" name="Google Shape;2238;p73"/>
              <p:cNvSpPr/>
              <p:nvPr/>
            </p:nvSpPr>
            <p:spPr>
              <a:xfrm>
                <a:off x="7127525" y="2990307"/>
                <a:ext cx="1289981" cy="41930"/>
              </a:xfrm>
              <a:custGeom>
                <a:avLst/>
                <a:gdLst/>
                <a:ahLst/>
                <a:cxnLst/>
                <a:rect l="l" t="t" r="r" b="b"/>
                <a:pathLst>
                  <a:path w="3538" h="115" extrusionOk="0">
                    <a:moveTo>
                      <a:pt x="1769" y="0"/>
                    </a:moveTo>
                    <a:cubicBezTo>
                      <a:pt x="803" y="0"/>
                      <a:pt x="1" y="32"/>
                      <a:pt x="1" y="63"/>
                    </a:cubicBezTo>
                    <a:cubicBezTo>
                      <a:pt x="1" y="98"/>
                      <a:pt x="803" y="114"/>
                      <a:pt x="1769" y="114"/>
                    </a:cubicBezTo>
                    <a:cubicBezTo>
                      <a:pt x="2752" y="114"/>
                      <a:pt x="3538" y="98"/>
                      <a:pt x="3538" y="63"/>
                    </a:cubicBezTo>
                    <a:cubicBezTo>
                      <a:pt x="3538" y="32"/>
                      <a:pt x="2752" y="0"/>
                      <a:pt x="17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73"/>
              <p:cNvSpPr/>
              <p:nvPr/>
            </p:nvSpPr>
            <p:spPr>
              <a:xfrm>
                <a:off x="7127525" y="2833887"/>
                <a:ext cx="1199923" cy="162250"/>
              </a:xfrm>
              <a:custGeom>
                <a:avLst/>
                <a:gdLst/>
                <a:ahLst/>
                <a:cxnLst/>
                <a:rect l="l" t="t" r="r" b="b"/>
                <a:pathLst>
                  <a:path w="3291" h="445" extrusionOk="0">
                    <a:moveTo>
                      <a:pt x="3290" y="1"/>
                    </a:moveTo>
                    <a:lnTo>
                      <a:pt x="1" y="197"/>
                    </a:lnTo>
                    <a:lnTo>
                      <a:pt x="32" y="445"/>
                    </a:lnTo>
                    <a:lnTo>
                      <a:pt x="3212" y="445"/>
                    </a:lnTo>
                    <a:lnTo>
                      <a:pt x="329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73"/>
              <p:cNvSpPr/>
              <p:nvPr/>
            </p:nvSpPr>
            <p:spPr>
              <a:xfrm>
                <a:off x="7104236" y="2815668"/>
                <a:ext cx="1265553" cy="184856"/>
              </a:xfrm>
              <a:custGeom>
                <a:avLst/>
                <a:gdLst/>
                <a:ahLst/>
                <a:cxnLst/>
                <a:rect l="l" t="t" r="r" b="b"/>
                <a:pathLst>
                  <a:path w="3471" h="507" extrusionOk="0">
                    <a:moveTo>
                      <a:pt x="3470" y="0"/>
                    </a:moveTo>
                    <a:lnTo>
                      <a:pt x="83" y="181"/>
                    </a:lnTo>
                    <a:cubicBezTo>
                      <a:pt x="0" y="295"/>
                      <a:pt x="114" y="507"/>
                      <a:pt x="114" y="507"/>
                    </a:cubicBezTo>
                    <a:lnTo>
                      <a:pt x="3305" y="507"/>
                    </a:lnTo>
                    <a:lnTo>
                      <a:pt x="3325" y="460"/>
                    </a:lnTo>
                    <a:lnTo>
                      <a:pt x="181" y="460"/>
                    </a:lnTo>
                    <a:cubicBezTo>
                      <a:pt x="130" y="409"/>
                      <a:pt x="145" y="248"/>
                      <a:pt x="145" y="248"/>
                    </a:cubicBezTo>
                    <a:lnTo>
                      <a:pt x="3454" y="51"/>
                    </a:lnTo>
                    <a:lnTo>
                      <a:pt x="347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73"/>
              <p:cNvSpPr/>
              <p:nvPr/>
            </p:nvSpPr>
            <p:spPr>
              <a:xfrm>
                <a:off x="7180759" y="2882745"/>
                <a:ext cx="1110959" cy="41930"/>
              </a:xfrm>
              <a:custGeom>
                <a:avLst/>
                <a:gdLst/>
                <a:ahLst/>
                <a:cxnLst/>
                <a:rect l="l" t="t" r="r" b="b"/>
                <a:pathLst>
                  <a:path w="3047" h="115" extrusionOk="0">
                    <a:moveTo>
                      <a:pt x="3046" y="0"/>
                    </a:moveTo>
                    <a:lnTo>
                      <a:pt x="0" y="114"/>
                    </a:lnTo>
                    <a:lnTo>
                      <a:pt x="3046" y="16"/>
                    </a:lnTo>
                    <a:lnTo>
                      <a:pt x="3046" y="0"/>
                    </a:ln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73"/>
              <p:cNvSpPr/>
              <p:nvPr/>
            </p:nvSpPr>
            <p:spPr>
              <a:xfrm>
                <a:off x="7193520" y="2930145"/>
                <a:ext cx="943240" cy="30262"/>
              </a:xfrm>
              <a:custGeom>
                <a:avLst/>
                <a:gdLst/>
                <a:ahLst/>
                <a:cxnLst/>
                <a:rect l="l" t="t" r="r" b="b"/>
                <a:pathLst>
                  <a:path w="2587" h="83" extrusionOk="0">
                    <a:moveTo>
                      <a:pt x="2587" y="0"/>
                    </a:moveTo>
                    <a:lnTo>
                      <a:pt x="1" y="67"/>
                    </a:lnTo>
                    <a:lnTo>
                      <a:pt x="1" y="83"/>
                    </a:lnTo>
                    <a:lnTo>
                      <a:pt x="2587" y="0"/>
                    </a:ln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73"/>
              <p:cNvSpPr/>
              <p:nvPr/>
            </p:nvSpPr>
            <p:spPr>
              <a:xfrm>
                <a:off x="7546103" y="2971711"/>
                <a:ext cx="739789" cy="13126"/>
              </a:xfrm>
              <a:custGeom>
                <a:avLst/>
                <a:gdLst/>
                <a:ahLst/>
                <a:cxnLst/>
                <a:rect l="l" t="t" r="r" b="b"/>
                <a:pathLst>
                  <a:path w="2029" h="36" extrusionOk="0">
                    <a:moveTo>
                      <a:pt x="1" y="35"/>
                    </a:moveTo>
                    <a:lnTo>
                      <a:pt x="1" y="35"/>
                    </a:lnTo>
                    <a:lnTo>
                      <a:pt x="1" y="35"/>
                    </a:lnTo>
                    <a:lnTo>
                      <a:pt x="2028" y="0"/>
                    </a:lnTo>
                    <a:lnTo>
                      <a:pt x="2028" y="0"/>
                    </a:lnTo>
                    <a:lnTo>
                      <a:pt x="2028" y="0"/>
                    </a:lnTo>
                    <a:lnTo>
                      <a:pt x="2028" y="0"/>
                    </a:ln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73"/>
              <p:cNvSpPr/>
              <p:nvPr/>
            </p:nvSpPr>
            <p:spPr>
              <a:xfrm>
                <a:off x="7151954" y="2864150"/>
                <a:ext cx="1152524" cy="120685"/>
              </a:xfrm>
              <a:custGeom>
                <a:avLst/>
                <a:gdLst/>
                <a:ahLst/>
                <a:cxnLst/>
                <a:rect l="l" t="t" r="r" b="b"/>
                <a:pathLst>
                  <a:path w="3161" h="331" extrusionOk="0">
                    <a:moveTo>
                      <a:pt x="2701" y="181"/>
                    </a:moveTo>
                    <a:lnTo>
                      <a:pt x="115" y="264"/>
                    </a:lnTo>
                    <a:lnTo>
                      <a:pt x="115" y="248"/>
                    </a:lnTo>
                    <a:lnTo>
                      <a:pt x="2701" y="181"/>
                    </a:lnTo>
                    <a:close/>
                    <a:moveTo>
                      <a:pt x="3160" y="0"/>
                    </a:moveTo>
                    <a:lnTo>
                      <a:pt x="1423" y="114"/>
                    </a:lnTo>
                    <a:lnTo>
                      <a:pt x="3125" y="51"/>
                    </a:lnTo>
                    <a:lnTo>
                      <a:pt x="3125" y="67"/>
                    </a:lnTo>
                    <a:lnTo>
                      <a:pt x="1278" y="134"/>
                    </a:lnTo>
                    <a:lnTo>
                      <a:pt x="1" y="212"/>
                    </a:lnTo>
                    <a:lnTo>
                      <a:pt x="115" y="330"/>
                    </a:lnTo>
                    <a:lnTo>
                      <a:pt x="3109" y="330"/>
                    </a:lnTo>
                    <a:lnTo>
                      <a:pt x="316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73"/>
              <p:cNvSpPr/>
              <p:nvPr/>
            </p:nvSpPr>
            <p:spPr>
              <a:xfrm>
                <a:off x="7617932" y="2882745"/>
                <a:ext cx="673795" cy="30262"/>
              </a:xfrm>
              <a:custGeom>
                <a:avLst/>
                <a:gdLst/>
                <a:ahLst/>
                <a:cxnLst/>
                <a:rect l="l" t="t" r="r" b="b"/>
                <a:pathLst>
                  <a:path w="1848" h="83" extrusionOk="0">
                    <a:moveTo>
                      <a:pt x="1847" y="0"/>
                    </a:moveTo>
                    <a:lnTo>
                      <a:pt x="145" y="63"/>
                    </a:lnTo>
                    <a:lnTo>
                      <a:pt x="0" y="83"/>
                    </a:lnTo>
                    <a:lnTo>
                      <a:pt x="1847" y="16"/>
                    </a:lnTo>
                    <a:lnTo>
                      <a:pt x="184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73"/>
              <p:cNvSpPr/>
              <p:nvPr/>
            </p:nvSpPr>
            <p:spPr>
              <a:xfrm>
                <a:off x="7193520" y="2930145"/>
                <a:ext cx="943240" cy="30262"/>
              </a:xfrm>
              <a:custGeom>
                <a:avLst/>
                <a:gdLst/>
                <a:ahLst/>
                <a:cxnLst/>
                <a:rect l="l" t="t" r="r" b="b"/>
                <a:pathLst>
                  <a:path w="2587" h="83" extrusionOk="0">
                    <a:moveTo>
                      <a:pt x="2587" y="0"/>
                    </a:moveTo>
                    <a:lnTo>
                      <a:pt x="1" y="67"/>
                    </a:lnTo>
                    <a:lnTo>
                      <a:pt x="1" y="83"/>
                    </a:lnTo>
                    <a:lnTo>
                      <a:pt x="258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73"/>
              <p:cNvSpPr/>
              <p:nvPr/>
            </p:nvSpPr>
            <p:spPr>
              <a:xfrm>
                <a:off x="7546103" y="2971711"/>
                <a:ext cx="739789" cy="13126"/>
              </a:xfrm>
              <a:custGeom>
                <a:avLst/>
                <a:gdLst/>
                <a:ahLst/>
                <a:cxnLst/>
                <a:rect l="l" t="t" r="r" b="b"/>
                <a:pathLst>
                  <a:path w="2029" h="36" extrusionOk="0">
                    <a:moveTo>
                      <a:pt x="2028" y="0"/>
                    </a:moveTo>
                    <a:lnTo>
                      <a:pt x="2028" y="0"/>
                    </a:lnTo>
                    <a:lnTo>
                      <a:pt x="1" y="35"/>
                    </a:lnTo>
                    <a:lnTo>
                      <a:pt x="1" y="35"/>
                    </a:lnTo>
                    <a:lnTo>
                      <a:pt x="1" y="35"/>
                    </a:lnTo>
                    <a:lnTo>
                      <a:pt x="2028" y="0"/>
                    </a:lnTo>
                    <a:close/>
                  </a:path>
                </a:pathLst>
              </a:custGeom>
              <a:solidFill>
                <a:srgbClr val="3B3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8" name="Google Shape;2248;p73"/>
            <p:cNvGrpSpPr/>
            <p:nvPr/>
          </p:nvGrpSpPr>
          <p:grpSpPr>
            <a:xfrm flipH="1">
              <a:off x="4931491" y="4227725"/>
              <a:ext cx="254021" cy="343810"/>
              <a:chOff x="7599493" y="2135703"/>
              <a:chExt cx="507535" cy="686933"/>
            </a:xfrm>
          </p:grpSpPr>
          <p:sp>
            <p:nvSpPr>
              <p:cNvPr id="2249" name="Google Shape;2249;p73"/>
              <p:cNvSpPr/>
              <p:nvPr/>
            </p:nvSpPr>
            <p:spPr>
              <a:xfrm>
                <a:off x="7611161" y="2386558"/>
                <a:ext cx="418569" cy="417111"/>
              </a:xfrm>
              <a:custGeom>
                <a:avLst/>
                <a:gdLst/>
                <a:ahLst/>
                <a:cxnLst/>
                <a:rect l="l" t="t" r="r" b="b"/>
                <a:pathLst>
                  <a:path w="1148" h="1144" extrusionOk="0">
                    <a:moveTo>
                      <a:pt x="1132" y="16"/>
                    </a:moveTo>
                    <a:lnTo>
                      <a:pt x="998" y="1097"/>
                    </a:lnTo>
                    <a:lnTo>
                      <a:pt x="983" y="1128"/>
                    </a:lnTo>
                    <a:lnTo>
                      <a:pt x="134" y="1128"/>
                    </a:lnTo>
                    <a:lnTo>
                      <a:pt x="16" y="146"/>
                    </a:lnTo>
                    <a:lnTo>
                      <a:pt x="1132" y="16"/>
                    </a:lnTo>
                    <a:close/>
                    <a:moveTo>
                      <a:pt x="1148" y="0"/>
                    </a:moveTo>
                    <a:lnTo>
                      <a:pt x="0" y="146"/>
                    </a:lnTo>
                    <a:lnTo>
                      <a:pt x="114" y="1128"/>
                    </a:lnTo>
                    <a:lnTo>
                      <a:pt x="114" y="1144"/>
                    </a:lnTo>
                    <a:lnTo>
                      <a:pt x="998" y="1144"/>
                    </a:lnTo>
                    <a:lnTo>
                      <a:pt x="1148" y="16"/>
                    </a:lnTo>
                    <a:lnTo>
                      <a:pt x="11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73"/>
              <p:cNvSpPr/>
              <p:nvPr/>
            </p:nvSpPr>
            <p:spPr>
              <a:xfrm>
                <a:off x="7599493" y="2254568"/>
                <a:ext cx="125060" cy="466333"/>
              </a:xfrm>
              <a:custGeom>
                <a:avLst/>
                <a:gdLst/>
                <a:ahLst/>
                <a:cxnLst/>
                <a:rect l="l" t="t" r="r" b="b"/>
                <a:pathLst>
                  <a:path w="343" h="1279" extrusionOk="0">
                    <a:moveTo>
                      <a:pt x="115" y="1"/>
                    </a:moveTo>
                    <a:lnTo>
                      <a:pt x="1" y="32"/>
                    </a:lnTo>
                    <a:lnTo>
                      <a:pt x="244" y="1278"/>
                    </a:lnTo>
                    <a:lnTo>
                      <a:pt x="343" y="1262"/>
                    </a:lnTo>
                    <a:lnTo>
                      <a:pt x="1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73"/>
              <p:cNvSpPr/>
              <p:nvPr/>
            </p:nvSpPr>
            <p:spPr>
              <a:xfrm>
                <a:off x="7599493" y="2243265"/>
                <a:ext cx="36096" cy="23335"/>
              </a:xfrm>
              <a:custGeom>
                <a:avLst/>
                <a:gdLst/>
                <a:ahLst/>
                <a:cxnLst/>
                <a:rect l="l" t="t" r="r" b="b"/>
                <a:pathLst>
                  <a:path w="99" h="64" extrusionOk="0">
                    <a:moveTo>
                      <a:pt x="99" y="0"/>
                    </a:moveTo>
                    <a:lnTo>
                      <a:pt x="1" y="16"/>
                    </a:lnTo>
                    <a:lnTo>
                      <a:pt x="16" y="63"/>
                    </a:lnTo>
                    <a:lnTo>
                      <a:pt x="99" y="48"/>
                    </a:lnTo>
                    <a:lnTo>
                      <a:pt x="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73"/>
              <p:cNvSpPr/>
              <p:nvPr/>
            </p:nvSpPr>
            <p:spPr>
              <a:xfrm>
                <a:off x="7611161" y="2254568"/>
                <a:ext cx="36096" cy="113758"/>
              </a:xfrm>
              <a:custGeom>
                <a:avLst/>
                <a:gdLst/>
                <a:ahLst/>
                <a:cxnLst/>
                <a:rect l="l" t="t" r="r" b="b"/>
                <a:pathLst>
                  <a:path w="99" h="312" extrusionOk="0">
                    <a:moveTo>
                      <a:pt x="51" y="1"/>
                    </a:moveTo>
                    <a:lnTo>
                      <a:pt x="0" y="17"/>
                    </a:lnTo>
                    <a:lnTo>
                      <a:pt x="67" y="296"/>
                    </a:lnTo>
                    <a:cubicBezTo>
                      <a:pt x="67" y="311"/>
                      <a:pt x="67" y="311"/>
                      <a:pt x="83" y="311"/>
                    </a:cubicBezTo>
                    <a:cubicBezTo>
                      <a:pt x="98" y="311"/>
                      <a:pt x="98" y="311"/>
                      <a:pt x="98" y="296"/>
                    </a:cubicBezTo>
                    <a:lnTo>
                      <a:pt x="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73"/>
              <p:cNvSpPr/>
              <p:nvPr/>
            </p:nvSpPr>
            <p:spPr>
              <a:xfrm>
                <a:off x="7688459" y="2714711"/>
                <a:ext cx="36096" cy="11667"/>
              </a:xfrm>
              <a:custGeom>
                <a:avLst/>
                <a:gdLst/>
                <a:ahLst/>
                <a:cxnLst/>
                <a:rect l="l" t="t" r="r" b="b"/>
                <a:pathLst>
                  <a:path w="99" h="32" extrusionOk="0">
                    <a:moveTo>
                      <a:pt x="99" y="0"/>
                    </a:moveTo>
                    <a:lnTo>
                      <a:pt x="0" y="16"/>
                    </a:lnTo>
                    <a:lnTo>
                      <a:pt x="20" y="32"/>
                    </a:lnTo>
                    <a:lnTo>
                      <a:pt x="99" y="16"/>
                    </a:lnTo>
                    <a:lnTo>
                      <a:pt x="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73"/>
              <p:cNvSpPr/>
              <p:nvPr/>
            </p:nvSpPr>
            <p:spPr>
              <a:xfrm>
                <a:off x="7695751" y="2715381"/>
                <a:ext cx="28804" cy="47399"/>
              </a:xfrm>
              <a:custGeom>
                <a:avLst/>
                <a:gdLst/>
                <a:ahLst/>
                <a:cxnLst/>
                <a:rect l="l" t="t" r="r" b="b"/>
                <a:pathLst>
                  <a:path w="79" h="130" extrusionOk="0">
                    <a:moveTo>
                      <a:pt x="79" y="0"/>
                    </a:moveTo>
                    <a:lnTo>
                      <a:pt x="0" y="16"/>
                    </a:lnTo>
                    <a:lnTo>
                      <a:pt x="47" y="130"/>
                    </a:lnTo>
                    <a:lnTo>
                      <a:pt x="63" y="114"/>
                    </a:lnTo>
                    <a:lnTo>
                      <a:pt x="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73"/>
              <p:cNvSpPr/>
              <p:nvPr/>
            </p:nvSpPr>
            <p:spPr>
              <a:xfrm>
                <a:off x="7754454" y="2165966"/>
                <a:ext cx="54691" cy="573528"/>
              </a:xfrm>
              <a:custGeom>
                <a:avLst/>
                <a:gdLst/>
                <a:ahLst/>
                <a:cxnLst/>
                <a:rect l="l" t="t" r="r" b="b"/>
                <a:pathLst>
                  <a:path w="150" h="1573" extrusionOk="0">
                    <a:moveTo>
                      <a:pt x="134" y="0"/>
                    </a:moveTo>
                    <a:lnTo>
                      <a:pt x="0" y="16"/>
                    </a:lnTo>
                    <a:lnTo>
                      <a:pt x="51" y="1572"/>
                    </a:lnTo>
                    <a:lnTo>
                      <a:pt x="150" y="1572"/>
                    </a:lnTo>
                    <a:lnTo>
                      <a:pt x="1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73"/>
              <p:cNvSpPr/>
              <p:nvPr/>
            </p:nvSpPr>
            <p:spPr>
              <a:xfrm>
                <a:off x="7773050" y="2739141"/>
                <a:ext cx="30262" cy="5834"/>
              </a:xfrm>
              <a:custGeom>
                <a:avLst/>
                <a:gdLst/>
                <a:ahLst/>
                <a:cxnLst/>
                <a:rect l="l" t="t" r="r" b="b"/>
                <a:pathLst>
                  <a:path w="83" h="16" extrusionOk="0">
                    <a:moveTo>
                      <a:pt x="0" y="0"/>
                    </a:moveTo>
                    <a:lnTo>
                      <a:pt x="0" y="16"/>
                    </a:lnTo>
                    <a:lnTo>
                      <a:pt x="83" y="16"/>
                    </a:lnTo>
                    <a:lnTo>
                      <a:pt x="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73"/>
              <p:cNvSpPr/>
              <p:nvPr/>
            </p:nvSpPr>
            <p:spPr>
              <a:xfrm>
                <a:off x="7773050" y="2739445"/>
                <a:ext cx="30262" cy="41930"/>
              </a:xfrm>
              <a:custGeom>
                <a:avLst/>
                <a:gdLst/>
                <a:ahLst/>
                <a:cxnLst/>
                <a:rect l="l" t="t" r="r" b="b"/>
                <a:pathLst>
                  <a:path w="83" h="115" extrusionOk="0">
                    <a:moveTo>
                      <a:pt x="0" y="1"/>
                    </a:moveTo>
                    <a:lnTo>
                      <a:pt x="32" y="115"/>
                    </a:lnTo>
                    <a:lnTo>
                      <a:pt x="47" y="115"/>
                    </a:lnTo>
                    <a:lnTo>
                      <a:pt x="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73"/>
              <p:cNvSpPr/>
              <p:nvPr/>
            </p:nvSpPr>
            <p:spPr>
              <a:xfrm>
                <a:off x="7874777" y="2135703"/>
                <a:ext cx="226786" cy="596498"/>
              </a:xfrm>
              <a:custGeom>
                <a:avLst/>
                <a:gdLst/>
                <a:ahLst/>
                <a:cxnLst/>
                <a:rect l="l" t="t" r="r" b="b"/>
                <a:pathLst>
                  <a:path w="622" h="1636" extrusionOk="0">
                    <a:moveTo>
                      <a:pt x="554" y="1"/>
                    </a:moveTo>
                    <a:lnTo>
                      <a:pt x="0" y="1604"/>
                    </a:lnTo>
                    <a:lnTo>
                      <a:pt x="99" y="1635"/>
                    </a:lnTo>
                    <a:lnTo>
                      <a:pt x="621" y="48"/>
                    </a:lnTo>
                    <a:lnTo>
                      <a:pt x="5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73"/>
              <p:cNvSpPr/>
              <p:nvPr/>
            </p:nvSpPr>
            <p:spPr>
              <a:xfrm>
                <a:off x="7874777" y="2715381"/>
                <a:ext cx="36096" cy="60525"/>
              </a:xfrm>
              <a:custGeom>
                <a:avLst/>
                <a:gdLst/>
                <a:ahLst/>
                <a:cxnLst/>
                <a:rect l="l" t="t" r="r" b="b"/>
                <a:pathLst>
                  <a:path w="99" h="166" extrusionOk="0">
                    <a:moveTo>
                      <a:pt x="0" y="0"/>
                    </a:moveTo>
                    <a:lnTo>
                      <a:pt x="0" y="165"/>
                    </a:lnTo>
                    <a:lnTo>
                      <a:pt x="99" y="31"/>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73"/>
              <p:cNvSpPr/>
              <p:nvPr/>
            </p:nvSpPr>
            <p:spPr>
              <a:xfrm>
                <a:off x="7641059" y="2786176"/>
                <a:ext cx="465968" cy="36461"/>
              </a:xfrm>
              <a:custGeom>
                <a:avLst/>
                <a:gdLst/>
                <a:ahLst/>
                <a:cxnLst/>
                <a:rect l="l" t="t" r="r" b="b"/>
                <a:pathLst>
                  <a:path w="1278" h="100" extrusionOk="0">
                    <a:moveTo>
                      <a:pt x="916" y="1"/>
                    </a:moveTo>
                    <a:lnTo>
                      <a:pt x="916" y="48"/>
                    </a:lnTo>
                    <a:lnTo>
                      <a:pt x="52" y="48"/>
                    </a:lnTo>
                    <a:lnTo>
                      <a:pt x="32" y="32"/>
                    </a:lnTo>
                    <a:cubicBezTo>
                      <a:pt x="16" y="32"/>
                      <a:pt x="1" y="48"/>
                      <a:pt x="1" y="48"/>
                    </a:cubicBezTo>
                    <a:cubicBezTo>
                      <a:pt x="1" y="83"/>
                      <a:pt x="295" y="99"/>
                      <a:pt x="641" y="99"/>
                    </a:cubicBezTo>
                    <a:cubicBezTo>
                      <a:pt x="983" y="99"/>
                      <a:pt x="1278" y="83"/>
                      <a:pt x="1278" y="48"/>
                    </a:cubicBezTo>
                    <a:cubicBezTo>
                      <a:pt x="1278" y="32"/>
                      <a:pt x="1133" y="17"/>
                      <a:pt x="9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1" name="Google Shape;2261;p73"/>
            <p:cNvGrpSpPr/>
            <p:nvPr/>
          </p:nvGrpSpPr>
          <p:grpSpPr>
            <a:xfrm flipH="1">
              <a:off x="4572249" y="4494088"/>
              <a:ext cx="322824" cy="57483"/>
              <a:chOff x="7530767" y="3073973"/>
              <a:chExt cx="645002" cy="114851"/>
            </a:xfrm>
          </p:grpSpPr>
          <p:sp>
            <p:nvSpPr>
              <p:cNvPr id="2262" name="Google Shape;2262;p73"/>
              <p:cNvSpPr/>
              <p:nvPr/>
            </p:nvSpPr>
            <p:spPr>
              <a:xfrm>
                <a:off x="7530767" y="3073973"/>
                <a:ext cx="644991" cy="114851"/>
              </a:xfrm>
              <a:custGeom>
                <a:avLst/>
                <a:gdLst/>
                <a:ahLst/>
                <a:cxnLst/>
                <a:rect l="l" t="t" r="r" b="b"/>
                <a:pathLst>
                  <a:path w="1769" h="315" extrusionOk="0">
                    <a:moveTo>
                      <a:pt x="1769" y="0"/>
                    </a:moveTo>
                    <a:lnTo>
                      <a:pt x="0" y="83"/>
                    </a:lnTo>
                    <a:lnTo>
                      <a:pt x="51" y="315"/>
                    </a:lnTo>
                    <a:lnTo>
                      <a:pt x="1541" y="315"/>
                    </a:lnTo>
                    <a:lnTo>
                      <a:pt x="176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73"/>
              <p:cNvSpPr/>
              <p:nvPr/>
            </p:nvSpPr>
            <p:spPr>
              <a:xfrm>
                <a:off x="7692656" y="3104236"/>
                <a:ext cx="417111" cy="18960"/>
              </a:xfrm>
              <a:custGeom>
                <a:avLst/>
                <a:gdLst/>
                <a:ahLst/>
                <a:cxnLst/>
                <a:rect l="l" t="t" r="r" b="b"/>
                <a:pathLst>
                  <a:path w="1144" h="52" extrusionOk="0">
                    <a:moveTo>
                      <a:pt x="1144" y="0"/>
                    </a:moveTo>
                    <a:lnTo>
                      <a:pt x="0" y="51"/>
                    </a:lnTo>
                    <a:lnTo>
                      <a:pt x="0" y="51"/>
                    </a:lnTo>
                    <a:lnTo>
                      <a:pt x="1144" y="16"/>
                    </a:lnTo>
                    <a:lnTo>
                      <a:pt x="1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73"/>
              <p:cNvSpPr/>
              <p:nvPr/>
            </p:nvSpPr>
            <p:spPr>
              <a:xfrm>
                <a:off x="7703959" y="3139969"/>
                <a:ext cx="341637" cy="5834"/>
              </a:xfrm>
              <a:custGeom>
                <a:avLst/>
                <a:gdLst/>
                <a:ahLst/>
                <a:cxnLst/>
                <a:rect l="l" t="t" r="r" b="b"/>
                <a:pathLst>
                  <a:path w="937" h="16" extrusionOk="0">
                    <a:moveTo>
                      <a:pt x="916" y="0"/>
                    </a:moveTo>
                    <a:lnTo>
                      <a:pt x="1" y="16"/>
                    </a:lnTo>
                    <a:lnTo>
                      <a:pt x="1" y="16"/>
                    </a:lnTo>
                    <a:lnTo>
                      <a:pt x="9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73"/>
              <p:cNvSpPr/>
              <p:nvPr/>
            </p:nvSpPr>
            <p:spPr>
              <a:xfrm>
                <a:off x="7715627" y="3164398"/>
                <a:ext cx="365701" cy="17501"/>
              </a:xfrm>
              <a:custGeom>
                <a:avLst/>
                <a:gdLst/>
                <a:ahLst/>
                <a:cxnLst/>
                <a:rect l="l" t="t" r="r" b="b"/>
                <a:pathLst>
                  <a:path w="1003" h="48" extrusionOk="0">
                    <a:moveTo>
                      <a:pt x="983" y="0"/>
                    </a:moveTo>
                    <a:lnTo>
                      <a:pt x="0" y="47"/>
                    </a:lnTo>
                    <a:lnTo>
                      <a:pt x="0" y="47"/>
                    </a:lnTo>
                    <a:lnTo>
                      <a:pt x="983" y="16"/>
                    </a:lnTo>
                    <a:lnTo>
                      <a:pt x="1002" y="16"/>
                    </a:lnTo>
                    <a:lnTo>
                      <a:pt x="9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73"/>
              <p:cNvSpPr/>
              <p:nvPr/>
            </p:nvSpPr>
            <p:spPr>
              <a:xfrm>
                <a:off x="8092274" y="3073973"/>
                <a:ext cx="83495" cy="114851"/>
              </a:xfrm>
              <a:custGeom>
                <a:avLst/>
                <a:gdLst/>
                <a:ahLst/>
                <a:cxnLst/>
                <a:rect l="l" t="t" r="r" b="b"/>
                <a:pathLst>
                  <a:path w="229" h="315" extrusionOk="0">
                    <a:moveTo>
                      <a:pt x="213" y="0"/>
                    </a:moveTo>
                    <a:lnTo>
                      <a:pt x="1" y="315"/>
                    </a:lnTo>
                    <a:lnTo>
                      <a:pt x="213" y="20"/>
                    </a:lnTo>
                    <a:lnTo>
                      <a:pt x="213" y="197"/>
                    </a:lnTo>
                    <a:lnTo>
                      <a:pt x="83" y="315"/>
                    </a:lnTo>
                    <a:lnTo>
                      <a:pt x="99" y="315"/>
                    </a:lnTo>
                    <a:lnTo>
                      <a:pt x="229" y="197"/>
                    </a:lnTo>
                    <a:lnTo>
                      <a:pt x="2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7" name="Google Shape;2267;p73"/>
            <p:cNvGrpSpPr/>
            <p:nvPr/>
          </p:nvGrpSpPr>
          <p:grpSpPr>
            <a:xfrm>
              <a:off x="6027089" y="1841455"/>
              <a:ext cx="870536" cy="838402"/>
              <a:chOff x="3202044" y="640336"/>
              <a:chExt cx="3937297" cy="3791957"/>
            </a:xfrm>
          </p:grpSpPr>
          <p:sp>
            <p:nvSpPr>
              <p:cNvPr id="2268" name="Google Shape;2268;p73"/>
              <p:cNvSpPr/>
              <p:nvPr/>
            </p:nvSpPr>
            <p:spPr>
              <a:xfrm>
                <a:off x="3366526" y="758164"/>
                <a:ext cx="3772815" cy="3674128"/>
              </a:xfrm>
              <a:custGeom>
                <a:avLst/>
                <a:gdLst/>
                <a:ahLst/>
                <a:cxnLst/>
                <a:rect l="l" t="t" r="r" b="b"/>
                <a:pathLst>
                  <a:path w="6308" h="6143" extrusionOk="0">
                    <a:moveTo>
                      <a:pt x="3221" y="0"/>
                    </a:moveTo>
                    <a:cubicBezTo>
                      <a:pt x="3190" y="0"/>
                      <a:pt x="3159" y="1"/>
                      <a:pt x="3129" y="2"/>
                    </a:cubicBezTo>
                    <a:cubicBezTo>
                      <a:pt x="2983" y="2"/>
                      <a:pt x="2834" y="2"/>
                      <a:pt x="2704" y="18"/>
                    </a:cubicBezTo>
                    <a:cubicBezTo>
                      <a:pt x="1116" y="214"/>
                      <a:pt x="0" y="1719"/>
                      <a:pt x="197" y="3405"/>
                    </a:cubicBezTo>
                    <a:cubicBezTo>
                      <a:pt x="374" y="4979"/>
                      <a:pt x="1651" y="6142"/>
                      <a:pt x="3087" y="6142"/>
                    </a:cubicBezTo>
                    <a:cubicBezTo>
                      <a:pt x="3118" y="6142"/>
                      <a:pt x="3149" y="6142"/>
                      <a:pt x="3180" y="6141"/>
                    </a:cubicBezTo>
                    <a:cubicBezTo>
                      <a:pt x="3325" y="6141"/>
                      <a:pt x="3474" y="6141"/>
                      <a:pt x="3604" y="6125"/>
                    </a:cubicBezTo>
                    <a:cubicBezTo>
                      <a:pt x="5192" y="5944"/>
                      <a:pt x="6308" y="4423"/>
                      <a:pt x="6111" y="2733"/>
                    </a:cubicBezTo>
                    <a:cubicBezTo>
                      <a:pt x="5934" y="1163"/>
                      <a:pt x="4657" y="0"/>
                      <a:pt x="32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73"/>
              <p:cNvSpPr/>
              <p:nvPr/>
            </p:nvSpPr>
            <p:spPr>
              <a:xfrm>
                <a:off x="3319275" y="640336"/>
                <a:ext cx="3653195" cy="3674726"/>
              </a:xfrm>
              <a:custGeom>
                <a:avLst/>
                <a:gdLst/>
                <a:ahLst/>
                <a:cxnLst/>
                <a:rect l="l" t="t" r="r" b="b"/>
                <a:pathLst>
                  <a:path w="6108" h="6144" extrusionOk="0">
                    <a:moveTo>
                      <a:pt x="3015" y="0"/>
                    </a:moveTo>
                    <a:cubicBezTo>
                      <a:pt x="2911" y="0"/>
                      <a:pt x="2806" y="6"/>
                      <a:pt x="2701" y="18"/>
                    </a:cubicBezTo>
                    <a:cubicBezTo>
                      <a:pt x="1129" y="199"/>
                      <a:pt x="1" y="1720"/>
                      <a:pt x="197" y="3406"/>
                    </a:cubicBezTo>
                    <a:cubicBezTo>
                      <a:pt x="381" y="4980"/>
                      <a:pt x="1647" y="6143"/>
                      <a:pt x="3107" y="6143"/>
                    </a:cubicBezTo>
                    <a:cubicBezTo>
                      <a:pt x="3210" y="6143"/>
                      <a:pt x="3315" y="6137"/>
                      <a:pt x="3420" y="6125"/>
                    </a:cubicBezTo>
                    <a:cubicBezTo>
                      <a:pt x="4992" y="5945"/>
                      <a:pt x="6108" y="4424"/>
                      <a:pt x="5911" y="2734"/>
                    </a:cubicBezTo>
                    <a:cubicBezTo>
                      <a:pt x="5728" y="1160"/>
                      <a:pt x="4472" y="0"/>
                      <a:pt x="3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73"/>
              <p:cNvSpPr/>
              <p:nvPr/>
            </p:nvSpPr>
            <p:spPr>
              <a:xfrm>
                <a:off x="3202044" y="640336"/>
                <a:ext cx="3653195" cy="3674726"/>
              </a:xfrm>
              <a:custGeom>
                <a:avLst/>
                <a:gdLst/>
                <a:ahLst/>
                <a:cxnLst/>
                <a:rect l="l" t="t" r="r" b="b"/>
                <a:pathLst>
                  <a:path w="6108" h="6144" extrusionOk="0">
                    <a:moveTo>
                      <a:pt x="3011" y="0"/>
                    </a:moveTo>
                    <a:cubicBezTo>
                      <a:pt x="2908" y="0"/>
                      <a:pt x="2804" y="6"/>
                      <a:pt x="2700" y="18"/>
                    </a:cubicBezTo>
                    <a:cubicBezTo>
                      <a:pt x="1128" y="199"/>
                      <a:pt x="0" y="1720"/>
                      <a:pt x="197" y="3406"/>
                    </a:cubicBezTo>
                    <a:cubicBezTo>
                      <a:pt x="380" y="4980"/>
                      <a:pt x="1646" y="6143"/>
                      <a:pt x="3093" y="6143"/>
                    </a:cubicBezTo>
                    <a:cubicBezTo>
                      <a:pt x="3196" y="6143"/>
                      <a:pt x="3299" y="6137"/>
                      <a:pt x="3404" y="6125"/>
                    </a:cubicBezTo>
                    <a:cubicBezTo>
                      <a:pt x="4991" y="5945"/>
                      <a:pt x="6107" y="4424"/>
                      <a:pt x="5911" y="2734"/>
                    </a:cubicBezTo>
                    <a:cubicBezTo>
                      <a:pt x="5727" y="1160"/>
                      <a:pt x="4458" y="0"/>
                      <a:pt x="30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73"/>
              <p:cNvSpPr/>
              <p:nvPr/>
            </p:nvSpPr>
            <p:spPr>
              <a:xfrm>
                <a:off x="3505289" y="945373"/>
                <a:ext cx="3046721" cy="3064066"/>
              </a:xfrm>
              <a:custGeom>
                <a:avLst/>
                <a:gdLst/>
                <a:ahLst/>
                <a:cxnLst/>
                <a:rect l="l" t="t" r="r" b="b"/>
                <a:pathLst>
                  <a:path w="5094" h="5123" extrusionOk="0">
                    <a:moveTo>
                      <a:pt x="2502" y="1"/>
                    </a:moveTo>
                    <a:cubicBezTo>
                      <a:pt x="2417" y="1"/>
                      <a:pt x="2331" y="5"/>
                      <a:pt x="2244" y="15"/>
                    </a:cubicBezTo>
                    <a:cubicBezTo>
                      <a:pt x="932" y="180"/>
                      <a:pt x="0" y="1438"/>
                      <a:pt x="161" y="2833"/>
                    </a:cubicBezTo>
                    <a:cubicBezTo>
                      <a:pt x="316" y="4150"/>
                      <a:pt x="1372" y="5122"/>
                      <a:pt x="2596" y="5122"/>
                    </a:cubicBezTo>
                    <a:cubicBezTo>
                      <a:pt x="2680" y="5122"/>
                      <a:pt x="2764" y="5118"/>
                      <a:pt x="2849" y="5108"/>
                    </a:cubicBezTo>
                    <a:cubicBezTo>
                      <a:pt x="4158" y="4943"/>
                      <a:pt x="5093" y="3682"/>
                      <a:pt x="4928" y="2291"/>
                    </a:cubicBezTo>
                    <a:cubicBezTo>
                      <a:pt x="4774" y="976"/>
                      <a:pt x="3720" y="1"/>
                      <a:pt x="25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73"/>
              <p:cNvSpPr/>
              <p:nvPr/>
            </p:nvSpPr>
            <p:spPr>
              <a:xfrm>
                <a:off x="4906075" y="1424462"/>
                <a:ext cx="245221" cy="1067609"/>
              </a:xfrm>
              <a:custGeom>
                <a:avLst/>
                <a:gdLst/>
                <a:ahLst/>
                <a:cxnLst/>
                <a:rect l="l" t="t" r="r" b="b"/>
                <a:pathLst>
                  <a:path w="410" h="1785" extrusionOk="0">
                    <a:moveTo>
                      <a:pt x="0" y="0"/>
                    </a:moveTo>
                    <a:lnTo>
                      <a:pt x="0" y="1784"/>
                    </a:lnTo>
                    <a:lnTo>
                      <a:pt x="409" y="1737"/>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73"/>
              <p:cNvSpPr/>
              <p:nvPr/>
            </p:nvSpPr>
            <p:spPr>
              <a:xfrm>
                <a:off x="5150704" y="2451422"/>
                <a:ext cx="440202" cy="256585"/>
              </a:xfrm>
              <a:custGeom>
                <a:avLst/>
                <a:gdLst/>
                <a:ahLst/>
                <a:cxnLst/>
                <a:rect l="l" t="t" r="r" b="b"/>
                <a:pathLst>
                  <a:path w="736" h="429" extrusionOk="0">
                    <a:moveTo>
                      <a:pt x="0" y="1"/>
                    </a:moveTo>
                    <a:lnTo>
                      <a:pt x="47" y="429"/>
                    </a:lnTo>
                    <a:lnTo>
                      <a:pt x="735" y="134"/>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73"/>
              <p:cNvSpPr/>
              <p:nvPr/>
            </p:nvSpPr>
            <p:spPr>
              <a:xfrm>
                <a:off x="4856431" y="2410750"/>
                <a:ext cx="372018" cy="375607"/>
              </a:xfrm>
              <a:custGeom>
                <a:avLst/>
                <a:gdLst/>
                <a:ahLst/>
                <a:cxnLst/>
                <a:rect l="l" t="t" r="r" b="b"/>
                <a:pathLst>
                  <a:path w="622" h="628" extrusionOk="0">
                    <a:moveTo>
                      <a:pt x="332" y="0"/>
                    </a:moveTo>
                    <a:cubicBezTo>
                      <a:pt x="315" y="0"/>
                      <a:pt x="297" y="2"/>
                      <a:pt x="280" y="6"/>
                    </a:cubicBezTo>
                    <a:cubicBezTo>
                      <a:pt x="115" y="21"/>
                      <a:pt x="1" y="167"/>
                      <a:pt x="17" y="348"/>
                    </a:cubicBezTo>
                    <a:cubicBezTo>
                      <a:pt x="31" y="504"/>
                      <a:pt x="166" y="628"/>
                      <a:pt x="316" y="628"/>
                    </a:cubicBezTo>
                    <a:cubicBezTo>
                      <a:pt x="325" y="628"/>
                      <a:pt x="334" y="628"/>
                      <a:pt x="343" y="627"/>
                    </a:cubicBezTo>
                    <a:cubicBezTo>
                      <a:pt x="508" y="595"/>
                      <a:pt x="622" y="446"/>
                      <a:pt x="606" y="285"/>
                    </a:cubicBezTo>
                    <a:cubicBezTo>
                      <a:pt x="592" y="124"/>
                      <a:pt x="472" y="0"/>
                      <a:pt x="3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5" name="Google Shape;2275;p73"/>
            <p:cNvGrpSpPr/>
            <p:nvPr/>
          </p:nvGrpSpPr>
          <p:grpSpPr>
            <a:xfrm flipH="1">
              <a:off x="7332336" y="1441994"/>
              <a:ext cx="580432" cy="615807"/>
              <a:chOff x="1795374" y="144994"/>
              <a:chExt cx="580432" cy="615807"/>
            </a:xfrm>
          </p:grpSpPr>
          <p:grpSp>
            <p:nvGrpSpPr>
              <p:cNvPr id="2276" name="Google Shape;2276;p73"/>
              <p:cNvGrpSpPr/>
              <p:nvPr/>
            </p:nvGrpSpPr>
            <p:grpSpPr>
              <a:xfrm>
                <a:off x="1795374" y="428844"/>
                <a:ext cx="221307" cy="221307"/>
                <a:chOff x="1795450" y="152325"/>
                <a:chExt cx="435300" cy="435300"/>
              </a:xfrm>
            </p:grpSpPr>
            <p:sp>
              <p:nvSpPr>
                <p:cNvPr id="2277" name="Google Shape;2277;p73"/>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73"/>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9" name="Google Shape;2279;p73"/>
              <p:cNvGrpSpPr/>
              <p:nvPr/>
            </p:nvGrpSpPr>
            <p:grpSpPr>
              <a:xfrm>
                <a:off x="2016674" y="144994"/>
                <a:ext cx="221307" cy="221307"/>
                <a:chOff x="1795450" y="152325"/>
                <a:chExt cx="435300" cy="435300"/>
              </a:xfrm>
            </p:grpSpPr>
            <p:sp>
              <p:nvSpPr>
                <p:cNvPr id="2280" name="Google Shape;2280;p73"/>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73"/>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2" name="Google Shape;2282;p73"/>
              <p:cNvGrpSpPr/>
              <p:nvPr/>
            </p:nvGrpSpPr>
            <p:grpSpPr>
              <a:xfrm>
                <a:off x="2154499" y="539494"/>
                <a:ext cx="221307" cy="221307"/>
                <a:chOff x="1795450" y="152325"/>
                <a:chExt cx="435300" cy="435300"/>
              </a:xfrm>
            </p:grpSpPr>
            <p:sp>
              <p:nvSpPr>
                <p:cNvPr id="2283" name="Google Shape;2283;p73"/>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73"/>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85" name="Google Shape;2285;p73"/>
            <p:cNvGrpSpPr/>
            <p:nvPr/>
          </p:nvGrpSpPr>
          <p:grpSpPr>
            <a:xfrm>
              <a:off x="4990361" y="2439994"/>
              <a:ext cx="580432" cy="615807"/>
              <a:chOff x="1795374" y="144994"/>
              <a:chExt cx="580432" cy="615807"/>
            </a:xfrm>
          </p:grpSpPr>
          <p:grpSp>
            <p:nvGrpSpPr>
              <p:cNvPr id="2286" name="Google Shape;2286;p73"/>
              <p:cNvGrpSpPr/>
              <p:nvPr/>
            </p:nvGrpSpPr>
            <p:grpSpPr>
              <a:xfrm>
                <a:off x="1795374" y="428844"/>
                <a:ext cx="221307" cy="221307"/>
                <a:chOff x="1795450" y="152325"/>
                <a:chExt cx="435300" cy="435300"/>
              </a:xfrm>
            </p:grpSpPr>
            <p:sp>
              <p:nvSpPr>
                <p:cNvPr id="2287" name="Google Shape;2287;p73"/>
                <p:cNvSpPr/>
                <p:nvPr/>
              </p:nvSpPr>
              <p:spPr>
                <a:xfrm rot="54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73"/>
                <p:cNvSpPr/>
                <p:nvPr/>
              </p:nvSpPr>
              <p:spPr>
                <a:xfrm rot="10800000">
                  <a:off x="1933300" y="152325"/>
                  <a:ext cx="159600" cy="435300"/>
                </a:xfrm>
                <a:prstGeom prst="rect">
                  <a:avLst/>
                </a:prstGeom>
                <a:solidFill>
                  <a:srgbClr val="A8CFE8">
                    <a:alpha val="689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9" name="Google Shape;2289;p73"/>
              <p:cNvGrpSpPr/>
              <p:nvPr/>
            </p:nvGrpSpPr>
            <p:grpSpPr>
              <a:xfrm>
                <a:off x="2016674" y="144994"/>
                <a:ext cx="221307" cy="221307"/>
                <a:chOff x="1795450" y="152325"/>
                <a:chExt cx="435300" cy="435300"/>
              </a:xfrm>
            </p:grpSpPr>
            <p:sp>
              <p:nvSpPr>
                <p:cNvPr id="2290" name="Google Shape;2290;p73"/>
                <p:cNvSpPr/>
                <p:nvPr/>
              </p:nvSpPr>
              <p:spPr>
                <a:xfrm rot="54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73"/>
                <p:cNvSpPr/>
                <p:nvPr/>
              </p:nvSpPr>
              <p:spPr>
                <a:xfrm rot="10800000">
                  <a:off x="1933300" y="152325"/>
                  <a:ext cx="159600" cy="435300"/>
                </a:xfrm>
                <a:prstGeom prst="rect">
                  <a:avLst/>
                </a:prstGeom>
                <a:solidFill>
                  <a:srgbClr val="A8CFE8">
                    <a:alpha val="3923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2" name="Google Shape;2292;p73"/>
              <p:cNvGrpSpPr/>
              <p:nvPr/>
            </p:nvGrpSpPr>
            <p:grpSpPr>
              <a:xfrm>
                <a:off x="2154499" y="539494"/>
                <a:ext cx="221307" cy="221307"/>
                <a:chOff x="1795450" y="152325"/>
                <a:chExt cx="435300" cy="435300"/>
              </a:xfrm>
            </p:grpSpPr>
            <p:sp>
              <p:nvSpPr>
                <p:cNvPr id="2293" name="Google Shape;2293;p73"/>
                <p:cNvSpPr/>
                <p:nvPr/>
              </p:nvSpPr>
              <p:spPr>
                <a:xfrm rot="54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73"/>
                <p:cNvSpPr/>
                <p:nvPr/>
              </p:nvSpPr>
              <p:spPr>
                <a:xfrm rot="10800000">
                  <a:off x="1933300" y="152325"/>
                  <a:ext cx="159600" cy="435300"/>
                </a:xfrm>
                <a:prstGeom prst="rect">
                  <a:avLst/>
                </a:prstGeom>
                <a:solidFill>
                  <a:srgbClr val="FFFFFF">
                    <a:alpha val="77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295" name="Google Shape;2295;p73"/>
            <p:cNvGrpSpPr/>
            <p:nvPr/>
          </p:nvGrpSpPr>
          <p:grpSpPr>
            <a:xfrm flipH="1">
              <a:off x="5759960" y="2663952"/>
              <a:ext cx="2728707" cy="1975393"/>
              <a:chOff x="2759150" y="1406675"/>
              <a:chExt cx="3532764" cy="2557474"/>
            </a:xfrm>
          </p:grpSpPr>
          <p:sp>
            <p:nvSpPr>
              <p:cNvPr id="2296" name="Google Shape;2296;p73"/>
              <p:cNvSpPr/>
              <p:nvPr/>
            </p:nvSpPr>
            <p:spPr>
              <a:xfrm>
                <a:off x="3840210" y="1816027"/>
                <a:ext cx="529872" cy="829415"/>
              </a:xfrm>
              <a:custGeom>
                <a:avLst/>
                <a:gdLst/>
                <a:ahLst/>
                <a:cxnLst/>
                <a:rect l="l" t="t" r="r" b="b"/>
                <a:pathLst>
                  <a:path w="4203" h="6579" extrusionOk="0">
                    <a:moveTo>
                      <a:pt x="3479" y="1"/>
                    </a:moveTo>
                    <a:cubicBezTo>
                      <a:pt x="3121" y="204"/>
                      <a:pt x="2689" y="399"/>
                      <a:pt x="2689" y="399"/>
                    </a:cubicBezTo>
                    <a:cubicBezTo>
                      <a:pt x="2689" y="399"/>
                      <a:pt x="2800" y="851"/>
                      <a:pt x="2706" y="1201"/>
                    </a:cubicBezTo>
                    <a:cubicBezTo>
                      <a:pt x="2689" y="1217"/>
                      <a:pt x="2674" y="1233"/>
                      <a:pt x="2653" y="1246"/>
                    </a:cubicBezTo>
                    <a:lnTo>
                      <a:pt x="2637" y="1261"/>
                    </a:lnTo>
                    <a:cubicBezTo>
                      <a:pt x="2608" y="1282"/>
                      <a:pt x="2580" y="1298"/>
                      <a:pt x="2552" y="1319"/>
                    </a:cubicBezTo>
                    <a:cubicBezTo>
                      <a:pt x="2543" y="1323"/>
                      <a:pt x="2539" y="1327"/>
                      <a:pt x="2531" y="1331"/>
                    </a:cubicBezTo>
                    <a:cubicBezTo>
                      <a:pt x="2523" y="1335"/>
                      <a:pt x="2511" y="1343"/>
                      <a:pt x="2503" y="1347"/>
                    </a:cubicBezTo>
                    <a:cubicBezTo>
                      <a:pt x="2490" y="1355"/>
                      <a:pt x="2479" y="1364"/>
                      <a:pt x="2462" y="1372"/>
                    </a:cubicBezTo>
                    <a:cubicBezTo>
                      <a:pt x="2421" y="1392"/>
                      <a:pt x="2381" y="1413"/>
                      <a:pt x="2340" y="1432"/>
                    </a:cubicBezTo>
                    <a:cubicBezTo>
                      <a:pt x="2332" y="1437"/>
                      <a:pt x="2323" y="1441"/>
                      <a:pt x="2316" y="1445"/>
                    </a:cubicBezTo>
                    <a:cubicBezTo>
                      <a:pt x="2271" y="1469"/>
                      <a:pt x="2222" y="1490"/>
                      <a:pt x="2177" y="1505"/>
                    </a:cubicBezTo>
                    <a:cubicBezTo>
                      <a:pt x="2169" y="1510"/>
                      <a:pt x="2165" y="1514"/>
                      <a:pt x="2161" y="1514"/>
                    </a:cubicBezTo>
                    <a:cubicBezTo>
                      <a:pt x="2145" y="1522"/>
                      <a:pt x="2128" y="1526"/>
                      <a:pt x="2112" y="1535"/>
                    </a:cubicBezTo>
                    <a:cubicBezTo>
                      <a:pt x="2100" y="1539"/>
                      <a:pt x="2084" y="1543"/>
                      <a:pt x="2071" y="1550"/>
                    </a:cubicBezTo>
                    <a:cubicBezTo>
                      <a:pt x="2060" y="1554"/>
                      <a:pt x="2043" y="1559"/>
                      <a:pt x="2030" y="1563"/>
                    </a:cubicBezTo>
                    <a:cubicBezTo>
                      <a:pt x="2019" y="1571"/>
                      <a:pt x="2002" y="1575"/>
                      <a:pt x="1990" y="1579"/>
                    </a:cubicBezTo>
                    <a:cubicBezTo>
                      <a:pt x="1966" y="1587"/>
                      <a:pt x="1946" y="1595"/>
                      <a:pt x="1929" y="1599"/>
                    </a:cubicBezTo>
                    <a:cubicBezTo>
                      <a:pt x="1908" y="1608"/>
                      <a:pt x="1889" y="1616"/>
                      <a:pt x="1868" y="1620"/>
                    </a:cubicBezTo>
                    <a:cubicBezTo>
                      <a:pt x="1856" y="1624"/>
                      <a:pt x="1848" y="1628"/>
                      <a:pt x="1835" y="1632"/>
                    </a:cubicBezTo>
                    <a:cubicBezTo>
                      <a:pt x="1827" y="1636"/>
                      <a:pt x="1820" y="1636"/>
                      <a:pt x="1807" y="1640"/>
                    </a:cubicBezTo>
                    <a:cubicBezTo>
                      <a:pt x="1799" y="1644"/>
                      <a:pt x="1791" y="1648"/>
                      <a:pt x="1779" y="1648"/>
                    </a:cubicBezTo>
                    <a:cubicBezTo>
                      <a:pt x="1771" y="1652"/>
                      <a:pt x="1762" y="1657"/>
                      <a:pt x="1750" y="1661"/>
                    </a:cubicBezTo>
                    <a:cubicBezTo>
                      <a:pt x="1734" y="1665"/>
                      <a:pt x="1713" y="1669"/>
                      <a:pt x="1698" y="1676"/>
                    </a:cubicBezTo>
                    <a:cubicBezTo>
                      <a:pt x="1677" y="1681"/>
                      <a:pt x="1660" y="1685"/>
                      <a:pt x="1640" y="1693"/>
                    </a:cubicBezTo>
                    <a:cubicBezTo>
                      <a:pt x="1615" y="1697"/>
                      <a:pt x="1591" y="1706"/>
                      <a:pt x="1572" y="1710"/>
                    </a:cubicBezTo>
                    <a:cubicBezTo>
                      <a:pt x="1563" y="1713"/>
                      <a:pt x="1555" y="1717"/>
                      <a:pt x="1547" y="1717"/>
                    </a:cubicBezTo>
                    <a:cubicBezTo>
                      <a:pt x="1538" y="1721"/>
                      <a:pt x="1531" y="1721"/>
                      <a:pt x="1523" y="1725"/>
                    </a:cubicBezTo>
                    <a:cubicBezTo>
                      <a:pt x="1514" y="1725"/>
                      <a:pt x="1510" y="1730"/>
                      <a:pt x="1502" y="1730"/>
                    </a:cubicBezTo>
                    <a:cubicBezTo>
                      <a:pt x="1498" y="1730"/>
                      <a:pt x="1493" y="1734"/>
                      <a:pt x="1490" y="1734"/>
                    </a:cubicBezTo>
                    <a:cubicBezTo>
                      <a:pt x="1482" y="1734"/>
                      <a:pt x="1478" y="1738"/>
                      <a:pt x="1469" y="1738"/>
                    </a:cubicBezTo>
                    <a:cubicBezTo>
                      <a:pt x="1465" y="1738"/>
                      <a:pt x="1457" y="1742"/>
                      <a:pt x="1450" y="1742"/>
                    </a:cubicBezTo>
                    <a:cubicBezTo>
                      <a:pt x="1445" y="1742"/>
                      <a:pt x="1441" y="1746"/>
                      <a:pt x="1437" y="1746"/>
                    </a:cubicBezTo>
                    <a:cubicBezTo>
                      <a:pt x="1409" y="1754"/>
                      <a:pt x="1388" y="1758"/>
                      <a:pt x="1376" y="1758"/>
                    </a:cubicBezTo>
                    <a:cubicBezTo>
                      <a:pt x="1360" y="1909"/>
                      <a:pt x="1249" y="2157"/>
                      <a:pt x="1249" y="2157"/>
                    </a:cubicBezTo>
                    <a:lnTo>
                      <a:pt x="1079" y="2136"/>
                    </a:lnTo>
                    <a:cubicBezTo>
                      <a:pt x="1079" y="2136"/>
                      <a:pt x="1059" y="2083"/>
                      <a:pt x="1022" y="2006"/>
                    </a:cubicBezTo>
                    <a:cubicBezTo>
                      <a:pt x="1018" y="1999"/>
                      <a:pt x="1014" y="1986"/>
                      <a:pt x="1010" y="1978"/>
                    </a:cubicBezTo>
                    <a:lnTo>
                      <a:pt x="1010" y="1974"/>
                    </a:lnTo>
                    <a:cubicBezTo>
                      <a:pt x="1001" y="1965"/>
                      <a:pt x="997" y="1954"/>
                      <a:pt x="994" y="1941"/>
                    </a:cubicBezTo>
                    <a:cubicBezTo>
                      <a:pt x="969" y="1892"/>
                      <a:pt x="937" y="1835"/>
                      <a:pt x="904" y="1774"/>
                    </a:cubicBezTo>
                    <a:cubicBezTo>
                      <a:pt x="900" y="1770"/>
                      <a:pt x="896" y="1762"/>
                      <a:pt x="892" y="1754"/>
                    </a:cubicBezTo>
                    <a:cubicBezTo>
                      <a:pt x="888" y="1746"/>
                      <a:pt x="879" y="1734"/>
                      <a:pt x="875" y="1721"/>
                    </a:cubicBezTo>
                    <a:cubicBezTo>
                      <a:pt x="859" y="1701"/>
                      <a:pt x="847" y="1676"/>
                      <a:pt x="834" y="1657"/>
                    </a:cubicBezTo>
                    <a:cubicBezTo>
                      <a:pt x="831" y="1652"/>
                      <a:pt x="827" y="1648"/>
                      <a:pt x="827" y="1644"/>
                    </a:cubicBezTo>
                    <a:cubicBezTo>
                      <a:pt x="815" y="1628"/>
                      <a:pt x="802" y="1608"/>
                      <a:pt x="790" y="1591"/>
                    </a:cubicBezTo>
                    <a:lnTo>
                      <a:pt x="786" y="1587"/>
                    </a:lnTo>
                    <a:cubicBezTo>
                      <a:pt x="766" y="1559"/>
                      <a:pt x="746" y="1526"/>
                      <a:pt x="721" y="1502"/>
                    </a:cubicBezTo>
                    <a:cubicBezTo>
                      <a:pt x="717" y="1498"/>
                      <a:pt x="712" y="1494"/>
                      <a:pt x="708" y="1486"/>
                    </a:cubicBezTo>
                    <a:cubicBezTo>
                      <a:pt x="705" y="1481"/>
                      <a:pt x="701" y="1477"/>
                      <a:pt x="701" y="1473"/>
                    </a:cubicBezTo>
                    <a:cubicBezTo>
                      <a:pt x="697" y="1469"/>
                      <a:pt x="693" y="1465"/>
                      <a:pt x="688" y="1462"/>
                    </a:cubicBezTo>
                    <a:lnTo>
                      <a:pt x="615" y="1388"/>
                    </a:lnTo>
                    <a:cubicBezTo>
                      <a:pt x="611" y="1388"/>
                      <a:pt x="607" y="1383"/>
                      <a:pt x="603" y="1380"/>
                    </a:cubicBezTo>
                    <a:cubicBezTo>
                      <a:pt x="590" y="1368"/>
                      <a:pt x="575" y="1359"/>
                      <a:pt x="562" y="1347"/>
                    </a:cubicBezTo>
                    <a:cubicBezTo>
                      <a:pt x="558" y="1347"/>
                      <a:pt x="554" y="1343"/>
                      <a:pt x="550" y="1339"/>
                    </a:cubicBezTo>
                    <a:cubicBezTo>
                      <a:pt x="546" y="1339"/>
                      <a:pt x="542" y="1335"/>
                      <a:pt x="538" y="1335"/>
                    </a:cubicBezTo>
                    <a:cubicBezTo>
                      <a:pt x="534" y="1331"/>
                      <a:pt x="534" y="1331"/>
                      <a:pt x="530" y="1331"/>
                    </a:cubicBezTo>
                    <a:cubicBezTo>
                      <a:pt x="517" y="1323"/>
                      <a:pt x="509" y="1319"/>
                      <a:pt x="498" y="1315"/>
                    </a:cubicBezTo>
                    <a:cubicBezTo>
                      <a:pt x="493" y="1310"/>
                      <a:pt x="489" y="1310"/>
                      <a:pt x="481" y="1310"/>
                    </a:cubicBezTo>
                    <a:cubicBezTo>
                      <a:pt x="481" y="1306"/>
                      <a:pt x="477" y="1306"/>
                      <a:pt x="473" y="1306"/>
                    </a:cubicBezTo>
                    <a:cubicBezTo>
                      <a:pt x="468" y="1302"/>
                      <a:pt x="464" y="1302"/>
                      <a:pt x="460" y="1302"/>
                    </a:cubicBezTo>
                    <a:cubicBezTo>
                      <a:pt x="457" y="1298"/>
                      <a:pt x="453" y="1298"/>
                      <a:pt x="449" y="1298"/>
                    </a:cubicBezTo>
                    <a:lnTo>
                      <a:pt x="436" y="1298"/>
                    </a:lnTo>
                    <a:lnTo>
                      <a:pt x="432" y="1295"/>
                    </a:lnTo>
                    <a:lnTo>
                      <a:pt x="376" y="1295"/>
                    </a:lnTo>
                    <a:cubicBezTo>
                      <a:pt x="371" y="1298"/>
                      <a:pt x="367" y="1298"/>
                      <a:pt x="363" y="1298"/>
                    </a:cubicBezTo>
                    <a:cubicBezTo>
                      <a:pt x="359" y="1298"/>
                      <a:pt x="355" y="1298"/>
                      <a:pt x="355" y="1302"/>
                    </a:cubicBezTo>
                    <a:lnTo>
                      <a:pt x="346" y="1302"/>
                    </a:lnTo>
                    <a:cubicBezTo>
                      <a:pt x="342" y="1302"/>
                      <a:pt x="338" y="1306"/>
                      <a:pt x="338" y="1306"/>
                    </a:cubicBezTo>
                    <a:cubicBezTo>
                      <a:pt x="327" y="1310"/>
                      <a:pt x="310" y="1319"/>
                      <a:pt x="297" y="1331"/>
                    </a:cubicBezTo>
                    <a:cubicBezTo>
                      <a:pt x="297" y="1331"/>
                      <a:pt x="294" y="1331"/>
                      <a:pt x="294" y="1335"/>
                    </a:cubicBezTo>
                    <a:lnTo>
                      <a:pt x="290" y="1335"/>
                    </a:lnTo>
                    <a:cubicBezTo>
                      <a:pt x="286" y="1339"/>
                      <a:pt x="286" y="1339"/>
                      <a:pt x="282" y="1343"/>
                    </a:cubicBezTo>
                    <a:cubicBezTo>
                      <a:pt x="273" y="1351"/>
                      <a:pt x="261" y="1364"/>
                      <a:pt x="254" y="1372"/>
                    </a:cubicBezTo>
                    <a:cubicBezTo>
                      <a:pt x="249" y="1376"/>
                      <a:pt x="249" y="1380"/>
                      <a:pt x="245" y="1383"/>
                    </a:cubicBezTo>
                    <a:cubicBezTo>
                      <a:pt x="229" y="1400"/>
                      <a:pt x="216" y="1421"/>
                      <a:pt x="205" y="1445"/>
                    </a:cubicBezTo>
                    <a:cubicBezTo>
                      <a:pt x="200" y="1449"/>
                      <a:pt x="196" y="1453"/>
                      <a:pt x="196" y="1457"/>
                    </a:cubicBezTo>
                    <a:cubicBezTo>
                      <a:pt x="192" y="1457"/>
                      <a:pt x="192" y="1462"/>
                      <a:pt x="192" y="1465"/>
                    </a:cubicBezTo>
                    <a:cubicBezTo>
                      <a:pt x="188" y="1469"/>
                      <a:pt x="184" y="1473"/>
                      <a:pt x="184" y="1477"/>
                    </a:cubicBezTo>
                    <a:cubicBezTo>
                      <a:pt x="168" y="1505"/>
                      <a:pt x="156" y="1539"/>
                      <a:pt x="139" y="1571"/>
                    </a:cubicBezTo>
                    <a:cubicBezTo>
                      <a:pt x="139" y="1575"/>
                      <a:pt x="135" y="1584"/>
                      <a:pt x="131" y="1591"/>
                    </a:cubicBezTo>
                    <a:cubicBezTo>
                      <a:pt x="127" y="1603"/>
                      <a:pt x="123" y="1620"/>
                      <a:pt x="115" y="1632"/>
                    </a:cubicBezTo>
                    <a:cubicBezTo>
                      <a:pt x="115" y="1640"/>
                      <a:pt x="111" y="1648"/>
                      <a:pt x="107" y="1657"/>
                    </a:cubicBezTo>
                    <a:cubicBezTo>
                      <a:pt x="98" y="1685"/>
                      <a:pt x="90" y="1713"/>
                      <a:pt x="83" y="1742"/>
                    </a:cubicBezTo>
                    <a:cubicBezTo>
                      <a:pt x="83" y="1750"/>
                      <a:pt x="78" y="1754"/>
                      <a:pt x="78" y="1762"/>
                    </a:cubicBezTo>
                    <a:cubicBezTo>
                      <a:pt x="74" y="1766"/>
                      <a:pt x="74" y="1770"/>
                      <a:pt x="74" y="1774"/>
                    </a:cubicBezTo>
                    <a:cubicBezTo>
                      <a:pt x="46" y="1888"/>
                      <a:pt x="21" y="2014"/>
                      <a:pt x="9" y="2145"/>
                    </a:cubicBezTo>
                    <a:cubicBezTo>
                      <a:pt x="9" y="2161"/>
                      <a:pt x="9" y="2177"/>
                      <a:pt x="5" y="2189"/>
                    </a:cubicBezTo>
                    <a:lnTo>
                      <a:pt x="5" y="2198"/>
                    </a:lnTo>
                    <a:lnTo>
                      <a:pt x="5" y="2250"/>
                    </a:lnTo>
                    <a:cubicBezTo>
                      <a:pt x="1" y="2271"/>
                      <a:pt x="1" y="2287"/>
                      <a:pt x="1" y="2307"/>
                    </a:cubicBezTo>
                    <a:lnTo>
                      <a:pt x="1" y="2360"/>
                    </a:lnTo>
                    <a:cubicBezTo>
                      <a:pt x="1" y="2641"/>
                      <a:pt x="49" y="2921"/>
                      <a:pt x="175" y="3125"/>
                    </a:cubicBezTo>
                    <a:cubicBezTo>
                      <a:pt x="229" y="3210"/>
                      <a:pt x="294" y="3279"/>
                      <a:pt x="376" y="3332"/>
                    </a:cubicBezTo>
                    <a:cubicBezTo>
                      <a:pt x="383" y="3336"/>
                      <a:pt x="391" y="3345"/>
                      <a:pt x="404" y="3349"/>
                    </a:cubicBezTo>
                    <a:cubicBezTo>
                      <a:pt x="408" y="3353"/>
                      <a:pt x="416" y="3357"/>
                      <a:pt x="424" y="3361"/>
                    </a:cubicBezTo>
                    <a:cubicBezTo>
                      <a:pt x="432" y="3365"/>
                      <a:pt x="444" y="3369"/>
                      <a:pt x="453" y="3373"/>
                    </a:cubicBezTo>
                    <a:cubicBezTo>
                      <a:pt x="460" y="3377"/>
                      <a:pt x="464" y="3381"/>
                      <a:pt x="473" y="3385"/>
                    </a:cubicBezTo>
                    <a:cubicBezTo>
                      <a:pt x="485" y="3390"/>
                      <a:pt x="498" y="3398"/>
                      <a:pt x="509" y="3402"/>
                    </a:cubicBezTo>
                    <a:cubicBezTo>
                      <a:pt x="522" y="3405"/>
                      <a:pt x="530" y="3409"/>
                      <a:pt x="538" y="3414"/>
                    </a:cubicBezTo>
                    <a:cubicBezTo>
                      <a:pt x="550" y="3418"/>
                      <a:pt x="558" y="3422"/>
                      <a:pt x="571" y="3426"/>
                    </a:cubicBezTo>
                    <a:cubicBezTo>
                      <a:pt x="579" y="3430"/>
                      <a:pt x="583" y="3430"/>
                      <a:pt x="590" y="3434"/>
                    </a:cubicBezTo>
                    <a:cubicBezTo>
                      <a:pt x="595" y="3434"/>
                      <a:pt x="603" y="3439"/>
                      <a:pt x="607" y="3439"/>
                    </a:cubicBezTo>
                    <a:cubicBezTo>
                      <a:pt x="615" y="3443"/>
                      <a:pt x="620" y="3443"/>
                      <a:pt x="627" y="3446"/>
                    </a:cubicBezTo>
                    <a:cubicBezTo>
                      <a:pt x="631" y="3446"/>
                      <a:pt x="639" y="3450"/>
                      <a:pt x="648" y="3450"/>
                    </a:cubicBezTo>
                    <a:cubicBezTo>
                      <a:pt x="652" y="3454"/>
                      <a:pt x="660" y="3454"/>
                      <a:pt x="664" y="3458"/>
                    </a:cubicBezTo>
                    <a:cubicBezTo>
                      <a:pt x="672" y="3458"/>
                      <a:pt x="676" y="3458"/>
                      <a:pt x="680" y="3463"/>
                    </a:cubicBezTo>
                    <a:cubicBezTo>
                      <a:pt x="688" y="3463"/>
                      <a:pt x="693" y="3467"/>
                      <a:pt x="701" y="3467"/>
                    </a:cubicBezTo>
                    <a:lnTo>
                      <a:pt x="705" y="3467"/>
                    </a:lnTo>
                    <a:cubicBezTo>
                      <a:pt x="708" y="3467"/>
                      <a:pt x="717" y="3471"/>
                      <a:pt x="721" y="3471"/>
                    </a:cubicBezTo>
                    <a:cubicBezTo>
                      <a:pt x="725" y="3471"/>
                      <a:pt x="729" y="3475"/>
                      <a:pt x="733" y="3475"/>
                    </a:cubicBezTo>
                    <a:lnTo>
                      <a:pt x="746" y="3475"/>
                    </a:lnTo>
                    <a:cubicBezTo>
                      <a:pt x="766" y="3479"/>
                      <a:pt x="786" y="3483"/>
                      <a:pt x="806" y="3487"/>
                    </a:cubicBezTo>
                    <a:cubicBezTo>
                      <a:pt x="823" y="3491"/>
                      <a:pt x="839" y="3491"/>
                      <a:pt x="855" y="3491"/>
                    </a:cubicBezTo>
                    <a:cubicBezTo>
                      <a:pt x="868" y="3495"/>
                      <a:pt x="875" y="3495"/>
                      <a:pt x="888" y="3495"/>
                    </a:cubicBezTo>
                    <a:lnTo>
                      <a:pt x="908" y="3495"/>
                    </a:lnTo>
                    <a:lnTo>
                      <a:pt x="913" y="3499"/>
                    </a:lnTo>
                    <a:lnTo>
                      <a:pt x="997" y="3499"/>
                    </a:lnTo>
                    <a:cubicBezTo>
                      <a:pt x="1010" y="3495"/>
                      <a:pt x="1014" y="3495"/>
                      <a:pt x="1022" y="3495"/>
                    </a:cubicBezTo>
                    <a:lnTo>
                      <a:pt x="1042" y="3495"/>
                    </a:lnTo>
                    <a:cubicBezTo>
                      <a:pt x="1050" y="3495"/>
                      <a:pt x="1059" y="3491"/>
                      <a:pt x="1067" y="3491"/>
                    </a:cubicBezTo>
                    <a:cubicBezTo>
                      <a:pt x="1075" y="3491"/>
                      <a:pt x="1083" y="3491"/>
                      <a:pt x="1091" y="3487"/>
                    </a:cubicBezTo>
                    <a:lnTo>
                      <a:pt x="1108" y="3487"/>
                    </a:lnTo>
                    <a:cubicBezTo>
                      <a:pt x="1112" y="3483"/>
                      <a:pt x="1116" y="3483"/>
                      <a:pt x="1116" y="3483"/>
                    </a:cubicBezTo>
                    <a:lnTo>
                      <a:pt x="1116" y="3487"/>
                    </a:lnTo>
                    <a:cubicBezTo>
                      <a:pt x="1116" y="3487"/>
                      <a:pt x="1116" y="3495"/>
                      <a:pt x="1120" y="3512"/>
                    </a:cubicBezTo>
                    <a:cubicBezTo>
                      <a:pt x="1123" y="3512"/>
                      <a:pt x="1123" y="3516"/>
                      <a:pt x="1123" y="3520"/>
                    </a:cubicBezTo>
                    <a:cubicBezTo>
                      <a:pt x="1127" y="3531"/>
                      <a:pt x="1132" y="3548"/>
                      <a:pt x="1136" y="3568"/>
                    </a:cubicBezTo>
                    <a:cubicBezTo>
                      <a:pt x="1140" y="3576"/>
                      <a:pt x="1140" y="3580"/>
                      <a:pt x="1144" y="3589"/>
                    </a:cubicBezTo>
                    <a:lnTo>
                      <a:pt x="1144" y="3593"/>
                    </a:lnTo>
                    <a:cubicBezTo>
                      <a:pt x="1144" y="3597"/>
                      <a:pt x="1148" y="3601"/>
                      <a:pt x="1148" y="3605"/>
                    </a:cubicBezTo>
                    <a:cubicBezTo>
                      <a:pt x="1148" y="3613"/>
                      <a:pt x="1152" y="3621"/>
                      <a:pt x="1157" y="3629"/>
                    </a:cubicBezTo>
                    <a:cubicBezTo>
                      <a:pt x="1157" y="3634"/>
                      <a:pt x="1161" y="3642"/>
                      <a:pt x="1161" y="3650"/>
                    </a:cubicBezTo>
                    <a:cubicBezTo>
                      <a:pt x="1161" y="3653"/>
                      <a:pt x="1164" y="3662"/>
                      <a:pt x="1164" y="3666"/>
                    </a:cubicBezTo>
                    <a:cubicBezTo>
                      <a:pt x="1168" y="3670"/>
                      <a:pt x="1168" y="3674"/>
                      <a:pt x="1168" y="3674"/>
                    </a:cubicBezTo>
                    <a:lnTo>
                      <a:pt x="1168" y="3683"/>
                    </a:lnTo>
                    <a:cubicBezTo>
                      <a:pt x="1172" y="3687"/>
                      <a:pt x="1172" y="3691"/>
                      <a:pt x="1172" y="3694"/>
                    </a:cubicBezTo>
                    <a:cubicBezTo>
                      <a:pt x="1176" y="3702"/>
                      <a:pt x="1181" y="3711"/>
                      <a:pt x="1181" y="3719"/>
                    </a:cubicBezTo>
                    <a:cubicBezTo>
                      <a:pt x="1181" y="3723"/>
                      <a:pt x="1181" y="3723"/>
                      <a:pt x="1185" y="3727"/>
                    </a:cubicBezTo>
                    <a:cubicBezTo>
                      <a:pt x="1185" y="3732"/>
                      <a:pt x="1185" y="3735"/>
                      <a:pt x="1189" y="3739"/>
                    </a:cubicBezTo>
                    <a:cubicBezTo>
                      <a:pt x="1189" y="3747"/>
                      <a:pt x="1189" y="3751"/>
                      <a:pt x="1193" y="3756"/>
                    </a:cubicBezTo>
                    <a:cubicBezTo>
                      <a:pt x="1197" y="3772"/>
                      <a:pt x="1201" y="3788"/>
                      <a:pt x="1209" y="3809"/>
                    </a:cubicBezTo>
                    <a:cubicBezTo>
                      <a:pt x="1213" y="3824"/>
                      <a:pt x="1217" y="3841"/>
                      <a:pt x="1221" y="3861"/>
                    </a:cubicBezTo>
                    <a:cubicBezTo>
                      <a:pt x="1225" y="3869"/>
                      <a:pt x="1230" y="3882"/>
                      <a:pt x="1234" y="3890"/>
                    </a:cubicBezTo>
                    <a:lnTo>
                      <a:pt x="1234" y="3898"/>
                    </a:lnTo>
                    <a:lnTo>
                      <a:pt x="1238" y="3910"/>
                    </a:lnTo>
                    <a:cubicBezTo>
                      <a:pt x="1242" y="3918"/>
                      <a:pt x="1242" y="3927"/>
                      <a:pt x="1245" y="3939"/>
                    </a:cubicBezTo>
                    <a:cubicBezTo>
                      <a:pt x="1245" y="3939"/>
                      <a:pt x="1249" y="3942"/>
                      <a:pt x="1249" y="3946"/>
                    </a:cubicBezTo>
                    <a:cubicBezTo>
                      <a:pt x="1249" y="3951"/>
                      <a:pt x="1249" y="3955"/>
                      <a:pt x="1254" y="3955"/>
                    </a:cubicBezTo>
                    <a:cubicBezTo>
                      <a:pt x="1254" y="3967"/>
                      <a:pt x="1258" y="3976"/>
                      <a:pt x="1262" y="3987"/>
                    </a:cubicBezTo>
                    <a:cubicBezTo>
                      <a:pt x="1262" y="3991"/>
                      <a:pt x="1262" y="3995"/>
                      <a:pt x="1266" y="3995"/>
                    </a:cubicBezTo>
                    <a:cubicBezTo>
                      <a:pt x="1270" y="4016"/>
                      <a:pt x="1274" y="4032"/>
                      <a:pt x="1283" y="4049"/>
                    </a:cubicBezTo>
                    <a:cubicBezTo>
                      <a:pt x="1286" y="4064"/>
                      <a:pt x="1290" y="4077"/>
                      <a:pt x="1294" y="4093"/>
                    </a:cubicBezTo>
                    <a:cubicBezTo>
                      <a:pt x="1307" y="4134"/>
                      <a:pt x="1319" y="4175"/>
                      <a:pt x="1335" y="4220"/>
                    </a:cubicBezTo>
                    <a:cubicBezTo>
                      <a:pt x="1343" y="4244"/>
                      <a:pt x="1352" y="4269"/>
                      <a:pt x="1360" y="4293"/>
                    </a:cubicBezTo>
                    <a:lnTo>
                      <a:pt x="1360" y="4297"/>
                    </a:lnTo>
                    <a:cubicBezTo>
                      <a:pt x="1405" y="4439"/>
                      <a:pt x="1457" y="4586"/>
                      <a:pt x="1510" y="4736"/>
                    </a:cubicBezTo>
                    <a:cubicBezTo>
                      <a:pt x="1514" y="4740"/>
                      <a:pt x="1514" y="4744"/>
                      <a:pt x="1514" y="4748"/>
                    </a:cubicBezTo>
                    <a:cubicBezTo>
                      <a:pt x="1527" y="4776"/>
                      <a:pt x="1538" y="4806"/>
                      <a:pt x="1547" y="4834"/>
                    </a:cubicBezTo>
                    <a:cubicBezTo>
                      <a:pt x="1547" y="4838"/>
                      <a:pt x="1551" y="4838"/>
                      <a:pt x="1551" y="4842"/>
                    </a:cubicBezTo>
                    <a:lnTo>
                      <a:pt x="1551" y="4846"/>
                    </a:lnTo>
                    <a:cubicBezTo>
                      <a:pt x="1555" y="4858"/>
                      <a:pt x="1559" y="4866"/>
                      <a:pt x="1563" y="4874"/>
                    </a:cubicBezTo>
                    <a:cubicBezTo>
                      <a:pt x="1567" y="4883"/>
                      <a:pt x="1567" y="4887"/>
                      <a:pt x="1572" y="4894"/>
                    </a:cubicBezTo>
                    <a:cubicBezTo>
                      <a:pt x="1575" y="4907"/>
                      <a:pt x="1579" y="4919"/>
                      <a:pt x="1583" y="4931"/>
                    </a:cubicBezTo>
                    <a:cubicBezTo>
                      <a:pt x="1587" y="4939"/>
                      <a:pt x="1591" y="4947"/>
                      <a:pt x="1596" y="4956"/>
                    </a:cubicBezTo>
                    <a:cubicBezTo>
                      <a:pt x="1596" y="4960"/>
                      <a:pt x="1600" y="4964"/>
                      <a:pt x="1600" y="4971"/>
                    </a:cubicBezTo>
                    <a:cubicBezTo>
                      <a:pt x="1604" y="4980"/>
                      <a:pt x="1608" y="4988"/>
                      <a:pt x="1608" y="4996"/>
                    </a:cubicBezTo>
                    <a:cubicBezTo>
                      <a:pt x="1628" y="5041"/>
                      <a:pt x="1645" y="5086"/>
                      <a:pt x="1664" y="5131"/>
                    </a:cubicBezTo>
                    <a:lnTo>
                      <a:pt x="1664" y="5135"/>
                    </a:lnTo>
                    <a:cubicBezTo>
                      <a:pt x="1677" y="5159"/>
                      <a:pt x="1685" y="5179"/>
                      <a:pt x="1694" y="5200"/>
                    </a:cubicBezTo>
                    <a:cubicBezTo>
                      <a:pt x="1694" y="5204"/>
                      <a:pt x="1694" y="5204"/>
                      <a:pt x="1698" y="5204"/>
                    </a:cubicBezTo>
                    <a:cubicBezTo>
                      <a:pt x="1698" y="5212"/>
                      <a:pt x="1701" y="5216"/>
                      <a:pt x="1705" y="5224"/>
                    </a:cubicBezTo>
                    <a:cubicBezTo>
                      <a:pt x="1705" y="5232"/>
                      <a:pt x="1709" y="5240"/>
                      <a:pt x="1713" y="5249"/>
                    </a:cubicBezTo>
                    <a:cubicBezTo>
                      <a:pt x="1726" y="5273"/>
                      <a:pt x="1734" y="5294"/>
                      <a:pt x="1746" y="5318"/>
                    </a:cubicBezTo>
                    <a:cubicBezTo>
                      <a:pt x="1758" y="5346"/>
                      <a:pt x="1771" y="5371"/>
                      <a:pt x="1782" y="5399"/>
                    </a:cubicBezTo>
                    <a:lnTo>
                      <a:pt x="1782" y="5403"/>
                    </a:lnTo>
                    <a:cubicBezTo>
                      <a:pt x="1799" y="5427"/>
                      <a:pt x="1811" y="5456"/>
                      <a:pt x="1823" y="5480"/>
                    </a:cubicBezTo>
                    <a:cubicBezTo>
                      <a:pt x="1827" y="5484"/>
                      <a:pt x="1831" y="5493"/>
                      <a:pt x="1831" y="5501"/>
                    </a:cubicBezTo>
                    <a:cubicBezTo>
                      <a:pt x="1840" y="5508"/>
                      <a:pt x="1844" y="5521"/>
                      <a:pt x="1848" y="5529"/>
                    </a:cubicBezTo>
                    <a:cubicBezTo>
                      <a:pt x="1852" y="5538"/>
                      <a:pt x="1860" y="5546"/>
                      <a:pt x="1864" y="5557"/>
                    </a:cubicBezTo>
                    <a:cubicBezTo>
                      <a:pt x="1868" y="5566"/>
                      <a:pt x="1872" y="5570"/>
                      <a:pt x="1872" y="5574"/>
                    </a:cubicBezTo>
                    <a:lnTo>
                      <a:pt x="1872" y="5578"/>
                    </a:lnTo>
                    <a:cubicBezTo>
                      <a:pt x="1876" y="5582"/>
                      <a:pt x="1880" y="5591"/>
                      <a:pt x="1884" y="5594"/>
                    </a:cubicBezTo>
                    <a:cubicBezTo>
                      <a:pt x="1889" y="5598"/>
                      <a:pt x="1889" y="5606"/>
                      <a:pt x="1893" y="5611"/>
                    </a:cubicBezTo>
                    <a:cubicBezTo>
                      <a:pt x="1897" y="5619"/>
                      <a:pt x="1901" y="5623"/>
                      <a:pt x="1904" y="5627"/>
                    </a:cubicBezTo>
                    <a:cubicBezTo>
                      <a:pt x="1904" y="5635"/>
                      <a:pt x="1908" y="5639"/>
                      <a:pt x="1913" y="5647"/>
                    </a:cubicBezTo>
                    <a:cubicBezTo>
                      <a:pt x="1917" y="5651"/>
                      <a:pt x="1921" y="5655"/>
                      <a:pt x="1925" y="5664"/>
                    </a:cubicBezTo>
                    <a:cubicBezTo>
                      <a:pt x="1946" y="5700"/>
                      <a:pt x="1970" y="5737"/>
                      <a:pt x="1994" y="5769"/>
                    </a:cubicBezTo>
                    <a:cubicBezTo>
                      <a:pt x="1998" y="5773"/>
                      <a:pt x="2002" y="5782"/>
                      <a:pt x="2006" y="5786"/>
                    </a:cubicBezTo>
                    <a:cubicBezTo>
                      <a:pt x="2011" y="5790"/>
                      <a:pt x="2011" y="5790"/>
                      <a:pt x="2015" y="5794"/>
                    </a:cubicBezTo>
                    <a:cubicBezTo>
                      <a:pt x="2015" y="5797"/>
                      <a:pt x="2019" y="5801"/>
                      <a:pt x="2023" y="5806"/>
                    </a:cubicBezTo>
                    <a:cubicBezTo>
                      <a:pt x="2043" y="5831"/>
                      <a:pt x="2064" y="5855"/>
                      <a:pt x="2088" y="5875"/>
                    </a:cubicBezTo>
                    <a:cubicBezTo>
                      <a:pt x="2112" y="5899"/>
                      <a:pt x="2137" y="5920"/>
                      <a:pt x="2165" y="5944"/>
                    </a:cubicBezTo>
                    <a:cubicBezTo>
                      <a:pt x="2706" y="6372"/>
                      <a:pt x="3959" y="6579"/>
                      <a:pt x="3959" y="6579"/>
                    </a:cubicBezTo>
                    <a:cubicBezTo>
                      <a:pt x="3959" y="6579"/>
                      <a:pt x="4203" y="6250"/>
                      <a:pt x="4101" y="5273"/>
                    </a:cubicBezTo>
                    <a:cubicBezTo>
                      <a:pt x="4105" y="5269"/>
                      <a:pt x="4105" y="5264"/>
                      <a:pt x="4110" y="5264"/>
                    </a:cubicBezTo>
                    <a:cubicBezTo>
                      <a:pt x="4174" y="5196"/>
                      <a:pt x="4187" y="5094"/>
                      <a:pt x="4142" y="5016"/>
                    </a:cubicBezTo>
                    <a:cubicBezTo>
                      <a:pt x="4130" y="4992"/>
                      <a:pt x="4110" y="4971"/>
                      <a:pt x="4090" y="4956"/>
                    </a:cubicBezTo>
                    <a:lnTo>
                      <a:pt x="4086" y="4956"/>
                    </a:lnTo>
                    <a:lnTo>
                      <a:pt x="4077" y="4947"/>
                    </a:lnTo>
                    <a:lnTo>
                      <a:pt x="4049" y="4928"/>
                    </a:lnTo>
                    <a:cubicBezTo>
                      <a:pt x="4146" y="4874"/>
                      <a:pt x="4174" y="4838"/>
                      <a:pt x="4187" y="4797"/>
                    </a:cubicBezTo>
                    <a:lnTo>
                      <a:pt x="4187" y="4768"/>
                    </a:lnTo>
                    <a:cubicBezTo>
                      <a:pt x="4187" y="4720"/>
                      <a:pt x="4154" y="4642"/>
                      <a:pt x="4154" y="4642"/>
                    </a:cubicBezTo>
                    <a:lnTo>
                      <a:pt x="4167" y="4415"/>
                    </a:lnTo>
                    <a:lnTo>
                      <a:pt x="4167" y="4357"/>
                    </a:lnTo>
                    <a:lnTo>
                      <a:pt x="4183" y="3995"/>
                    </a:lnTo>
                    <a:cubicBezTo>
                      <a:pt x="4183" y="3861"/>
                      <a:pt x="4167" y="3723"/>
                      <a:pt x="4138" y="3589"/>
                    </a:cubicBezTo>
                    <a:cubicBezTo>
                      <a:pt x="4110" y="3454"/>
                      <a:pt x="4069" y="3324"/>
                      <a:pt x="4016" y="3198"/>
                    </a:cubicBezTo>
                    <a:cubicBezTo>
                      <a:pt x="3927" y="2990"/>
                      <a:pt x="3821" y="2731"/>
                      <a:pt x="3739" y="2495"/>
                    </a:cubicBezTo>
                    <a:cubicBezTo>
                      <a:pt x="3727" y="2457"/>
                      <a:pt x="3715" y="2425"/>
                      <a:pt x="3703" y="2389"/>
                    </a:cubicBezTo>
                    <a:cubicBezTo>
                      <a:pt x="3682" y="2324"/>
                      <a:pt x="3662" y="2258"/>
                      <a:pt x="3646" y="2202"/>
                    </a:cubicBezTo>
                    <a:cubicBezTo>
                      <a:pt x="3617" y="2096"/>
                      <a:pt x="3601" y="2010"/>
                      <a:pt x="3605" y="1954"/>
                    </a:cubicBezTo>
                    <a:cubicBezTo>
                      <a:pt x="3609" y="1929"/>
                      <a:pt x="3622" y="1896"/>
                      <a:pt x="3634" y="1860"/>
                    </a:cubicBezTo>
                    <a:cubicBezTo>
                      <a:pt x="3638" y="1843"/>
                      <a:pt x="3646" y="1823"/>
                      <a:pt x="3650" y="1803"/>
                    </a:cubicBezTo>
                    <a:cubicBezTo>
                      <a:pt x="3654" y="1794"/>
                      <a:pt x="3658" y="1791"/>
                      <a:pt x="3658" y="1783"/>
                    </a:cubicBezTo>
                    <a:cubicBezTo>
                      <a:pt x="3662" y="1770"/>
                      <a:pt x="3666" y="1758"/>
                      <a:pt x="3675" y="1742"/>
                    </a:cubicBezTo>
                    <a:cubicBezTo>
                      <a:pt x="3679" y="1730"/>
                      <a:pt x="3682" y="1717"/>
                      <a:pt x="3686" y="1706"/>
                    </a:cubicBezTo>
                    <a:cubicBezTo>
                      <a:pt x="3686" y="1701"/>
                      <a:pt x="3686" y="1697"/>
                      <a:pt x="3690" y="1697"/>
                    </a:cubicBezTo>
                    <a:cubicBezTo>
                      <a:pt x="3695" y="1676"/>
                      <a:pt x="3703" y="1661"/>
                      <a:pt x="3707" y="1640"/>
                    </a:cubicBezTo>
                    <a:cubicBezTo>
                      <a:pt x="3715" y="1624"/>
                      <a:pt x="3720" y="1603"/>
                      <a:pt x="3723" y="1587"/>
                    </a:cubicBezTo>
                    <a:cubicBezTo>
                      <a:pt x="3727" y="1579"/>
                      <a:pt x="3731" y="1571"/>
                      <a:pt x="3731" y="1563"/>
                    </a:cubicBezTo>
                    <a:cubicBezTo>
                      <a:pt x="3763" y="1462"/>
                      <a:pt x="3788" y="1368"/>
                      <a:pt x="3788" y="1315"/>
                    </a:cubicBezTo>
                    <a:cubicBezTo>
                      <a:pt x="3744" y="1071"/>
                      <a:pt x="3524" y="184"/>
                      <a:pt x="3479" y="1"/>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73"/>
              <p:cNvSpPr/>
              <p:nvPr/>
            </p:nvSpPr>
            <p:spPr>
              <a:xfrm>
                <a:off x="3356097" y="1406675"/>
                <a:ext cx="982211" cy="1027597"/>
              </a:xfrm>
              <a:custGeom>
                <a:avLst/>
                <a:gdLst/>
                <a:ahLst/>
                <a:cxnLst/>
                <a:rect l="l" t="t" r="r" b="b"/>
                <a:pathLst>
                  <a:path w="7791" h="8151" extrusionOk="0">
                    <a:moveTo>
                      <a:pt x="4752" y="1"/>
                    </a:moveTo>
                    <a:cubicBezTo>
                      <a:pt x="3914" y="1"/>
                      <a:pt x="2268" y="521"/>
                      <a:pt x="603" y="2231"/>
                    </a:cubicBezTo>
                    <a:lnTo>
                      <a:pt x="444" y="2287"/>
                    </a:lnTo>
                    <a:cubicBezTo>
                      <a:pt x="444" y="2287"/>
                      <a:pt x="1" y="3667"/>
                      <a:pt x="139" y="4679"/>
                    </a:cubicBezTo>
                    <a:cubicBezTo>
                      <a:pt x="399" y="5347"/>
                      <a:pt x="647" y="5807"/>
                      <a:pt x="855" y="6119"/>
                    </a:cubicBezTo>
                    <a:cubicBezTo>
                      <a:pt x="1193" y="6628"/>
                      <a:pt x="1384" y="7223"/>
                      <a:pt x="1400" y="7833"/>
                    </a:cubicBezTo>
                    <a:lnTo>
                      <a:pt x="1400" y="7852"/>
                    </a:lnTo>
                    <a:cubicBezTo>
                      <a:pt x="1400" y="7852"/>
                      <a:pt x="1457" y="7886"/>
                      <a:pt x="1531" y="7922"/>
                    </a:cubicBezTo>
                    <a:cubicBezTo>
                      <a:pt x="1644" y="7979"/>
                      <a:pt x="1803" y="8048"/>
                      <a:pt x="1884" y="8048"/>
                    </a:cubicBezTo>
                    <a:lnTo>
                      <a:pt x="2059" y="7946"/>
                    </a:lnTo>
                    <a:lnTo>
                      <a:pt x="2124" y="8150"/>
                    </a:lnTo>
                    <a:cubicBezTo>
                      <a:pt x="2124" y="8150"/>
                      <a:pt x="2462" y="8126"/>
                      <a:pt x="2881" y="8085"/>
                    </a:cubicBezTo>
                    <a:cubicBezTo>
                      <a:pt x="3125" y="8064"/>
                      <a:pt x="3397" y="8036"/>
                      <a:pt x="3649" y="8012"/>
                    </a:cubicBezTo>
                    <a:cubicBezTo>
                      <a:pt x="4097" y="7967"/>
                      <a:pt x="4475" y="7641"/>
                      <a:pt x="4569" y="7202"/>
                    </a:cubicBezTo>
                    <a:cubicBezTo>
                      <a:pt x="4577" y="7174"/>
                      <a:pt x="4582" y="7141"/>
                      <a:pt x="4586" y="7112"/>
                    </a:cubicBezTo>
                    <a:cubicBezTo>
                      <a:pt x="4601" y="7003"/>
                      <a:pt x="4597" y="6885"/>
                      <a:pt x="4586" y="6722"/>
                    </a:cubicBezTo>
                    <a:lnTo>
                      <a:pt x="4573" y="6722"/>
                    </a:lnTo>
                    <a:cubicBezTo>
                      <a:pt x="4569" y="6722"/>
                      <a:pt x="4565" y="6718"/>
                      <a:pt x="4561" y="6718"/>
                    </a:cubicBezTo>
                    <a:cubicBezTo>
                      <a:pt x="4557" y="6718"/>
                      <a:pt x="4548" y="6714"/>
                      <a:pt x="4545" y="6714"/>
                    </a:cubicBezTo>
                    <a:lnTo>
                      <a:pt x="4541" y="6714"/>
                    </a:lnTo>
                    <a:cubicBezTo>
                      <a:pt x="4533" y="6714"/>
                      <a:pt x="4528" y="6710"/>
                      <a:pt x="4520" y="6710"/>
                    </a:cubicBezTo>
                    <a:cubicBezTo>
                      <a:pt x="4516" y="6705"/>
                      <a:pt x="4512" y="6705"/>
                      <a:pt x="4504" y="6705"/>
                    </a:cubicBezTo>
                    <a:cubicBezTo>
                      <a:pt x="4500" y="6701"/>
                      <a:pt x="4492" y="6701"/>
                      <a:pt x="4488" y="6697"/>
                    </a:cubicBezTo>
                    <a:cubicBezTo>
                      <a:pt x="4479" y="6697"/>
                      <a:pt x="4471" y="6693"/>
                      <a:pt x="4467" y="6693"/>
                    </a:cubicBezTo>
                    <a:cubicBezTo>
                      <a:pt x="4460" y="6690"/>
                      <a:pt x="4455" y="6690"/>
                      <a:pt x="4447" y="6686"/>
                    </a:cubicBezTo>
                    <a:cubicBezTo>
                      <a:pt x="4443" y="6686"/>
                      <a:pt x="4435" y="6681"/>
                      <a:pt x="4430" y="6681"/>
                    </a:cubicBezTo>
                    <a:cubicBezTo>
                      <a:pt x="4423" y="6677"/>
                      <a:pt x="4419" y="6677"/>
                      <a:pt x="4411" y="6673"/>
                    </a:cubicBezTo>
                    <a:cubicBezTo>
                      <a:pt x="4398" y="6669"/>
                      <a:pt x="4390" y="6665"/>
                      <a:pt x="4378" y="6661"/>
                    </a:cubicBezTo>
                    <a:cubicBezTo>
                      <a:pt x="4370" y="6656"/>
                      <a:pt x="4362" y="6652"/>
                      <a:pt x="4349" y="6649"/>
                    </a:cubicBezTo>
                    <a:cubicBezTo>
                      <a:pt x="4338" y="6645"/>
                      <a:pt x="4325" y="6637"/>
                      <a:pt x="4313" y="6632"/>
                    </a:cubicBezTo>
                    <a:cubicBezTo>
                      <a:pt x="4304" y="6628"/>
                      <a:pt x="4300" y="6624"/>
                      <a:pt x="4293" y="6620"/>
                    </a:cubicBezTo>
                    <a:cubicBezTo>
                      <a:pt x="4284" y="6616"/>
                      <a:pt x="4272" y="6612"/>
                      <a:pt x="4264" y="6608"/>
                    </a:cubicBezTo>
                    <a:cubicBezTo>
                      <a:pt x="4256" y="6604"/>
                      <a:pt x="4248" y="6600"/>
                      <a:pt x="4244" y="6596"/>
                    </a:cubicBezTo>
                    <a:cubicBezTo>
                      <a:pt x="4231" y="6592"/>
                      <a:pt x="4223" y="6583"/>
                      <a:pt x="4216" y="6579"/>
                    </a:cubicBezTo>
                    <a:cubicBezTo>
                      <a:pt x="4134" y="6526"/>
                      <a:pt x="4069" y="6457"/>
                      <a:pt x="4015" y="6372"/>
                    </a:cubicBezTo>
                    <a:cubicBezTo>
                      <a:pt x="3889" y="6168"/>
                      <a:pt x="3841" y="5888"/>
                      <a:pt x="3841" y="5607"/>
                    </a:cubicBezTo>
                    <a:lnTo>
                      <a:pt x="3841" y="5554"/>
                    </a:lnTo>
                    <a:cubicBezTo>
                      <a:pt x="3841" y="5534"/>
                      <a:pt x="3841" y="5518"/>
                      <a:pt x="3845" y="5497"/>
                    </a:cubicBezTo>
                    <a:lnTo>
                      <a:pt x="3845" y="5445"/>
                    </a:lnTo>
                    <a:lnTo>
                      <a:pt x="3845" y="5436"/>
                    </a:lnTo>
                    <a:cubicBezTo>
                      <a:pt x="3849" y="5424"/>
                      <a:pt x="3849" y="5408"/>
                      <a:pt x="3849" y="5392"/>
                    </a:cubicBezTo>
                    <a:lnTo>
                      <a:pt x="3849" y="5392"/>
                    </a:lnTo>
                    <a:lnTo>
                      <a:pt x="3776" y="5453"/>
                    </a:lnTo>
                    <a:cubicBezTo>
                      <a:pt x="3760" y="5465"/>
                      <a:pt x="3743" y="5469"/>
                      <a:pt x="3722" y="5469"/>
                    </a:cubicBezTo>
                    <a:cubicBezTo>
                      <a:pt x="3682" y="5469"/>
                      <a:pt x="3641" y="5436"/>
                      <a:pt x="3641" y="5387"/>
                    </a:cubicBezTo>
                    <a:cubicBezTo>
                      <a:pt x="3641" y="5343"/>
                      <a:pt x="3658" y="5298"/>
                      <a:pt x="3686" y="5265"/>
                    </a:cubicBezTo>
                    <a:lnTo>
                      <a:pt x="3914" y="5021"/>
                    </a:lnTo>
                    <a:cubicBezTo>
                      <a:pt x="3914" y="5017"/>
                      <a:pt x="3914" y="5013"/>
                      <a:pt x="3918" y="5009"/>
                    </a:cubicBezTo>
                    <a:cubicBezTo>
                      <a:pt x="3918" y="5001"/>
                      <a:pt x="3918" y="4997"/>
                      <a:pt x="3923" y="4989"/>
                    </a:cubicBezTo>
                    <a:cubicBezTo>
                      <a:pt x="3930" y="4960"/>
                      <a:pt x="3938" y="4932"/>
                      <a:pt x="3947" y="4904"/>
                    </a:cubicBezTo>
                    <a:cubicBezTo>
                      <a:pt x="3951" y="4895"/>
                      <a:pt x="3955" y="4887"/>
                      <a:pt x="3955" y="4879"/>
                    </a:cubicBezTo>
                    <a:cubicBezTo>
                      <a:pt x="3963" y="4867"/>
                      <a:pt x="3967" y="4850"/>
                      <a:pt x="3971" y="4838"/>
                    </a:cubicBezTo>
                    <a:cubicBezTo>
                      <a:pt x="3975" y="4831"/>
                      <a:pt x="3979" y="4822"/>
                      <a:pt x="3979" y="4818"/>
                    </a:cubicBezTo>
                    <a:cubicBezTo>
                      <a:pt x="3996" y="4786"/>
                      <a:pt x="4008" y="4752"/>
                      <a:pt x="4024" y="4724"/>
                    </a:cubicBezTo>
                    <a:cubicBezTo>
                      <a:pt x="4024" y="4720"/>
                      <a:pt x="4028" y="4716"/>
                      <a:pt x="4032" y="4712"/>
                    </a:cubicBezTo>
                    <a:cubicBezTo>
                      <a:pt x="4032" y="4709"/>
                      <a:pt x="4032" y="4704"/>
                      <a:pt x="4036" y="4704"/>
                    </a:cubicBezTo>
                    <a:cubicBezTo>
                      <a:pt x="4036" y="4700"/>
                      <a:pt x="4040" y="4696"/>
                      <a:pt x="4045" y="4692"/>
                    </a:cubicBezTo>
                    <a:cubicBezTo>
                      <a:pt x="4056" y="4668"/>
                      <a:pt x="4069" y="4647"/>
                      <a:pt x="4085" y="4630"/>
                    </a:cubicBezTo>
                    <a:cubicBezTo>
                      <a:pt x="4089" y="4627"/>
                      <a:pt x="4089" y="4623"/>
                      <a:pt x="4094" y="4619"/>
                    </a:cubicBezTo>
                    <a:cubicBezTo>
                      <a:pt x="4101" y="4611"/>
                      <a:pt x="4113" y="4598"/>
                      <a:pt x="4122" y="4590"/>
                    </a:cubicBezTo>
                    <a:cubicBezTo>
                      <a:pt x="4126" y="4586"/>
                      <a:pt x="4126" y="4586"/>
                      <a:pt x="4130" y="4582"/>
                    </a:cubicBezTo>
                    <a:lnTo>
                      <a:pt x="4134" y="4582"/>
                    </a:lnTo>
                    <a:cubicBezTo>
                      <a:pt x="4134" y="4578"/>
                      <a:pt x="4137" y="4578"/>
                      <a:pt x="4137" y="4578"/>
                    </a:cubicBezTo>
                    <a:cubicBezTo>
                      <a:pt x="4150" y="4566"/>
                      <a:pt x="4167" y="4557"/>
                      <a:pt x="4178" y="4553"/>
                    </a:cubicBezTo>
                    <a:cubicBezTo>
                      <a:pt x="4178" y="4553"/>
                      <a:pt x="4182" y="4549"/>
                      <a:pt x="4186" y="4549"/>
                    </a:cubicBezTo>
                    <a:lnTo>
                      <a:pt x="4195" y="4549"/>
                    </a:lnTo>
                    <a:cubicBezTo>
                      <a:pt x="4195" y="4545"/>
                      <a:pt x="4199" y="4545"/>
                      <a:pt x="4203" y="4545"/>
                    </a:cubicBezTo>
                    <a:cubicBezTo>
                      <a:pt x="4207" y="4545"/>
                      <a:pt x="4211" y="4545"/>
                      <a:pt x="4216" y="4542"/>
                    </a:cubicBezTo>
                    <a:lnTo>
                      <a:pt x="4272" y="4542"/>
                    </a:lnTo>
                    <a:lnTo>
                      <a:pt x="4276" y="4545"/>
                    </a:lnTo>
                    <a:lnTo>
                      <a:pt x="4289" y="4545"/>
                    </a:lnTo>
                    <a:cubicBezTo>
                      <a:pt x="4293" y="4545"/>
                      <a:pt x="4297" y="4545"/>
                      <a:pt x="4300" y="4549"/>
                    </a:cubicBezTo>
                    <a:cubicBezTo>
                      <a:pt x="4304" y="4549"/>
                      <a:pt x="4308" y="4549"/>
                      <a:pt x="4313" y="4553"/>
                    </a:cubicBezTo>
                    <a:cubicBezTo>
                      <a:pt x="4317" y="4553"/>
                      <a:pt x="4321" y="4553"/>
                      <a:pt x="4321" y="4557"/>
                    </a:cubicBezTo>
                    <a:cubicBezTo>
                      <a:pt x="4329" y="4557"/>
                      <a:pt x="4333" y="4557"/>
                      <a:pt x="4338" y="4562"/>
                    </a:cubicBezTo>
                    <a:cubicBezTo>
                      <a:pt x="4349" y="4566"/>
                      <a:pt x="4357" y="4570"/>
                      <a:pt x="4370" y="4578"/>
                    </a:cubicBezTo>
                    <a:cubicBezTo>
                      <a:pt x="4374" y="4578"/>
                      <a:pt x="4374" y="4578"/>
                      <a:pt x="4378" y="4582"/>
                    </a:cubicBezTo>
                    <a:cubicBezTo>
                      <a:pt x="4382" y="4582"/>
                      <a:pt x="4386" y="4586"/>
                      <a:pt x="4390" y="4586"/>
                    </a:cubicBezTo>
                    <a:cubicBezTo>
                      <a:pt x="4394" y="4590"/>
                      <a:pt x="4398" y="4594"/>
                      <a:pt x="4402" y="4594"/>
                    </a:cubicBezTo>
                    <a:cubicBezTo>
                      <a:pt x="4415" y="4606"/>
                      <a:pt x="4430" y="4615"/>
                      <a:pt x="4443" y="4627"/>
                    </a:cubicBezTo>
                    <a:cubicBezTo>
                      <a:pt x="4447" y="4630"/>
                      <a:pt x="4451" y="4635"/>
                      <a:pt x="4455" y="4635"/>
                    </a:cubicBezTo>
                    <a:lnTo>
                      <a:pt x="4528" y="4709"/>
                    </a:lnTo>
                    <a:cubicBezTo>
                      <a:pt x="4533" y="4712"/>
                      <a:pt x="4537" y="4716"/>
                      <a:pt x="4541" y="4720"/>
                    </a:cubicBezTo>
                    <a:cubicBezTo>
                      <a:pt x="4541" y="4724"/>
                      <a:pt x="4545" y="4728"/>
                      <a:pt x="4548" y="4733"/>
                    </a:cubicBezTo>
                    <a:cubicBezTo>
                      <a:pt x="4552" y="4741"/>
                      <a:pt x="4557" y="4745"/>
                      <a:pt x="4561" y="4749"/>
                    </a:cubicBezTo>
                    <a:cubicBezTo>
                      <a:pt x="4586" y="4773"/>
                      <a:pt x="4606" y="4806"/>
                      <a:pt x="4626" y="4834"/>
                    </a:cubicBezTo>
                    <a:lnTo>
                      <a:pt x="4630" y="4838"/>
                    </a:lnTo>
                    <a:cubicBezTo>
                      <a:pt x="4642" y="4855"/>
                      <a:pt x="4655" y="4875"/>
                      <a:pt x="4667" y="4891"/>
                    </a:cubicBezTo>
                    <a:cubicBezTo>
                      <a:pt x="4667" y="4895"/>
                      <a:pt x="4671" y="4899"/>
                      <a:pt x="4674" y="4904"/>
                    </a:cubicBezTo>
                    <a:cubicBezTo>
                      <a:pt x="4687" y="4923"/>
                      <a:pt x="4699" y="4948"/>
                      <a:pt x="4715" y="4968"/>
                    </a:cubicBezTo>
                    <a:cubicBezTo>
                      <a:pt x="4719" y="4981"/>
                      <a:pt x="4728" y="4993"/>
                      <a:pt x="4732" y="5001"/>
                    </a:cubicBezTo>
                    <a:cubicBezTo>
                      <a:pt x="4736" y="5009"/>
                      <a:pt x="4740" y="5017"/>
                      <a:pt x="4744" y="5021"/>
                    </a:cubicBezTo>
                    <a:cubicBezTo>
                      <a:pt x="4777" y="5082"/>
                      <a:pt x="4809" y="5139"/>
                      <a:pt x="4834" y="5188"/>
                    </a:cubicBezTo>
                    <a:cubicBezTo>
                      <a:pt x="4837" y="5201"/>
                      <a:pt x="4841" y="5212"/>
                      <a:pt x="4850" y="5221"/>
                    </a:cubicBezTo>
                    <a:lnTo>
                      <a:pt x="4850" y="5225"/>
                    </a:lnTo>
                    <a:cubicBezTo>
                      <a:pt x="4854" y="5233"/>
                      <a:pt x="4858" y="5246"/>
                      <a:pt x="4862" y="5253"/>
                    </a:cubicBezTo>
                    <a:cubicBezTo>
                      <a:pt x="4899" y="5330"/>
                      <a:pt x="4919" y="5383"/>
                      <a:pt x="4919" y="5383"/>
                    </a:cubicBezTo>
                    <a:lnTo>
                      <a:pt x="5089" y="5404"/>
                    </a:lnTo>
                    <a:cubicBezTo>
                      <a:pt x="5089" y="5404"/>
                      <a:pt x="5200" y="5156"/>
                      <a:pt x="5216" y="5005"/>
                    </a:cubicBezTo>
                    <a:cubicBezTo>
                      <a:pt x="5228" y="5005"/>
                      <a:pt x="5249" y="5001"/>
                      <a:pt x="5277" y="4993"/>
                    </a:cubicBezTo>
                    <a:cubicBezTo>
                      <a:pt x="5281" y="4993"/>
                      <a:pt x="5285" y="4989"/>
                      <a:pt x="5290" y="4989"/>
                    </a:cubicBezTo>
                    <a:cubicBezTo>
                      <a:pt x="5297" y="4989"/>
                      <a:pt x="5305" y="4985"/>
                      <a:pt x="5309" y="4985"/>
                    </a:cubicBezTo>
                    <a:cubicBezTo>
                      <a:pt x="5318" y="4985"/>
                      <a:pt x="5322" y="4981"/>
                      <a:pt x="5330" y="4981"/>
                    </a:cubicBezTo>
                    <a:cubicBezTo>
                      <a:pt x="5333" y="4981"/>
                      <a:pt x="5338" y="4977"/>
                      <a:pt x="5342" y="4977"/>
                    </a:cubicBezTo>
                    <a:cubicBezTo>
                      <a:pt x="5350" y="4977"/>
                      <a:pt x="5354" y="4972"/>
                      <a:pt x="5363" y="4972"/>
                    </a:cubicBezTo>
                    <a:cubicBezTo>
                      <a:pt x="5371" y="4968"/>
                      <a:pt x="5378" y="4968"/>
                      <a:pt x="5387" y="4964"/>
                    </a:cubicBezTo>
                    <a:cubicBezTo>
                      <a:pt x="5395" y="4964"/>
                      <a:pt x="5403" y="4960"/>
                      <a:pt x="5412" y="4957"/>
                    </a:cubicBezTo>
                    <a:cubicBezTo>
                      <a:pt x="5431" y="4953"/>
                      <a:pt x="5455" y="4944"/>
                      <a:pt x="5480" y="4940"/>
                    </a:cubicBezTo>
                    <a:cubicBezTo>
                      <a:pt x="5500" y="4932"/>
                      <a:pt x="5517" y="4928"/>
                      <a:pt x="5538" y="4923"/>
                    </a:cubicBezTo>
                    <a:cubicBezTo>
                      <a:pt x="5553" y="4916"/>
                      <a:pt x="5574" y="4912"/>
                      <a:pt x="5590" y="4908"/>
                    </a:cubicBezTo>
                    <a:cubicBezTo>
                      <a:pt x="5602" y="4904"/>
                      <a:pt x="5611" y="4899"/>
                      <a:pt x="5619" y="4895"/>
                    </a:cubicBezTo>
                    <a:cubicBezTo>
                      <a:pt x="5631" y="4895"/>
                      <a:pt x="5639" y="4891"/>
                      <a:pt x="5647" y="4887"/>
                    </a:cubicBezTo>
                    <a:cubicBezTo>
                      <a:pt x="5660" y="4883"/>
                      <a:pt x="5667" y="4883"/>
                      <a:pt x="5675" y="4879"/>
                    </a:cubicBezTo>
                    <a:cubicBezTo>
                      <a:pt x="5688" y="4875"/>
                      <a:pt x="5696" y="4871"/>
                      <a:pt x="5708" y="4867"/>
                    </a:cubicBezTo>
                    <a:cubicBezTo>
                      <a:pt x="5729" y="4863"/>
                      <a:pt x="5748" y="4855"/>
                      <a:pt x="5769" y="4846"/>
                    </a:cubicBezTo>
                    <a:cubicBezTo>
                      <a:pt x="5786" y="4842"/>
                      <a:pt x="5810" y="4834"/>
                      <a:pt x="5830" y="4826"/>
                    </a:cubicBezTo>
                    <a:cubicBezTo>
                      <a:pt x="5842" y="4822"/>
                      <a:pt x="5859" y="4818"/>
                      <a:pt x="5870" y="4810"/>
                    </a:cubicBezTo>
                    <a:cubicBezTo>
                      <a:pt x="5883" y="4806"/>
                      <a:pt x="5900" y="4801"/>
                      <a:pt x="5911" y="4797"/>
                    </a:cubicBezTo>
                    <a:cubicBezTo>
                      <a:pt x="5924" y="4790"/>
                      <a:pt x="5940" y="4786"/>
                      <a:pt x="5952" y="4782"/>
                    </a:cubicBezTo>
                    <a:cubicBezTo>
                      <a:pt x="5968" y="4773"/>
                      <a:pt x="5985" y="4769"/>
                      <a:pt x="6001" y="4761"/>
                    </a:cubicBezTo>
                    <a:cubicBezTo>
                      <a:pt x="6005" y="4761"/>
                      <a:pt x="6009" y="4757"/>
                      <a:pt x="6017" y="4752"/>
                    </a:cubicBezTo>
                    <a:cubicBezTo>
                      <a:pt x="6062" y="4737"/>
                      <a:pt x="6111" y="4716"/>
                      <a:pt x="6156" y="4692"/>
                    </a:cubicBezTo>
                    <a:cubicBezTo>
                      <a:pt x="6163" y="4688"/>
                      <a:pt x="6172" y="4684"/>
                      <a:pt x="6180" y="4679"/>
                    </a:cubicBezTo>
                    <a:cubicBezTo>
                      <a:pt x="6221" y="4660"/>
                      <a:pt x="6261" y="4639"/>
                      <a:pt x="6302" y="4619"/>
                    </a:cubicBezTo>
                    <a:cubicBezTo>
                      <a:pt x="6319" y="4611"/>
                      <a:pt x="6330" y="4602"/>
                      <a:pt x="6343" y="4594"/>
                    </a:cubicBezTo>
                    <a:cubicBezTo>
                      <a:pt x="6351" y="4590"/>
                      <a:pt x="6363" y="4582"/>
                      <a:pt x="6371" y="4578"/>
                    </a:cubicBezTo>
                    <a:cubicBezTo>
                      <a:pt x="6379" y="4574"/>
                      <a:pt x="6383" y="4570"/>
                      <a:pt x="6392" y="4566"/>
                    </a:cubicBezTo>
                    <a:cubicBezTo>
                      <a:pt x="6420" y="4545"/>
                      <a:pt x="6448" y="4529"/>
                      <a:pt x="6477" y="4508"/>
                    </a:cubicBezTo>
                    <a:lnTo>
                      <a:pt x="6493" y="4493"/>
                    </a:lnTo>
                    <a:cubicBezTo>
                      <a:pt x="6514" y="4480"/>
                      <a:pt x="6529" y="4464"/>
                      <a:pt x="6546" y="4448"/>
                    </a:cubicBezTo>
                    <a:cubicBezTo>
                      <a:pt x="6640" y="4098"/>
                      <a:pt x="6529" y="3646"/>
                      <a:pt x="6529" y="3646"/>
                    </a:cubicBezTo>
                    <a:cubicBezTo>
                      <a:pt x="6529" y="3646"/>
                      <a:pt x="6961" y="3451"/>
                      <a:pt x="7319" y="3248"/>
                    </a:cubicBezTo>
                    <a:cubicBezTo>
                      <a:pt x="7526" y="3126"/>
                      <a:pt x="7710" y="3000"/>
                      <a:pt x="7767" y="2910"/>
                    </a:cubicBezTo>
                    <a:cubicBezTo>
                      <a:pt x="7791" y="2702"/>
                      <a:pt x="7714" y="2373"/>
                      <a:pt x="7563" y="2035"/>
                    </a:cubicBezTo>
                    <a:cubicBezTo>
                      <a:pt x="7408" y="1690"/>
                      <a:pt x="7177" y="1335"/>
                      <a:pt x="6896" y="1104"/>
                    </a:cubicBezTo>
                    <a:lnTo>
                      <a:pt x="7193" y="1047"/>
                    </a:lnTo>
                    <a:cubicBezTo>
                      <a:pt x="7193" y="1047"/>
                      <a:pt x="6782" y="652"/>
                      <a:pt x="5889" y="652"/>
                    </a:cubicBezTo>
                    <a:cubicBezTo>
                      <a:pt x="5880" y="652"/>
                      <a:pt x="5871" y="652"/>
                      <a:pt x="5863" y="652"/>
                    </a:cubicBezTo>
                    <a:cubicBezTo>
                      <a:pt x="5863" y="652"/>
                      <a:pt x="5423" y="139"/>
                      <a:pt x="4809" y="2"/>
                    </a:cubicBezTo>
                    <a:cubicBezTo>
                      <a:pt x="4791" y="1"/>
                      <a:pt x="4771" y="1"/>
                      <a:pt x="47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73"/>
              <p:cNvSpPr/>
              <p:nvPr/>
            </p:nvSpPr>
            <p:spPr>
              <a:xfrm>
                <a:off x="2903754" y="2486977"/>
                <a:ext cx="1623277" cy="1477162"/>
              </a:xfrm>
              <a:custGeom>
                <a:avLst/>
                <a:gdLst/>
                <a:ahLst/>
                <a:cxnLst/>
                <a:rect l="l" t="t" r="r" b="b"/>
                <a:pathLst>
                  <a:path w="12876" h="11717" extrusionOk="0">
                    <a:moveTo>
                      <a:pt x="6900" y="0"/>
                    </a:moveTo>
                    <a:cubicBezTo>
                      <a:pt x="6037" y="0"/>
                      <a:pt x="5460" y="64"/>
                      <a:pt x="5110" y="126"/>
                    </a:cubicBezTo>
                    <a:cubicBezTo>
                      <a:pt x="5094" y="130"/>
                      <a:pt x="5074" y="130"/>
                      <a:pt x="5057" y="134"/>
                    </a:cubicBezTo>
                    <a:cubicBezTo>
                      <a:pt x="4796" y="183"/>
                      <a:pt x="4683" y="227"/>
                      <a:pt x="4683" y="227"/>
                    </a:cubicBezTo>
                    <a:lnTo>
                      <a:pt x="4492" y="1350"/>
                    </a:lnTo>
                    <a:cubicBezTo>
                      <a:pt x="4479" y="1350"/>
                      <a:pt x="4467" y="1350"/>
                      <a:pt x="4455" y="1354"/>
                    </a:cubicBezTo>
                    <a:cubicBezTo>
                      <a:pt x="2580" y="1549"/>
                      <a:pt x="1677" y="2086"/>
                      <a:pt x="1677" y="2086"/>
                    </a:cubicBezTo>
                    <a:cubicBezTo>
                      <a:pt x="1677" y="2086"/>
                      <a:pt x="1656" y="2135"/>
                      <a:pt x="1612" y="2217"/>
                    </a:cubicBezTo>
                    <a:cubicBezTo>
                      <a:pt x="1319" y="2811"/>
                      <a:pt x="130" y="5268"/>
                      <a:pt x="70" y="6318"/>
                    </a:cubicBezTo>
                    <a:cubicBezTo>
                      <a:pt x="1" y="7509"/>
                      <a:pt x="530" y="11716"/>
                      <a:pt x="530" y="11716"/>
                    </a:cubicBezTo>
                    <a:lnTo>
                      <a:pt x="12070" y="11716"/>
                    </a:lnTo>
                    <a:cubicBezTo>
                      <a:pt x="12070" y="11716"/>
                      <a:pt x="12802" y="5231"/>
                      <a:pt x="12872" y="2965"/>
                    </a:cubicBezTo>
                    <a:cubicBezTo>
                      <a:pt x="12876" y="2766"/>
                      <a:pt x="12876" y="2599"/>
                      <a:pt x="12872" y="2473"/>
                    </a:cubicBezTo>
                    <a:cubicBezTo>
                      <a:pt x="11615" y="1981"/>
                      <a:pt x="10130" y="1846"/>
                      <a:pt x="10130" y="1846"/>
                    </a:cubicBezTo>
                    <a:cubicBezTo>
                      <a:pt x="10053" y="1724"/>
                      <a:pt x="9894" y="1505"/>
                      <a:pt x="9699" y="1257"/>
                    </a:cubicBezTo>
                    <a:cubicBezTo>
                      <a:pt x="9670" y="1220"/>
                      <a:pt x="9638" y="1183"/>
                      <a:pt x="9605" y="1147"/>
                    </a:cubicBezTo>
                    <a:cubicBezTo>
                      <a:pt x="9548" y="1074"/>
                      <a:pt x="9483" y="1001"/>
                      <a:pt x="9418" y="928"/>
                    </a:cubicBezTo>
                    <a:cubicBezTo>
                      <a:pt x="9406" y="911"/>
                      <a:pt x="9394" y="899"/>
                      <a:pt x="9385" y="887"/>
                    </a:cubicBezTo>
                    <a:cubicBezTo>
                      <a:pt x="9377" y="879"/>
                      <a:pt x="9370" y="870"/>
                      <a:pt x="9361" y="862"/>
                    </a:cubicBezTo>
                    <a:cubicBezTo>
                      <a:pt x="9284" y="777"/>
                      <a:pt x="9207" y="691"/>
                      <a:pt x="9129" y="610"/>
                    </a:cubicBezTo>
                    <a:cubicBezTo>
                      <a:pt x="9117" y="601"/>
                      <a:pt x="9109" y="590"/>
                      <a:pt x="9101" y="582"/>
                    </a:cubicBezTo>
                    <a:cubicBezTo>
                      <a:pt x="9088" y="569"/>
                      <a:pt x="9081" y="561"/>
                      <a:pt x="9073" y="549"/>
                    </a:cubicBezTo>
                    <a:cubicBezTo>
                      <a:pt x="9060" y="541"/>
                      <a:pt x="9052" y="528"/>
                      <a:pt x="9040" y="520"/>
                    </a:cubicBezTo>
                    <a:cubicBezTo>
                      <a:pt x="8991" y="472"/>
                      <a:pt x="8946" y="427"/>
                      <a:pt x="8897" y="382"/>
                    </a:cubicBezTo>
                    <a:cubicBezTo>
                      <a:pt x="8889" y="374"/>
                      <a:pt x="8881" y="370"/>
                      <a:pt x="8878" y="362"/>
                    </a:cubicBezTo>
                    <a:cubicBezTo>
                      <a:pt x="8857" y="346"/>
                      <a:pt x="8837" y="329"/>
                      <a:pt x="8820" y="313"/>
                    </a:cubicBezTo>
                    <a:cubicBezTo>
                      <a:pt x="8812" y="305"/>
                      <a:pt x="8804" y="297"/>
                      <a:pt x="8796" y="289"/>
                    </a:cubicBezTo>
                    <a:cubicBezTo>
                      <a:pt x="8784" y="280"/>
                      <a:pt x="8775" y="276"/>
                      <a:pt x="8767" y="269"/>
                    </a:cubicBezTo>
                    <a:cubicBezTo>
                      <a:pt x="8755" y="256"/>
                      <a:pt x="8739" y="244"/>
                      <a:pt x="8722" y="231"/>
                    </a:cubicBezTo>
                    <a:lnTo>
                      <a:pt x="8698" y="207"/>
                    </a:lnTo>
                    <a:cubicBezTo>
                      <a:pt x="8670" y="186"/>
                      <a:pt x="8645" y="167"/>
                      <a:pt x="8621" y="150"/>
                    </a:cubicBezTo>
                    <a:cubicBezTo>
                      <a:pt x="8613" y="143"/>
                      <a:pt x="8604" y="138"/>
                      <a:pt x="8600" y="134"/>
                    </a:cubicBezTo>
                    <a:lnTo>
                      <a:pt x="8596" y="130"/>
                    </a:lnTo>
                    <a:cubicBezTo>
                      <a:pt x="8568" y="109"/>
                      <a:pt x="8540" y="89"/>
                      <a:pt x="8511" y="73"/>
                    </a:cubicBezTo>
                    <a:cubicBezTo>
                      <a:pt x="8482" y="73"/>
                      <a:pt x="8454" y="69"/>
                      <a:pt x="8425" y="64"/>
                    </a:cubicBezTo>
                    <a:cubicBezTo>
                      <a:pt x="8397" y="64"/>
                      <a:pt x="8369" y="61"/>
                      <a:pt x="8341" y="61"/>
                    </a:cubicBezTo>
                    <a:cubicBezTo>
                      <a:pt x="8307" y="57"/>
                      <a:pt x="8271" y="57"/>
                      <a:pt x="8238" y="53"/>
                    </a:cubicBezTo>
                    <a:cubicBezTo>
                      <a:pt x="8198" y="49"/>
                      <a:pt x="8157" y="49"/>
                      <a:pt x="8116" y="45"/>
                    </a:cubicBezTo>
                    <a:cubicBezTo>
                      <a:pt x="8092" y="45"/>
                      <a:pt x="8063" y="40"/>
                      <a:pt x="8039" y="40"/>
                    </a:cubicBezTo>
                    <a:cubicBezTo>
                      <a:pt x="7990" y="36"/>
                      <a:pt x="7941" y="32"/>
                      <a:pt x="7892" y="32"/>
                    </a:cubicBezTo>
                    <a:cubicBezTo>
                      <a:pt x="7847" y="28"/>
                      <a:pt x="7804" y="28"/>
                      <a:pt x="7759" y="24"/>
                    </a:cubicBezTo>
                    <a:cubicBezTo>
                      <a:pt x="7697" y="21"/>
                      <a:pt x="7637" y="21"/>
                      <a:pt x="7575" y="16"/>
                    </a:cubicBezTo>
                    <a:cubicBezTo>
                      <a:pt x="7515" y="12"/>
                      <a:pt x="7453" y="12"/>
                      <a:pt x="7396" y="12"/>
                    </a:cubicBezTo>
                    <a:cubicBezTo>
                      <a:pt x="7376" y="8"/>
                      <a:pt x="7355" y="8"/>
                      <a:pt x="7340" y="8"/>
                    </a:cubicBezTo>
                    <a:lnTo>
                      <a:pt x="7282" y="8"/>
                    </a:lnTo>
                    <a:cubicBezTo>
                      <a:pt x="7262" y="8"/>
                      <a:pt x="7242" y="8"/>
                      <a:pt x="7226" y="4"/>
                    </a:cubicBezTo>
                    <a:lnTo>
                      <a:pt x="7107" y="4"/>
                    </a:lnTo>
                    <a:cubicBezTo>
                      <a:pt x="7055" y="4"/>
                      <a:pt x="7002" y="4"/>
                      <a:pt x="6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73"/>
              <p:cNvSpPr/>
              <p:nvPr/>
            </p:nvSpPr>
            <p:spPr>
              <a:xfrm>
                <a:off x="4293058" y="2016102"/>
                <a:ext cx="138551" cy="303703"/>
              </a:xfrm>
              <a:custGeom>
                <a:avLst/>
                <a:gdLst/>
                <a:ahLst/>
                <a:cxnLst/>
                <a:rect l="l" t="t" r="r" b="b"/>
                <a:pathLst>
                  <a:path w="1099" h="2409" extrusionOk="0">
                    <a:moveTo>
                      <a:pt x="131" y="0"/>
                    </a:moveTo>
                    <a:cubicBezTo>
                      <a:pt x="103" y="98"/>
                      <a:pt x="66" y="196"/>
                      <a:pt x="42" y="273"/>
                    </a:cubicBezTo>
                    <a:cubicBezTo>
                      <a:pt x="30" y="309"/>
                      <a:pt x="17" y="342"/>
                      <a:pt x="13" y="367"/>
                    </a:cubicBezTo>
                    <a:cubicBezTo>
                      <a:pt x="1" y="574"/>
                      <a:pt x="250" y="1200"/>
                      <a:pt x="424" y="1611"/>
                    </a:cubicBezTo>
                    <a:cubicBezTo>
                      <a:pt x="530" y="1863"/>
                      <a:pt x="586" y="2136"/>
                      <a:pt x="591" y="2408"/>
                    </a:cubicBezTo>
                    <a:cubicBezTo>
                      <a:pt x="606" y="2409"/>
                      <a:pt x="620" y="2409"/>
                      <a:pt x="633" y="2409"/>
                    </a:cubicBezTo>
                    <a:cubicBezTo>
                      <a:pt x="862" y="2409"/>
                      <a:pt x="1014" y="2344"/>
                      <a:pt x="1014" y="2344"/>
                    </a:cubicBezTo>
                    <a:cubicBezTo>
                      <a:pt x="1014" y="2344"/>
                      <a:pt x="1099" y="1933"/>
                      <a:pt x="1014" y="1786"/>
                    </a:cubicBezTo>
                    <a:cubicBezTo>
                      <a:pt x="839" y="1554"/>
                      <a:pt x="680" y="1270"/>
                      <a:pt x="546" y="997"/>
                    </a:cubicBezTo>
                    <a:cubicBezTo>
                      <a:pt x="526" y="956"/>
                      <a:pt x="505" y="911"/>
                      <a:pt x="485" y="870"/>
                    </a:cubicBezTo>
                    <a:cubicBezTo>
                      <a:pt x="265" y="403"/>
                      <a:pt x="131" y="0"/>
                      <a:pt x="131"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73"/>
              <p:cNvSpPr/>
              <p:nvPr/>
            </p:nvSpPr>
            <p:spPr>
              <a:xfrm>
                <a:off x="3547851" y="2253998"/>
                <a:ext cx="439732" cy="249366"/>
              </a:xfrm>
              <a:custGeom>
                <a:avLst/>
                <a:gdLst/>
                <a:ahLst/>
                <a:cxnLst/>
                <a:rect l="l" t="t" r="r" b="b"/>
                <a:pathLst>
                  <a:path w="3488" h="1978" extrusionOk="0">
                    <a:moveTo>
                      <a:pt x="3065" y="1"/>
                    </a:moveTo>
                    <a:cubicBezTo>
                      <a:pt x="3076" y="164"/>
                      <a:pt x="3080" y="282"/>
                      <a:pt x="3065" y="391"/>
                    </a:cubicBezTo>
                    <a:cubicBezTo>
                      <a:pt x="3061" y="420"/>
                      <a:pt x="3056" y="453"/>
                      <a:pt x="3048" y="481"/>
                    </a:cubicBezTo>
                    <a:cubicBezTo>
                      <a:pt x="2954" y="920"/>
                      <a:pt x="2576" y="1246"/>
                      <a:pt x="2128" y="1291"/>
                    </a:cubicBezTo>
                    <a:cubicBezTo>
                      <a:pt x="1445" y="1360"/>
                      <a:pt x="603" y="1429"/>
                      <a:pt x="603" y="1429"/>
                    </a:cubicBezTo>
                    <a:lnTo>
                      <a:pt x="538" y="1225"/>
                    </a:lnTo>
                    <a:lnTo>
                      <a:pt x="363" y="1327"/>
                    </a:lnTo>
                    <a:cubicBezTo>
                      <a:pt x="282" y="1327"/>
                      <a:pt x="123" y="1258"/>
                      <a:pt x="10" y="1201"/>
                    </a:cubicBezTo>
                    <a:lnTo>
                      <a:pt x="1" y="1974"/>
                    </a:lnTo>
                    <a:cubicBezTo>
                      <a:pt x="351" y="1912"/>
                      <a:pt x="928" y="1848"/>
                      <a:pt x="1791" y="1848"/>
                    </a:cubicBezTo>
                    <a:lnTo>
                      <a:pt x="1844" y="1848"/>
                    </a:lnTo>
                    <a:cubicBezTo>
                      <a:pt x="1893" y="1852"/>
                      <a:pt x="1946" y="1852"/>
                      <a:pt x="1998" y="1852"/>
                    </a:cubicBezTo>
                    <a:lnTo>
                      <a:pt x="2117" y="1852"/>
                    </a:lnTo>
                    <a:cubicBezTo>
                      <a:pt x="2133" y="1856"/>
                      <a:pt x="2153" y="1856"/>
                      <a:pt x="2173" y="1856"/>
                    </a:cubicBezTo>
                    <a:lnTo>
                      <a:pt x="2231" y="1856"/>
                    </a:lnTo>
                    <a:cubicBezTo>
                      <a:pt x="2246" y="1856"/>
                      <a:pt x="2267" y="1856"/>
                      <a:pt x="2287" y="1860"/>
                    </a:cubicBezTo>
                    <a:cubicBezTo>
                      <a:pt x="2406" y="1860"/>
                      <a:pt x="2528" y="1869"/>
                      <a:pt x="2650" y="1872"/>
                    </a:cubicBezTo>
                    <a:cubicBezTo>
                      <a:pt x="2695" y="1876"/>
                      <a:pt x="2738" y="1876"/>
                      <a:pt x="2783" y="1880"/>
                    </a:cubicBezTo>
                    <a:cubicBezTo>
                      <a:pt x="2832" y="1880"/>
                      <a:pt x="2881" y="1884"/>
                      <a:pt x="2930" y="1888"/>
                    </a:cubicBezTo>
                    <a:cubicBezTo>
                      <a:pt x="2954" y="1888"/>
                      <a:pt x="2983" y="1893"/>
                      <a:pt x="3007" y="1893"/>
                    </a:cubicBezTo>
                    <a:cubicBezTo>
                      <a:pt x="3048" y="1897"/>
                      <a:pt x="3089" y="1897"/>
                      <a:pt x="3129" y="1901"/>
                    </a:cubicBezTo>
                    <a:cubicBezTo>
                      <a:pt x="3162" y="1905"/>
                      <a:pt x="3198" y="1905"/>
                      <a:pt x="3232" y="1909"/>
                    </a:cubicBezTo>
                    <a:cubicBezTo>
                      <a:pt x="3260" y="1909"/>
                      <a:pt x="3288" y="1912"/>
                      <a:pt x="3316" y="1912"/>
                    </a:cubicBezTo>
                    <a:cubicBezTo>
                      <a:pt x="3345" y="1917"/>
                      <a:pt x="3373" y="1921"/>
                      <a:pt x="3402" y="1921"/>
                    </a:cubicBezTo>
                    <a:cubicBezTo>
                      <a:pt x="3431" y="1937"/>
                      <a:pt x="3459" y="1957"/>
                      <a:pt x="3487" y="1978"/>
                    </a:cubicBezTo>
                    <a:lnTo>
                      <a:pt x="3435" y="9"/>
                    </a:lnTo>
                    <a:cubicBezTo>
                      <a:pt x="3435" y="9"/>
                      <a:pt x="3431" y="9"/>
                      <a:pt x="3427" y="13"/>
                    </a:cubicBezTo>
                    <a:lnTo>
                      <a:pt x="3410" y="13"/>
                    </a:lnTo>
                    <a:cubicBezTo>
                      <a:pt x="3402" y="17"/>
                      <a:pt x="3394" y="17"/>
                      <a:pt x="3386" y="17"/>
                    </a:cubicBezTo>
                    <a:cubicBezTo>
                      <a:pt x="3378" y="17"/>
                      <a:pt x="3369" y="21"/>
                      <a:pt x="3361" y="21"/>
                    </a:cubicBezTo>
                    <a:lnTo>
                      <a:pt x="3341" y="21"/>
                    </a:lnTo>
                    <a:cubicBezTo>
                      <a:pt x="3333" y="21"/>
                      <a:pt x="3329" y="25"/>
                      <a:pt x="3316" y="25"/>
                    </a:cubicBezTo>
                    <a:lnTo>
                      <a:pt x="3232" y="25"/>
                    </a:lnTo>
                    <a:lnTo>
                      <a:pt x="3227" y="21"/>
                    </a:lnTo>
                    <a:lnTo>
                      <a:pt x="3207" y="21"/>
                    </a:lnTo>
                    <a:cubicBezTo>
                      <a:pt x="3194" y="21"/>
                      <a:pt x="3187" y="21"/>
                      <a:pt x="3174" y="17"/>
                    </a:cubicBezTo>
                    <a:cubicBezTo>
                      <a:pt x="3158" y="17"/>
                      <a:pt x="3142" y="17"/>
                      <a:pt x="3125" y="13"/>
                    </a:cubicBezTo>
                    <a:cubicBezTo>
                      <a:pt x="3105" y="9"/>
                      <a:pt x="3085" y="5"/>
                      <a:pt x="3065" y="1"/>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73"/>
              <p:cNvSpPr/>
              <p:nvPr/>
            </p:nvSpPr>
            <p:spPr>
              <a:xfrm>
                <a:off x="3615551" y="2408435"/>
                <a:ext cx="8447" cy="25844"/>
              </a:xfrm>
              <a:custGeom>
                <a:avLst/>
                <a:gdLst/>
                <a:ahLst/>
                <a:cxnLst/>
                <a:rect l="l" t="t" r="r" b="b"/>
                <a:pathLst>
                  <a:path w="67" h="205" extrusionOk="0">
                    <a:moveTo>
                      <a:pt x="1" y="0"/>
                    </a:moveTo>
                    <a:lnTo>
                      <a:pt x="66" y="204"/>
                    </a:lnTo>
                    <a:lnTo>
                      <a:pt x="66" y="204"/>
                    </a:ln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73"/>
              <p:cNvSpPr/>
              <p:nvPr/>
            </p:nvSpPr>
            <p:spPr>
              <a:xfrm>
                <a:off x="3933629" y="2253998"/>
                <a:ext cx="630" cy="126"/>
              </a:xfrm>
              <a:custGeom>
                <a:avLst/>
                <a:gdLst/>
                <a:ahLst/>
                <a:cxnLst/>
                <a:rect l="l" t="t" r="r" b="b"/>
                <a:pathLst>
                  <a:path w="5" h="1" extrusionOk="0">
                    <a:moveTo>
                      <a:pt x="5" y="1"/>
                    </a:moveTo>
                    <a:lnTo>
                      <a:pt x="1" y="1"/>
                    </a:ln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73"/>
              <p:cNvSpPr/>
              <p:nvPr/>
            </p:nvSpPr>
            <p:spPr>
              <a:xfrm>
                <a:off x="3963256" y="2257150"/>
                <a:ext cx="2774" cy="126"/>
              </a:xfrm>
              <a:custGeom>
                <a:avLst/>
                <a:gdLst/>
                <a:ahLst/>
                <a:cxnLst/>
                <a:rect l="l" t="t" r="r" b="b"/>
                <a:pathLst>
                  <a:path w="22" h="1" extrusionOk="0">
                    <a:moveTo>
                      <a:pt x="1" y="0"/>
                    </a:moveTo>
                    <a:lnTo>
                      <a:pt x="21" y="0"/>
                    </a:ln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73"/>
              <p:cNvSpPr/>
              <p:nvPr/>
            </p:nvSpPr>
            <p:spPr>
              <a:xfrm>
                <a:off x="3961364" y="2257150"/>
                <a:ext cx="2017" cy="126"/>
              </a:xfrm>
              <a:custGeom>
                <a:avLst/>
                <a:gdLst/>
                <a:ahLst/>
                <a:cxnLst/>
                <a:rect l="l" t="t" r="r" b="b"/>
                <a:pathLst>
                  <a:path w="16" h="1" extrusionOk="0">
                    <a:moveTo>
                      <a:pt x="0" y="0"/>
                    </a:moveTo>
                    <a:lnTo>
                      <a:pt x="16" y="0"/>
                    </a:ln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73"/>
              <p:cNvSpPr/>
              <p:nvPr/>
            </p:nvSpPr>
            <p:spPr>
              <a:xfrm>
                <a:off x="3958213" y="2257150"/>
                <a:ext cx="3278" cy="126"/>
              </a:xfrm>
              <a:custGeom>
                <a:avLst/>
                <a:gdLst/>
                <a:ahLst/>
                <a:cxnLst/>
                <a:rect l="l" t="t" r="r" b="b"/>
                <a:pathLst>
                  <a:path w="26" h="1" extrusionOk="0">
                    <a:moveTo>
                      <a:pt x="1" y="0"/>
                    </a:moveTo>
                    <a:lnTo>
                      <a:pt x="25" y="0"/>
                    </a:lnTo>
                    <a:lnTo>
                      <a:pt x="20" y="0"/>
                    </a:ln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73"/>
              <p:cNvSpPr/>
              <p:nvPr/>
            </p:nvSpPr>
            <p:spPr>
              <a:xfrm>
                <a:off x="3980779" y="2255006"/>
                <a:ext cx="126" cy="126"/>
              </a:xfrm>
              <a:custGeom>
                <a:avLst/>
                <a:gdLst/>
                <a:ahLst/>
                <a:cxnLst/>
                <a:rect l="l" t="t" r="r" b="b"/>
                <a:pathLst>
                  <a:path w="1" h="1" extrusionOk="0">
                    <a:moveTo>
                      <a:pt x="1" y="1"/>
                    </a:moveTo>
                    <a:lnTo>
                      <a:pt x="1" y="1"/>
                    </a:ln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73"/>
              <p:cNvSpPr/>
              <p:nvPr/>
            </p:nvSpPr>
            <p:spPr>
              <a:xfrm>
                <a:off x="3980779" y="2255006"/>
                <a:ext cx="133886" cy="376697"/>
              </a:xfrm>
              <a:custGeom>
                <a:avLst/>
                <a:gdLst/>
                <a:ahLst/>
                <a:cxnLst/>
                <a:rect l="l" t="t" r="r" b="b"/>
                <a:pathLst>
                  <a:path w="1062" h="2988" extrusionOk="0">
                    <a:moveTo>
                      <a:pt x="1" y="1"/>
                    </a:moveTo>
                    <a:lnTo>
                      <a:pt x="1" y="5"/>
                    </a:lnTo>
                    <a:cubicBezTo>
                      <a:pt x="1" y="5"/>
                      <a:pt x="1" y="7"/>
                      <a:pt x="1" y="9"/>
                    </a:cubicBezTo>
                    <a:lnTo>
                      <a:pt x="1" y="9"/>
                    </a:lnTo>
                    <a:lnTo>
                      <a:pt x="1" y="1"/>
                    </a:lnTo>
                    <a:close/>
                    <a:moveTo>
                      <a:pt x="1" y="9"/>
                    </a:moveTo>
                    <a:lnTo>
                      <a:pt x="53" y="1970"/>
                    </a:lnTo>
                    <a:lnTo>
                      <a:pt x="57" y="1974"/>
                    </a:lnTo>
                    <a:cubicBezTo>
                      <a:pt x="61" y="1978"/>
                      <a:pt x="70" y="1983"/>
                      <a:pt x="78" y="1990"/>
                    </a:cubicBezTo>
                    <a:cubicBezTo>
                      <a:pt x="102" y="2007"/>
                      <a:pt x="127" y="2026"/>
                      <a:pt x="155" y="2047"/>
                    </a:cubicBezTo>
                    <a:lnTo>
                      <a:pt x="179" y="2071"/>
                    </a:lnTo>
                    <a:cubicBezTo>
                      <a:pt x="196" y="2084"/>
                      <a:pt x="212" y="2096"/>
                      <a:pt x="224" y="2109"/>
                    </a:cubicBezTo>
                    <a:cubicBezTo>
                      <a:pt x="232" y="2116"/>
                      <a:pt x="241" y="2120"/>
                      <a:pt x="253" y="2129"/>
                    </a:cubicBezTo>
                    <a:cubicBezTo>
                      <a:pt x="261" y="2137"/>
                      <a:pt x="269" y="2145"/>
                      <a:pt x="277" y="2153"/>
                    </a:cubicBezTo>
                    <a:cubicBezTo>
                      <a:pt x="294" y="2169"/>
                      <a:pt x="314" y="2186"/>
                      <a:pt x="335" y="2202"/>
                    </a:cubicBezTo>
                    <a:cubicBezTo>
                      <a:pt x="338" y="2210"/>
                      <a:pt x="346" y="2214"/>
                      <a:pt x="354" y="2222"/>
                    </a:cubicBezTo>
                    <a:cubicBezTo>
                      <a:pt x="403" y="2267"/>
                      <a:pt x="448" y="2312"/>
                      <a:pt x="497" y="2360"/>
                    </a:cubicBezTo>
                    <a:cubicBezTo>
                      <a:pt x="509" y="2368"/>
                      <a:pt x="517" y="2381"/>
                      <a:pt x="530" y="2389"/>
                    </a:cubicBezTo>
                    <a:cubicBezTo>
                      <a:pt x="538" y="2401"/>
                      <a:pt x="545" y="2409"/>
                      <a:pt x="558" y="2422"/>
                    </a:cubicBezTo>
                    <a:cubicBezTo>
                      <a:pt x="566" y="2430"/>
                      <a:pt x="574" y="2441"/>
                      <a:pt x="586" y="2450"/>
                    </a:cubicBezTo>
                    <a:cubicBezTo>
                      <a:pt x="664" y="2531"/>
                      <a:pt x="741" y="2617"/>
                      <a:pt x="818" y="2702"/>
                    </a:cubicBezTo>
                    <a:cubicBezTo>
                      <a:pt x="827" y="2710"/>
                      <a:pt x="834" y="2719"/>
                      <a:pt x="842" y="2727"/>
                    </a:cubicBezTo>
                    <a:cubicBezTo>
                      <a:pt x="851" y="2739"/>
                      <a:pt x="863" y="2751"/>
                      <a:pt x="875" y="2768"/>
                    </a:cubicBezTo>
                    <a:cubicBezTo>
                      <a:pt x="940" y="2841"/>
                      <a:pt x="1005" y="2914"/>
                      <a:pt x="1062" y="2987"/>
                    </a:cubicBezTo>
                    <a:lnTo>
                      <a:pt x="1050" y="2462"/>
                    </a:lnTo>
                    <a:cubicBezTo>
                      <a:pt x="1022" y="2438"/>
                      <a:pt x="997" y="2417"/>
                      <a:pt x="973" y="2393"/>
                    </a:cubicBezTo>
                    <a:cubicBezTo>
                      <a:pt x="949" y="2373"/>
                      <a:pt x="928" y="2349"/>
                      <a:pt x="908" y="2324"/>
                    </a:cubicBezTo>
                    <a:cubicBezTo>
                      <a:pt x="904" y="2319"/>
                      <a:pt x="900" y="2312"/>
                      <a:pt x="891" y="2304"/>
                    </a:cubicBezTo>
                    <a:cubicBezTo>
                      <a:pt x="887" y="2300"/>
                      <a:pt x="883" y="2291"/>
                      <a:pt x="879" y="2287"/>
                    </a:cubicBezTo>
                    <a:cubicBezTo>
                      <a:pt x="855" y="2255"/>
                      <a:pt x="831" y="2218"/>
                      <a:pt x="810" y="2182"/>
                    </a:cubicBezTo>
                    <a:cubicBezTo>
                      <a:pt x="806" y="2173"/>
                      <a:pt x="802" y="2169"/>
                      <a:pt x="798" y="2165"/>
                    </a:cubicBezTo>
                    <a:cubicBezTo>
                      <a:pt x="793" y="2157"/>
                      <a:pt x="789" y="2153"/>
                      <a:pt x="789" y="2145"/>
                    </a:cubicBezTo>
                    <a:cubicBezTo>
                      <a:pt x="786" y="2141"/>
                      <a:pt x="782" y="2137"/>
                      <a:pt x="778" y="2129"/>
                    </a:cubicBezTo>
                    <a:lnTo>
                      <a:pt x="778" y="2124"/>
                    </a:lnTo>
                    <a:cubicBezTo>
                      <a:pt x="774" y="2120"/>
                      <a:pt x="769" y="2116"/>
                      <a:pt x="769" y="2112"/>
                    </a:cubicBezTo>
                    <a:cubicBezTo>
                      <a:pt x="765" y="2109"/>
                      <a:pt x="761" y="2100"/>
                      <a:pt x="757" y="2092"/>
                    </a:cubicBezTo>
                    <a:cubicBezTo>
                      <a:pt x="757" y="2088"/>
                      <a:pt x="753" y="2084"/>
                      <a:pt x="749" y="2075"/>
                    </a:cubicBezTo>
                    <a:cubicBezTo>
                      <a:pt x="745" y="2064"/>
                      <a:pt x="737" y="2056"/>
                      <a:pt x="733" y="2047"/>
                    </a:cubicBezTo>
                    <a:cubicBezTo>
                      <a:pt x="729" y="2039"/>
                      <a:pt x="725" y="2026"/>
                      <a:pt x="716" y="2019"/>
                    </a:cubicBezTo>
                    <a:cubicBezTo>
                      <a:pt x="716" y="2011"/>
                      <a:pt x="712" y="2002"/>
                      <a:pt x="708" y="1998"/>
                    </a:cubicBezTo>
                    <a:cubicBezTo>
                      <a:pt x="696" y="1974"/>
                      <a:pt x="684" y="1945"/>
                      <a:pt x="667" y="1921"/>
                    </a:cubicBezTo>
                    <a:lnTo>
                      <a:pt x="667" y="1917"/>
                    </a:lnTo>
                    <a:cubicBezTo>
                      <a:pt x="660" y="1897"/>
                      <a:pt x="647" y="1872"/>
                      <a:pt x="639" y="1852"/>
                    </a:cubicBezTo>
                    <a:cubicBezTo>
                      <a:pt x="635" y="1848"/>
                      <a:pt x="631" y="1840"/>
                      <a:pt x="631" y="1836"/>
                    </a:cubicBezTo>
                    <a:cubicBezTo>
                      <a:pt x="627" y="1827"/>
                      <a:pt x="623" y="1820"/>
                      <a:pt x="619" y="1812"/>
                    </a:cubicBezTo>
                    <a:lnTo>
                      <a:pt x="619" y="1807"/>
                    </a:lnTo>
                    <a:cubicBezTo>
                      <a:pt x="615" y="1803"/>
                      <a:pt x="611" y="1795"/>
                      <a:pt x="607" y="1787"/>
                    </a:cubicBezTo>
                    <a:cubicBezTo>
                      <a:pt x="607" y="1778"/>
                      <a:pt x="603" y="1775"/>
                      <a:pt x="598" y="1767"/>
                    </a:cubicBezTo>
                    <a:cubicBezTo>
                      <a:pt x="594" y="1758"/>
                      <a:pt x="590" y="1750"/>
                      <a:pt x="590" y="1742"/>
                    </a:cubicBezTo>
                    <a:cubicBezTo>
                      <a:pt x="586" y="1734"/>
                      <a:pt x="583" y="1730"/>
                      <a:pt x="583" y="1722"/>
                    </a:cubicBezTo>
                    <a:cubicBezTo>
                      <a:pt x="579" y="1722"/>
                      <a:pt x="579" y="1722"/>
                      <a:pt x="579" y="1718"/>
                    </a:cubicBezTo>
                    <a:cubicBezTo>
                      <a:pt x="570" y="1697"/>
                      <a:pt x="562" y="1677"/>
                      <a:pt x="549" y="1653"/>
                    </a:cubicBezTo>
                    <a:lnTo>
                      <a:pt x="549" y="1649"/>
                    </a:lnTo>
                    <a:cubicBezTo>
                      <a:pt x="534" y="1612"/>
                      <a:pt x="517" y="1572"/>
                      <a:pt x="500" y="1531"/>
                    </a:cubicBezTo>
                    <a:cubicBezTo>
                      <a:pt x="497" y="1523"/>
                      <a:pt x="497" y="1519"/>
                      <a:pt x="493" y="1514"/>
                    </a:cubicBezTo>
                    <a:cubicBezTo>
                      <a:pt x="493" y="1506"/>
                      <a:pt x="489" y="1498"/>
                      <a:pt x="485" y="1489"/>
                    </a:cubicBezTo>
                    <a:cubicBezTo>
                      <a:pt x="485" y="1482"/>
                      <a:pt x="481" y="1478"/>
                      <a:pt x="481" y="1474"/>
                    </a:cubicBezTo>
                    <a:cubicBezTo>
                      <a:pt x="468" y="1446"/>
                      <a:pt x="457" y="1421"/>
                      <a:pt x="448" y="1392"/>
                    </a:cubicBezTo>
                    <a:cubicBezTo>
                      <a:pt x="448" y="1388"/>
                      <a:pt x="444" y="1388"/>
                      <a:pt x="444" y="1384"/>
                    </a:cubicBezTo>
                    <a:cubicBezTo>
                      <a:pt x="444" y="1380"/>
                      <a:pt x="440" y="1372"/>
                      <a:pt x="436" y="1364"/>
                    </a:cubicBezTo>
                    <a:cubicBezTo>
                      <a:pt x="436" y="1360"/>
                      <a:pt x="436" y="1356"/>
                      <a:pt x="432" y="1352"/>
                    </a:cubicBezTo>
                    <a:cubicBezTo>
                      <a:pt x="423" y="1324"/>
                      <a:pt x="412" y="1294"/>
                      <a:pt x="399" y="1266"/>
                    </a:cubicBezTo>
                    <a:cubicBezTo>
                      <a:pt x="399" y="1262"/>
                      <a:pt x="399" y="1258"/>
                      <a:pt x="395" y="1254"/>
                    </a:cubicBezTo>
                    <a:cubicBezTo>
                      <a:pt x="387" y="1221"/>
                      <a:pt x="375" y="1193"/>
                      <a:pt x="363" y="1164"/>
                    </a:cubicBezTo>
                    <a:cubicBezTo>
                      <a:pt x="363" y="1157"/>
                      <a:pt x="359" y="1148"/>
                      <a:pt x="354" y="1140"/>
                    </a:cubicBezTo>
                    <a:cubicBezTo>
                      <a:pt x="350" y="1132"/>
                      <a:pt x="350" y="1123"/>
                      <a:pt x="346" y="1116"/>
                    </a:cubicBezTo>
                    <a:cubicBezTo>
                      <a:pt x="342" y="1108"/>
                      <a:pt x="342" y="1099"/>
                      <a:pt x="338" y="1091"/>
                    </a:cubicBezTo>
                    <a:cubicBezTo>
                      <a:pt x="326" y="1055"/>
                      <a:pt x="314" y="1022"/>
                      <a:pt x="305" y="994"/>
                    </a:cubicBezTo>
                    <a:cubicBezTo>
                      <a:pt x="301" y="986"/>
                      <a:pt x="297" y="977"/>
                      <a:pt x="297" y="969"/>
                    </a:cubicBezTo>
                    <a:cubicBezTo>
                      <a:pt x="294" y="961"/>
                      <a:pt x="290" y="953"/>
                      <a:pt x="290" y="945"/>
                    </a:cubicBezTo>
                    <a:cubicBezTo>
                      <a:pt x="281" y="928"/>
                      <a:pt x="277" y="916"/>
                      <a:pt x="273" y="904"/>
                    </a:cubicBezTo>
                    <a:cubicBezTo>
                      <a:pt x="273" y="892"/>
                      <a:pt x="269" y="884"/>
                      <a:pt x="265" y="871"/>
                    </a:cubicBezTo>
                    <a:cubicBezTo>
                      <a:pt x="256" y="851"/>
                      <a:pt x="253" y="835"/>
                      <a:pt x="245" y="815"/>
                    </a:cubicBezTo>
                    <a:cubicBezTo>
                      <a:pt x="237" y="790"/>
                      <a:pt x="228" y="762"/>
                      <a:pt x="220" y="738"/>
                    </a:cubicBezTo>
                    <a:cubicBezTo>
                      <a:pt x="208" y="697"/>
                      <a:pt x="196" y="660"/>
                      <a:pt x="183" y="620"/>
                    </a:cubicBezTo>
                    <a:cubicBezTo>
                      <a:pt x="179" y="616"/>
                      <a:pt x="179" y="611"/>
                      <a:pt x="179" y="611"/>
                    </a:cubicBezTo>
                    <a:cubicBezTo>
                      <a:pt x="175" y="603"/>
                      <a:pt x="175" y="595"/>
                      <a:pt x="171" y="586"/>
                    </a:cubicBezTo>
                    <a:cubicBezTo>
                      <a:pt x="171" y="582"/>
                      <a:pt x="171" y="582"/>
                      <a:pt x="168" y="579"/>
                    </a:cubicBezTo>
                    <a:lnTo>
                      <a:pt x="168" y="567"/>
                    </a:lnTo>
                    <a:cubicBezTo>
                      <a:pt x="164" y="558"/>
                      <a:pt x="164" y="554"/>
                      <a:pt x="159" y="546"/>
                    </a:cubicBezTo>
                    <a:cubicBezTo>
                      <a:pt x="155" y="534"/>
                      <a:pt x="151" y="526"/>
                      <a:pt x="151" y="513"/>
                    </a:cubicBezTo>
                    <a:cubicBezTo>
                      <a:pt x="147" y="513"/>
                      <a:pt x="147" y="509"/>
                      <a:pt x="147" y="505"/>
                    </a:cubicBezTo>
                    <a:cubicBezTo>
                      <a:pt x="143" y="494"/>
                      <a:pt x="139" y="485"/>
                      <a:pt x="139" y="473"/>
                    </a:cubicBezTo>
                    <a:cubicBezTo>
                      <a:pt x="134" y="473"/>
                      <a:pt x="134" y="469"/>
                      <a:pt x="134" y="464"/>
                    </a:cubicBezTo>
                    <a:cubicBezTo>
                      <a:pt x="134" y="460"/>
                      <a:pt x="130" y="457"/>
                      <a:pt x="130" y="457"/>
                    </a:cubicBezTo>
                    <a:cubicBezTo>
                      <a:pt x="127" y="445"/>
                      <a:pt x="127" y="436"/>
                      <a:pt x="123" y="428"/>
                    </a:cubicBezTo>
                    <a:lnTo>
                      <a:pt x="119" y="416"/>
                    </a:lnTo>
                    <a:lnTo>
                      <a:pt x="119" y="408"/>
                    </a:lnTo>
                    <a:cubicBezTo>
                      <a:pt x="115" y="400"/>
                      <a:pt x="115" y="396"/>
                      <a:pt x="110" y="387"/>
                    </a:cubicBezTo>
                    <a:cubicBezTo>
                      <a:pt x="110" y="383"/>
                      <a:pt x="110" y="383"/>
                      <a:pt x="106" y="379"/>
                    </a:cubicBezTo>
                    <a:cubicBezTo>
                      <a:pt x="102" y="359"/>
                      <a:pt x="98" y="342"/>
                      <a:pt x="94" y="327"/>
                    </a:cubicBezTo>
                    <a:cubicBezTo>
                      <a:pt x="86" y="306"/>
                      <a:pt x="82" y="290"/>
                      <a:pt x="78" y="274"/>
                    </a:cubicBezTo>
                    <a:cubicBezTo>
                      <a:pt x="74" y="269"/>
                      <a:pt x="74" y="265"/>
                      <a:pt x="74" y="257"/>
                    </a:cubicBezTo>
                    <a:cubicBezTo>
                      <a:pt x="70" y="253"/>
                      <a:pt x="70" y="250"/>
                      <a:pt x="70" y="245"/>
                    </a:cubicBezTo>
                    <a:cubicBezTo>
                      <a:pt x="66" y="241"/>
                      <a:pt x="66" y="241"/>
                      <a:pt x="66" y="237"/>
                    </a:cubicBezTo>
                    <a:cubicBezTo>
                      <a:pt x="66" y="229"/>
                      <a:pt x="61" y="220"/>
                      <a:pt x="57" y="212"/>
                    </a:cubicBezTo>
                    <a:cubicBezTo>
                      <a:pt x="57" y="209"/>
                      <a:pt x="57" y="205"/>
                      <a:pt x="53" y="201"/>
                    </a:cubicBezTo>
                    <a:lnTo>
                      <a:pt x="53" y="192"/>
                    </a:lnTo>
                    <a:cubicBezTo>
                      <a:pt x="53" y="192"/>
                      <a:pt x="53" y="188"/>
                      <a:pt x="49" y="184"/>
                    </a:cubicBezTo>
                    <a:cubicBezTo>
                      <a:pt x="49" y="180"/>
                      <a:pt x="46" y="171"/>
                      <a:pt x="46" y="168"/>
                    </a:cubicBezTo>
                    <a:cubicBezTo>
                      <a:pt x="46" y="160"/>
                      <a:pt x="42" y="152"/>
                      <a:pt x="42" y="147"/>
                    </a:cubicBezTo>
                    <a:cubicBezTo>
                      <a:pt x="37" y="139"/>
                      <a:pt x="33" y="131"/>
                      <a:pt x="33" y="123"/>
                    </a:cubicBezTo>
                    <a:cubicBezTo>
                      <a:pt x="33" y="119"/>
                      <a:pt x="29" y="115"/>
                      <a:pt x="29" y="111"/>
                    </a:cubicBezTo>
                    <a:lnTo>
                      <a:pt x="29" y="107"/>
                    </a:lnTo>
                    <a:cubicBezTo>
                      <a:pt x="29" y="103"/>
                      <a:pt x="29" y="103"/>
                      <a:pt x="25" y="98"/>
                    </a:cubicBezTo>
                    <a:cubicBezTo>
                      <a:pt x="25" y="94"/>
                      <a:pt x="25" y="90"/>
                      <a:pt x="21" y="86"/>
                    </a:cubicBezTo>
                    <a:cubicBezTo>
                      <a:pt x="17" y="66"/>
                      <a:pt x="12" y="49"/>
                      <a:pt x="8" y="38"/>
                    </a:cubicBezTo>
                    <a:cubicBezTo>
                      <a:pt x="8" y="34"/>
                      <a:pt x="8" y="30"/>
                      <a:pt x="5" y="30"/>
                    </a:cubicBezTo>
                    <a:cubicBezTo>
                      <a:pt x="2" y="20"/>
                      <a:pt x="1" y="13"/>
                      <a:pt x="1" y="9"/>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73"/>
              <p:cNvSpPr/>
              <p:nvPr/>
            </p:nvSpPr>
            <p:spPr>
              <a:xfrm>
                <a:off x="4110875" y="2565267"/>
                <a:ext cx="226170" cy="90518"/>
              </a:xfrm>
              <a:custGeom>
                <a:avLst/>
                <a:gdLst/>
                <a:ahLst/>
                <a:cxnLst/>
                <a:rect l="l" t="t" r="r" b="b"/>
                <a:pathLst>
                  <a:path w="1794" h="718" extrusionOk="0">
                    <a:moveTo>
                      <a:pt x="0" y="1"/>
                    </a:moveTo>
                    <a:lnTo>
                      <a:pt x="12" y="526"/>
                    </a:lnTo>
                    <a:cubicBezTo>
                      <a:pt x="45" y="562"/>
                      <a:pt x="73" y="599"/>
                      <a:pt x="106" y="636"/>
                    </a:cubicBezTo>
                    <a:cubicBezTo>
                      <a:pt x="106" y="636"/>
                      <a:pt x="704" y="717"/>
                      <a:pt x="1204" y="717"/>
                    </a:cubicBezTo>
                    <a:cubicBezTo>
                      <a:pt x="1454" y="717"/>
                      <a:pt x="1680" y="697"/>
                      <a:pt x="1794" y="636"/>
                    </a:cubicBezTo>
                    <a:cubicBezTo>
                      <a:pt x="1794" y="636"/>
                      <a:pt x="541" y="429"/>
                      <a:pt x="0" y="1"/>
                    </a:cubicBez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73"/>
              <p:cNvSpPr/>
              <p:nvPr/>
            </p:nvSpPr>
            <p:spPr>
              <a:xfrm>
                <a:off x="3858743" y="2007151"/>
                <a:ext cx="104638" cy="231086"/>
              </a:xfrm>
              <a:custGeom>
                <a:avLst/>
                <a:gdLst/>
                <a:ahLst/>
                <a:cxnLst/>
                <a:rect l="l" t="t" r="r" b="b"/>
                <a:pathLst>
                  <a:path w="830" h="1833" extrusionOk="0">
                    <a:moveTo>
                      <a:pt x="250" y="1"/>
                    </a:moveTo>
                    <a:cubicBezTo>
                      <a:pt x="243" y="1"/>
                      <a:pt x="235" y="5"/>
                      <a:pt x="232" y="14"/>
                    </a:cubicBezTo>
                    <a:cubicBezTo>
                      <a:pt x="232" y="14"/>
                      <a:pt x="90" y="404"/>
                      <a:pt x="45" y="868"/>
                    </a:cubicBezTo>
                    <a:cubicBezTo>
                      <a:pt x="0" y="1345"/>
                      <a:pt x="330" y="1767"/>
                      <a:pt x="802" y="1829"/>
                    </a:cubicBezTo>
                    <a:lnTo>
                      <a:pt x="809" y="1833"/>
                    </a:lnTo>
                    <a:lnTo>
                      <a:pt x="814" y="1833"/>
                    </a:lnTo>
                    <a:cubicBezTo>
                      <a:pt x="822" y="1833"/>
                      <a:pt x="830" y="1825"/>
                      <a:pt x="830" y="1816"/>
                    </a:cubicBezTo>
                    <a:cubicBezTo>
                      <a:pt x="830" y="1808"/>
                      <a:pt x="826" y="1801"/>
                      <a:pt x="814" y="1801"/>
                    </a:cubicBezTo>
                    <a:lnTo>
                      <a:pt x="806" y="1796"/>
                    </a:lnTo>
                    <a:cubicBezTo>
                      <a:pt x="354" y="1735"/>
                      <a:pt x="37" y="1328"/>
                      <a:pt x="82" y="873"/>
                    </a:cubicBezTo>
                    <a:cubicBezTo>
                      <a:pt x="126" y="413"/>
                      <a:pt x="265" y="27"/>
                      <a:pt x="265" y="23"/>
                    </a:cubicBezTo>
                    <a:cubicBezTo>
                      <a:pt x="269" y="14"/>
                      <a:pt x="265" y="6"/>
                      <a:pt x="257" y="2"/>
                    </a:cubicBezTo>
                    <a:cubicBezTo>
                      <a:pt x="255" y="1"/>
                      <a:pt x="252" y="1"/>
                      <a:pt x="250" y="1"/>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73"/>
              <p:cNvSpPr/>
              <p:nvPr/>
            </p:nvSpPr>
            <p:spPr>
              <a:xfrm>
                <a:off x="3946992" y="2190206"/>
                <a:ext cx="28240" cy="48033"/>
              </a:xfrm>
              <a:custGeom>
                <a:avLst/>
                <a:gdLst/>
                <a:ahLst/>
                <a:cxnLst/>
                <a:rect l="l" t="t" r="r" b="b"/>
                <a:pathLst>
                  <a:path w="224" h="381" extrusionOk="0">
                    <a:moveTo>
                      <a:pt x="210" y="0"/>
                    </a:moveTo>
                    <a:cubicBezTo>
                      <a:pt x="208" y="0"/>
                      <a:pt x="206" y="1"/>
                      <a:pt x="203" y="2"/>
                    </a:cubicBezTo>
                    <a:cubicBezTo>
                      <a:pt x="106" y="31"/>
                      <a:pt x="45" y="80"/>
                      <a:pt x="28" y="141"/>
                    </a:cubicBezTo>
                    <a:cubicBezTo>
                      <a:pt x="0" y="255"/>
                      <a:pt x="109" y="368"/>
                      <a:pt x="114" y="377"/>
                    </a:cubicBezTo>
                    <a:cubicBezTo>
                      <a:pt x="114" y="377"/>
                      <a:pt x="122" y="381"/>
                      <a:pt x="126" y="381"/>
                    </a:cubicBezTo>
                    <a:cubicBezTo>
                      <a:pt x="130" y="381"/>
                      <a:pt x="134" y="377"/>
                      <a:pt x="139" y="377"/>
                    </a:cubicBezTo>
                    <a:cubicBezTo>
                      <a:pt x="143" y="368"/>
                      <a:pt x="143" y="360"/>
                      <a:pt x="139" y="352"/>
                    </a:cubicBezTo>
                    <a:cubicBezTo>
                      <a:pt x="134" y="352"/>
                      <a:pt x="36" y="242"/>
                      <a:pt x="61" y="148"/>
                    </a:cubicBezTo>
                    <a:cubicBezTo>
                      <a:pt x="77" y="100"/>
                      <a:pt x="126" y="60"/>
                      <a:pt x="212" y="31"/>
                    </a:cubicBezTo>
                    <a:cubicBezTo>
                      <a:pt x="220" y="31"/>
                      <a:pt x="224" y="19"/>
                      <a:pt x="224" y="11"/>
                    </a:cubicBezTo>
                    <a:cubicBezTo>
                      <a:pt x="221" y="4"/>
                      <a:pt x="216" y="0"/>
                      <a:pt x="210"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73"/>
              <p:cNvSpPr/>
              <p:nvPr/>
            </p:nvSpPr>
            <p:spPr>
              <a:xfrm>
                <a:off x="4274147" y="2803415"/>
                <a:ext cx="1836210" cy="1160726"/>
              </a:xfrm>
              <a:custGeom>
                <a:avLst/>
                <a:gdLst/>
                <a:ahLst/>
                <a:cxnLst/>
                <a:rect l="l" t="t" r="r" b="b"/>
                <a:pathLst>
                  <a:path w="14565" h="9207" extrusionOk="0">
                    <a:moveTo>
                      <a:pt x="2009" y="0"/>
                    </a:moveTo>
                    <a:cubicBezTo>
                      <a:pt x="2008" y="0"/>
                      <a:pt x="2007" y="0"/>
                      <a:pt x="2006" y="0"/>
                    </a:cubicBezTo>
                    <a:cubicBezTo>
                      <a:pt x="1900" y="4"/>
                      <a:pt x="1144" y="716"/>
                      <a:pt x="558" y="2701"/>
                    </a:cubicBezTo>
                    <a:cubicBezTo>
                      <a:pt x="330" y="3466"/>
                      <a:pt x="131" y="4418"/>
                      <a:pt x="0" y="5594"/>
                    </a:cubicBezTo>
                    <a:lnTo>
                      <a:pt x="1200" y="9206"/>
                    </a:lnTo>
                    <a:lnTo>
                      <a:pt x="14564" y="9206"/>
                    </a:lnTo>
                    <a:cubicBezTo>
                      <a:pt x="14564" y="9206"/>
                      <a:pt x="14508" y="8779"/>
                      <a:pt x="14337" y="8367"/>
                    </a:cubicBezTo>
                    <a:cubicBezTo>
                      <a:pt x="14268" y="8209"/>
                      <a:pt x="14186" y="8050"/>
                      <a:pt x="14080" y="7924"/>
                    </a:cubicBezTo>
                    <a:cubicBezTo>
                      <a:pt x="14031" y="7864"/>
                      <a:pt x="13722" y="7237"/>
                      <a:pt x="12843" y="7074"/>
                    </a:cubicBezTo>
                    <a:cubicBezTo>
                      <a:pt x="10952" y="6722"/>
                      <a:pt x="8358" y="5927"/>
                      <a:pt x="6997" y="5927"/>
                    </a:cubicBezTo>
                    <a:cubicBezTo>
                      <a:pt x="6644" y="5927"/>
                      <a:pt x="6373" y="5981"/>
                      <a:pt x="6221" y="6110"/>
                    </a:cubicBezTo>
                    <a:cubicBezTo>
                      <a:pt x="6221" y="6110"/>
                      <a:pt x="5716" y="5089"/>
                      <a:pt x="5582" y="4922"/>
                    </a:cubicBezTo>
                    <a:cubicBezTo>
                      <a:pt x="5387" y="4833"/>
                      <a:pt x="5216" y="4833"/>
                      <a:pt x="5216" y="4833"/>
                    </a:cubicBezTo>
                    <a:cubicBezTo>
                      <a:pt x="5216" y="4833"/>
                      <a:pt x="4162" y="1884"/>
                      <a:pt x="2909" y="703"/>
                    </a:cubicBezTo>
                    <a:cubicBezTo>
                      <a:pt x="2873" y="671"/>
                      <a:pt x="2836" y="639"/>
                      <a:pt x="2803" y="606"/>
                    </a:cubicBezTo>
                    <a:cubicBezTo>
                      <a:pt x="2803" y="606"/>
                      <a:pt x="2765" y="552"/>
                      <a:pt x="2664" y="552"/>
                    </a:cubicBezTo>
                    <a:cubicBezTo>
                      <a:pt x="2647" y="552"/>
                      <a:pt x="2628" y="553"/>
                      <a:pt x="2608" y="557"/>
                    </a:cubicBezTo>
                    <a:cubicBezTo>
                      <a:pt x="2608" y="557"/>
                      <a:pt x="2159" y="0"/>
                      <a:pt x="20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73"/>
              <p:cNvSpPr/>
              <p:nvPr/>
            </p:nvSpPr>
            <p:spPr>
              <a:xfrm>
                <a:off x="4640762" y="2892043"/>
                <a:ext cx="535545" cy="966327"/>
              </a:xfrm>
              <a:custGeom>
                <a:avLst/>
                <a:gdLst/>
                <a:ahLst/>
                <a:cxnLst/>
                <a:rect l="l" t="t" r="r" b="b"/>
                <a:pathLst>
                  <a:path w="4248" h="7665" extrusionOk="0">
                    <a:moveTo>
                      <a:pt x="1" y="0"/>
                    </a:moveTo>
                    <a:cubicBezTo>
                      <a:pt x="791" y="1303"/>
                      <a:pt x="1275" y="2914"/>
                      <a:pt x="1820" y="4215"/>
                    </a:cubicBezTo>
                    <a:cubicBezTo>
                      <a:pt x="2190" y="4260"/>
                      <a:pt x="2617" y="4361"/>
                      <a:pt x="2617" y="4361"/>
                    </a:cubicBezTo>
                    <a:lnTo>
                      <a:pt x="4248" y="7664"/>
                    </a:lnTo>
                    <a:cubicBezTo>
                      <a:pt x="3768" y="6213"/>
                      <a:pt x="3313" y="5407"/>
                      <a:pt x="3313" y="5407"/>
                    </a:cubicBezTo>
                    <a:cubicBezTo>
                      <a:pt x="3313" y="5407"/>
                      <a:pt x="2808" y="4386"/>
                      <a:pt x="2674" y="4219"/>
                    </a:cubicBezTo>
                    <a:cubicBezTo>
                      <a:pt x="2479" y="4130"/>
                      <a:pt x="2308" y="4130"/>
                      <a:pt x="2308" y="4130"/>
                    </a:cubicBezTo>
                    <a:cubicBezTo>
                      <a:pt x="2308" y="4130"/>
                      <a:pt x="1254" y="1181"/>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73"/>
              <p:cNvSpPr/>
              <p:nvPr/>
            </p:nvSpPr>
            <p:spPr>
              <a:xfrm>
                <a:off x="3939176" y="1991518"/>
                <a:ext cx="432546" cy="41603"/>
              </a:xfrm>
              <a:custGeom>
                <a:avLst/>
                <a:gdLst/>
                <a:ahLst/>
                <a:cxnLst/>
                <a:rect l="l" t="t" r="r" b="b"/>
                <a:pathLst>
                  <a:path w="3431" h="330" extrusionOk="0">
                    <a:moveTo>
                      <a:pt x="3430" y="0"/>
                    </a:moveTo>
                    <a:lnTo>
                      <a:pt x="1392" y="113"/>
                    </a:lnTo>
                    <a:lnTo>
                      <a:pt x="1" y="195"/>
                    </a:lnTo>
                    <a:cubicBezTo>
                      <a:pt x="34" y="240"/>
                      <a:pt x="62" y="284"/>
                      <a:pt x="90" y="329"/>
                    </a:cubicBezTo>
                    <a:lnTo>
                      <a:pt x="913" y="284"/>
                    </a:lnTo>
                    <a:lnTo>
                      <a:pt x="3430" y="143"/>
                    </a:lnTo>
                    <a:lnTo>
                      <a:pt x="34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73"/>
              <p:cNvSpPr/>
              <p:nvPr/>
            </p:nvSpPr>
            <p:spPr>
              <a:xfrm>
                <a:off x="4354076" y="2009420"/>
                <a:ext cx="17650" cy="132500"/>
              </a:xfrm>
              <a:custGeom>
                <a:avLst/>
                <a:gdLst/>
                <a:ahLst/>
                <a:cxnLst/>
                <a:rect l="l" t="t" r="r" b="b"/>
                <a:pathLst>
                  <a:path w="140" h="1051" extrusionOk="0">
                    <a:moveTo>
                      <a:pt x="139" y="1"/>
                    </a:moveTo>
                    <a:lnTo>
                      <a:pt x="29" y="5"/>
                    </a:lnTo>
                    <a:lnTo>
                      <a:pt x="29" y="923"/>
                    </a:lnTo>
                    <a:lnTo>
                      <a:pt x="1" y="923"/>
                    </a:lnTo>
                    <a:cubicBezTo>
                      <a:pt x="21" y="964"/>
                      <a:pt x="42" y="1009"/>
                      <a:pt x="62" y="1050"/>
                    </a:cubicBezTo>
                    <a:lnTo>
                      <a:pt x="139" y="1050"/>
                    </a:lnTo>
                    <a:lnTo>
                      <a:pt x="1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73"/>
              <p:cNvSpPr/>
              <p:nvPr/>
            </p:nvSpPr>
            <p:spPr>
              <a:xfrm>
                <a:off x="3815122" y="2039551"/>
                <a:ext cx="34417" cy="57236"/>
              </a:xfrm>
              <a:custGeom>
                <a:avLst/>
                <a:gdLst/>
                <a:ahLst/>
                <a:cxnLst/>
                <a:rect l="l" t="t" r="r" b="b"/>
                <a:pathLst>
                  <a:path w="273" h="454" extrusionOk="0">
                    <a:moveTo>
                      <a:pt x="273" y="1"/>
                    </a:moveTo>
                    <a:lnTo>
                      <a:pt x="49" y="241"/>
                    </a:lnTo>
                    <a:cubicBezTo>
                      <a:pt x="17" y="278"/>
                      <a:pt x="0" y="323"/>
                      <a:pt x="0" y="372"/>
                    </a:cubicBezTo>
                    <a:cubicBezTo>
                      <a:pt x="0" y="421"/>
                      <a:pt x="40" y="454"/>
                      <a:pt x="81" y="454"/>
                    </a:cubicBezTo>
                    <a:cubicBezTo>
                      <a:pt x="98" y="454"/>
                      <a:pt x="115" y="448"/>
                      <a:pt x="130" y="436"/>
                    </a:cubicBezTo>
                    <a:lnTo>
                      <a:pt x="208" y="372"/>
                    </a:lnTo>
                    <a:cubicBezTo>
                      <a:pt x="220" y="241"/>
                      <a:pt x="245" y="115"/>
                      <a:pt x="273" y="1"/>
                    </a:cubicBez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73"/>
              <p:cNvSpPr/>
              <p:nvPr/>
            </p:nvSpPr>
            <p:spPr>
              <a:xfrm>
                <a:off x="2759150" y="2766476"/>
                <a:ext cx="347827" cy="1197665"/>
              </a:xfrm>
              <a:custGeom>
                <a:avLst/>
                <a:gdLst/>
                <a:ahLst/>
                <a:cxnLst/>
                <a:rect l="l" t="t" r="r" b="b"/>
                <a:pathLst>
                  <a:path w="2759" h="9500" extrusionOk="0">
                    <a:moveTo>
                      <a:pt x="2759" y="0"/>
                    </a:moveTo>
                    <a:lnTo>
                      <a:pt x="2218" y="305"/>
                    </a:lnTo>
                    <a:cubicBezTo>
                      <a:pt x="2218" y="305"/>
                      <a:pt x="1086" y="2258"/>
                      <a:pt x="541" y="3998"/>
                    </a:cubicBezTo>
                    <a:cubicBezTo>
                      <a:pt x="0" y="5744"/>
                      <a:pt x="188" y="9499"/>
                      <a:pt x="188" y="9499"/>
                    </a:cubicBezTo>
                    <a:lnTo>
                      <a:pt x="1677" y="9499"/>
                    </a:lnTo>
                    <a:cubicBezTo>
                      <a:pt x="1677" y="9499"/>
                      <a:pt x="1148" y="5292"/>
                      <a:pt x="1217" y="4101"/>
                    </a:cubicBezTo>
                    <a:cubicBezTo>
                      <a:pt x="1277" y="3051"/>
                      <a:pt x="2466" y="594"/>
                      <a:pt x="27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73"/>
              <p:cNvSpPr/>
              <p:nvPr/>
            </p:nvSpPr>
            <p:spPr>
              <a:xfrm>
                <a:off x="3984309" y="2688312"/>
                <a:ext cx="198686" cy="33535"/>
              </a:xfrm>
              <a:custGeom>
                <a:avLst/>
                <a:gdLst/>
                <a:ahLst/>
                <a:cxnLst/>
                <a:rect l="l" t="t" r="r" b="b"/>
                <a:pathLst>
                  <a:path w="1576" h="266" extrusionOk="0">
                    <a:moveTo>
                      <a:pt x="13" y="0"/>
                    </a:moveTo>
                    <a:cubicBezTo>
                      <a:pt x="6" y="0"/>
                      <a:pt x="1" y="7"/>
                      <a:pt x="1" y="14"/>
                    </a:cubicBezTo>
                    <a:cubicBezTo>
                      <a:pt x="1" y="26"/>
                      <a:pt x="5" y="34"/>
                      <a:pt x="14" y="34"/>
                    </a:cubicBezTo>
                    <a:cubicBezTo>
                      <a:pt x="599" y="99"/>
                      <a:pt x="1120" y="181"/>
                      <a:pt x="1555" y="266"/>
                    </a:cubicBezTo>
                    <a:lnTo>
                      <a:pt x="1559" y="266"/>
                    </a:lnTo>
                    <a:cubicBezTo>
                      <a:pt x="1567" y="266"/>
                      <a:pt x="1571" y="262"/>
                      <a:pt x="1576" y="254"/>
                    </a:cubicBezTo>
                    <a:cubicBezTo>
                      <a:pt x="1576" y="245"/>
                      <a:pt x="1571" y="234"/>
                      <a:pt x="1559" y="234"/>
                    </a:cubicBezTo>
                    <a:cubicBezTo>
                      <a:pt x="1124" y="148"/>
                      <a:pt x="607" y="67"/>
                      <a:pt x="18" y="1"/>
                    </a:cubicBezTo>
                    <a:cubicBezTo>
                      <a:pt x="16" y="1"/>
                      <a:pt x="14" y="0"/>
                      <a:pt x="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73"/>
              <p:cNvSpPr/>
              <p:nvPr/>
            </p:nvSpPr>
            <p:spPr>
              <a:xfrm>
                <a:off x="3467922" y="2655029"/>
                <a:ext cx="186331" cy="10968"/>
              </a:xfrm>
              <a:custGeom>
                <a:avLst/>
                <a:gdLst/>
                <a:ahLst/>
                <a:cxnLst/>
                <a:rect l="l" t="t" r="r" b="b"/>
                <a:pathLst>
                  <a:path w="1478" h="87" extrusionOk="0">
                    <a:moveTo>
                      <a:pt x="17" y="1"/>
                    </a:moveTo>
                    <a:cubicBezTo>
                      <a:pt x="9" y="1"/>
                      <a:pt x="0" y="6"/>
                      <a:pt x="0" y="17"/>
                    </a:cubicBezTo>
                    <a:cubicBezTo>
                      <a:pt x="0" y="25"/>
                      <a:pt x="9" y="34"/>
                      <a:pt x="17" y="34"/>
                    </a:cubicBezTo>
                    <a:cubicBezTo>
                      <a:pt x="21" y="34"/>
                      <a:pt x="619" y="42"/>
                      <a:pt x="1457" y="87"/>
                    </a:cubicBezTo>
                    <a:lnTo>
                      <a:pt x="1461" y="87"/>
                    </a:lnTo>
                    <a:cubicBezTo>
                      <a:pt x="1469" y="87"/>
                      <a:pt x="1477" y="79"/>
                      <a:pt x="1477" y="70"/>
                    </a:cubicBezTo>
                    <a:cubicBezTo>
                      <a:pt x="1477" y="62"/>
                      <a:pt x="1469" y="54"/>
                      <a:pt x="1461" y="54"/>
                    </a:cubicBezTo>
                    <a:cubicBezTo>
                      <a:pt x="619" y="9"/>
                      <a:pt x="25" y="1"/>
                      <a:pt x="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73"/>
              <p:cNvSpPr/>
              <p:nvPr/>
            </p:nvSpPr>
            <p:spPr>
              <a:xfrm>
                <a:off x="4271500" y="2801272"/>
                <a:ext cx="358165" cy="1162870"/>
              </a:xfrm>
              <a:custGeom>
                <a:avLst/>
                <a:gdLst/>
                <a:ahLst/>
                <a:cxnLst/>
                <a:rect l="l" t="t" r="r" b="b"/>
                <a:pathLst>
                  <a:path w="2841" h="9224" extrusionOk="0">
                    <a:moveTo>
                      <a:pt x="2027" y="1"/>
                    </a:moveTo>
                    <a:cubicBezTo>
                      <a:pt x="1909" y="4"/>
                      <a:pt x="1153" y="725"/>
                      <a:pt x="562" y="2710"/>
                    </a:cubicBezTo>
                    <a:cubicBezTo>
                      <a:pt x="310" y="3564"/>
                      <a:pt x="123" y="4541"/>
                      <a:pt x="6" y="5611"/>
                    </a:cubicBezTo>
                    <a:cubicBezTo>
                      <a:pt x="1" y="5615"/>
                      <a:pt x="6" y="5615"/>
                      <a:pt x="6" y="5618"/>
                    </a:cubicBezTo>
                    <a:lnTo>
                      <a:pt x="1206" y="9223"/>
                    </a:lnTo>
                    <a:lnTo>
                      <a:pt x="1238" y="9223"/>
                    </a:lnTo>
                    <a:lnTo>
                      <a:pt x="1238" y="9219"/>
                    </a:lnTo>
                    <a:lnTo>
                      <a:pt x="38" y="5611"/>
                    </a:lnTo>
                    <a:cubicBezTo>
                      <a:pt x="156" y="4545"/>
                      <a:pt x="342" y="3572"/>
                      <a:pt x="595" y="2722"/>
                    </a:cubicBezTo>
                    <a:cubicBezTo>
                      <a:pt x="1168" y="782"/>
                      <a:pt x="1917" y="37"/>
                      <a:pt x="2027" y="33"/>
                    </a:cubicBezTo>
                    <a:lnTo>
                      <a:pt x="2032" y="33"/>
                    </a:lnTo>
                    <a:cubicBezTo>
                      <a:pt x="2145" y="33"/>
                      <a:pt x="2490" y="427"/>
                      <a:pt x="2617" y="582"/>
                    </a:cubicBezTo>
                    <a:cubicBezTo>
                      <a:pt x="2621" y="586"/>
                      <a:pt x="2625" y="590"/>
                      <a:pt x="2633" y="590"/>
                    </a:cubicBezTo>
                    <a:cubicBezTo>
                      <a:pt x="2651" y="587"/>
                      <a:pt x="2667" y="586"/>
                      <a:pt x="2682" y="586"/>
                    </a:cubicBezTo>
                    <a:cubicBezTo>
                      <a:pt x="2772" y="586"/>
                      <a:pt x="2808" y="632"/>
                      <a:pt x="2808" y="635"/>
                    </a:cubicBezTo>
                    <a:cubicBezTo>
                      <a:pt x="2813" y="640"/>
                      <a:pt x="2818" y="642"/>
                      <a:pt x="2822" y="642"/>
                    </a:cubicBezTo>
                    <a:cubicBezTo>
                      <a:pt x="2826" y="642"/>
                      <a:pt x="2829" y="641"/>
                      <a:pt x="2832" y="639"/>
                    </a:cubicBezTo>
                    <a:cubicBezTo>
                      <a:pt x="2841" y="635"/>
                      <a:pt x="2841" y="623"/>
                      <a:pt x="2837" y="615"/>
                    </a:cubicBezTo>
                    <a:cubicBezTo>
                      <a:pt x="2833" y="611"/>
                      <a:pt x="2790" y="552"/>
                      <a:pt x="2678" y="552"/>
                    </a:cubicBezTo>
                    <a:cubicBezTo>
                      <a:pt x="2665" y="552"/>
                      <a:pt x="2651" y="552"/>
                      <a:pt x="2637" y="554"/>
                    </a:cubicBezTo>
                    <a:cubicBezTo>
                      <a:pt x="2569" y="472"/>
                      <a:pt x="2178" y="1"/>
                      <a:pt x="20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73"/>
              <p:cNvSpPr/>
              <p:nvPr/>
            </p:nvSpPr>
            <p:spPr>
              <a:xfrm>
                <a:off x="4309573" y="2009924"/>
                <a:ext cx="48285" cy="115984"/>
              </a:xfrm>
              <a:custGeom>
                <a:avLst/>
                <a:gdLst/>
                <a:ahLst/>
                <a:cxnLst/>
                <a:rect l="l" t="t" r="r" b="b"/>
                <a:pathLst>
                  <a:path w="383" h="920" extrusionOk="0">
                    <a:moveTo>
                      <a:pt x="382" y="1"/>
                    </a:moveTo>
                    <a:lnTo>
                      <a:pt x="8" y="25"/>
                    </a:lnTo>
                    <a:cubicBezTo>
                      <a:pt x="8" y="33"/>
                      <a:pt x="4" y="41"/>
                      <a:pt x="0" y="49"/>
                    </a:cubicBezTo>
                    <a:cubicBezTo>
                      <a:pt x="0" y="49"/>
                      <a:pt x="134" y="452"/>
                      <a:pt x="354" y="919"/>
                    </a:cubicBezTo>
                    <a:lnTo>
                      <a:pt x="382" y="919"/>
                    </a:lnTo>
                    <a:lnTo>
                      <a:pt x="3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73"/>
              <p:cNvSpPr/>
              <p:nvPr/>
            </p:nvSpPr>
            <p:spPr>
              <a:xfrm>
                <a:off x="3980779" y="2255006"/>
                <a:ext cx="133886" cy="376697"/>
              </a:xfrm>
              <a:custGeom>
                <a:avLst/>
                <a:gdLst/>
                <a:ahLst/>
                <a:cxnLst/>
                <a:rect l="l" t="t" r="r" b="b"/>
                <a:pathLst>
                  <a:path w="1062" h="2988" extrusionOk="0">
                    <a:moveTo>
                      <a:pt x="1" y="1"/>
                    </a:moveTo>
                    <a:lnTo>
                      <a:pt x="1" y="5"/>
                    </a:lnTo>
                    <a:cubicBezTo>
                      <a:pt x="1" y="5"/>
                      <a:pt x="1" y="7"/>
                      <a:pt x="1" y="9"/>
                    </a:cubicBezTo>
                    <a:lnTo>
                      <a:pt x="1" y="9"/>
                    </a:lnTo>
                    <a:lnTo>
                      <a:pt x="1" y="1"/>
                    </a:lnTo>
                    <a:close/>
                    <a:moveTo>
                      <a:pt x="1" y="9"/>
                    </a:moveTo>
                    <a:lnTo>
                      <a:pt x="53" y="1970"/>
                    </a:lnTo>
                    <a:lnTo>
                      <a:pt x="57" y="1974"/>
                    </a:lnTo>
                    <a:cubicBezTo>
                      <a:pt x="61" y="1978"/>
                      <a:pt x="70" y="1983"/>
                      <a:pt x="78" y="1990"/>
                    </a:cubicBezTo>
                    <a:cubicBezTo>
                      <a:pt x="102" y="2007"/>
                      <a:pt x="127" y="2026"/>
                      <a:pt x="155" y="2047"/>
                    </a:cubicBezTo>
                    <a:lnTo>
                      <a:pt x="179" y="2071"/>
                    </a:lnTo>
                    <a:cubicBezTo>
                      <a:pt x="196" y="2084"/>
                      <a:pt x="212" y="2096"/>
                      <a:pt x="224" y="2109"/>
                    </a:cubicBezTo>
                    <a:cubicBezTo>
                      <a:pt x="232" y="2116"/>
                      <a:pt x="241" y="2120"/>
                      <a:pt x="253" y="2129"/>
                    </a:cubicBezTo>
                    <a:cubicBezTo>
                      <a:pt x="261" y="2137"/>
                      <a:pt x="269" y="2145"/>
                      <a:pt x="277" y="2153"/>
                    </a:cubicBezTo>
                    <a:cubicBezTo>
                      <a:pt x="294" y="2169"/>
                      <a:pt x="314" y="2186"/>
                      <a:pt x="335" y="2202"/>
                    </a:cubicBezTo>
                    <a:cubicBezTo>
                      <a:pt x="338" y="2210"/>
                      <a:pt x="346" y="2214"/>
                      <a:pt x="354" y="2222"/>
                    </a:cubicBezTo>
                    <a:cubicBezTo>
                      <a:pt x="403" y="2267"/>
                      <a:pt x="448" y="2312"/>
                      <a:pt x="497" y="2360"/>
                    </a:cubicBezTo>
                    <a:cubicBezTo>
                      <a:pt x="509" y="2368"/>
                      <a:pt x="517" y="2381"/>
                      <a:pt x="530" y="2389"/>
                    </a:cubicBezTo>
                    <a:cubicBezTo>
                      <a:pt x="538" y="2401"/>
                      <a:pt x="545" y="2409"/>
                      <a:pt x="558" y="2422"/>
                    </a:cubicBezTo>
                    <a:cubicBezTo>
                      <a:pt x="566" y="2430"/>
                      <a:pt x="574" y="2441"/>
                      <a:pt x="586" y="2450"/>
                    </a:cubicBezTo>
                    <a:cubicBezTo>
                      <a:pt x="664" y="2531"/>
                      <a:pt x="741" y="2617"/>
                      <a:pt x="818" y="2702"/>
                    </a:cubicBezTo>
                    <a:cubicBezTo>
                      <a:pt x="827" y="2710"/>
                      <a:pt x="834" y="2719"/>
                      <a:pt x="842" y="2727"/>
                    </a:cubicBezTo>
                    <a:cubicBezTo>
                      <a:pt x="851" y="2739"/>
                      <a:pt x="863" y="2751"/>
                      <a:pt x="875" y="2768"/>
                    </a:cubicBezTo>
                    <a:cubicBezTo>
                      <a:pt x="940" y="2841"/>
                      <a:pt x="1005" y="2914"/>
                      <a:pt x="1062" y="2987"/>
                    </a:cubicBezTo>
                    <a:lnTo>
                      <a:pt x="1050" y="2462"/>
                    </a:lnTo>
                    <a:cubicBezTo>
                      <a:pt x="1022" y="2438"/>
                      <a:pt x="997" y="2417"/>
                      <a:pt x="973" y="2393"/>
                    </a:cubicBezTo>
                    <a:cubicBezTo>
                      <a:pt x="949" y="2373"/>
                      <a:pt x="928" y="2349"/>
                      <a:pt x="908" y="2324"/>
                    </a:cubicBezTo>
                    <a:cubicBezTo>
                      <a:pt x="904" y="2319"/>
                      <a:pt x="900" y="2315"/>
                      <a:pt x="900" y="2312"/>
                    </a:cubicBezTo>
                    <a:cubicBezTo>
                      <a:pt x="896" y="2308"/>
                      <a:pt x="896" y="2308"/>
                      <a:pt x="891" y="2304"/>
                    </a:cubicBezTo>
                    <a:cubicBezTo>
                      <a:pt x="887" y="2300"/>
                      <a:pt x="883" y="2291"/>
                      <a:pt x="879" y="2287"/>
                    </a:cubicBezTo>
                    <a:cubicBezTo>
                      <a:pt x="855" y="2255"/>
                      <a:pt x="831" y="2218"/>
                      <a:pt x="810" y="2182"/>
                    </a:cubicBezTo>
                    <a:cubicBezTo>
                      <a:pt x="806" y="2173"/>
                      <a:pt x="802" y="2169"/>
                      <a:pt x="798" y="2165"/>
                    </a:cubicBezTo>
                    <a:cubicBezTo>
                      <a:pt x="793" y="2157"/>
                      <a:pt x="789" y="2153"/>
                      <a:pt x="789" y="2145"/>
                    </a:cubicBezTo>
                    <a:cubicBezTo>
                      <a:pt x="786" y="2141"/>
                      <a:pt x="782" y="2137"/>
                      <a:pt x="778" y="2129"/>
                    </a:cubicBezTo>
                    <a:lnTo>
                      <a:pt x="778" y="2124"/>
                    </a:lnTo>
                    <a:cubicBezTo>
                      <a:pt x="769" y="2116"/>
                      <a:pt x="765" y="2105"/>
                      <a:pt x="761" y="2096"/>
                    </a:cubicBezTo>
                    <a:lnTo>
                      <a:pt x="757" y="2092"/>
                    </a:lnTo>
                    <a:cubicBezTo>
                      <a:pt x="757" y="2088"/>
                      <a:pt x="753" y="2084"/>
                      <a:pt x="749" y="2075"/>
                    </a:cubicBezTo>
                    <a:cubicBezTo>
                      <a:pt x="745" y="2064"/>
                      <a:pt x="737" y="2056"/>
                      <a:pt x="733" y="2047"/>
                    </a:cubicBezTo>
                    <a:cubicBezTo>
                      <a:pt x="729" y="2039"/>
                      <a:pt x="725" y="2026"/>
                      <a:pt x="716" y="2019"/>
                    </a:cubicBezTo>
                    <a:cubicBezTo>
                      <a:pt x="716" y="2011"/>
                      <a:pt x="712" y="2002"/>
                      <a:pt x="708" y="1998"/>
                    </a:cubicBezTo>
                    <a:cubicBezTo>
                      <a:pt x="696" y="1974"/>
                      <a:pt x="684" y="1945"/>
                      <a:pt x="667" y="1921"/>
                    </a:cubicBezTo>
                    <a:lnTo>
                      <a:pt x="667" y="1917"/>
                    </a:lnTo>
                    <a:cubicBezTo>
                      <a:pt x="660" y="1897"/>
                      <a:pt x="647" y="1872"/>
                      <a:pt x="639" y="1852"/>
                    </a:cubicBezTo>
                    <a:cubicBezTo>
                      <a:pt x="631" y="1840"/>
                      <a:pt x="627" y="1827"/>
                      <a:pt x="619" y="1812"/>
                    </a:cubicBezTo>
                    <a:lnTo>
                      <a:pt x="619" y="1807"/>
                    </a:lnTo>
                    <a:cubicBezTo>
                      <a:pt x="615" y="1803"/>
                      <a:pt x="611" y="1795"/>
                      <a:pt x="607" y="1787"/>
                    </a:cubicBezTo>
                    <a:cubicBezTo>
                      <a:pt x="607" y="1778"/>
                      <a:pt x="603" y="1775"/>
                      <a:pt x="598" y="1767"/>
                    </a:cubicBezTo>
                    <a:cubicBezTo>
                      <a:pt x="594" y="1758"/>
                      <a:pt x="590" y="1750"/>
                      <a:pt x="590" y="1742"/>
                    </a:cubicBezTo>
                    <a:cubicBezTo>
                      <a:pt x="586" y="1734"/>
                      <a:pt x="583" y="1730"/>
                      <a:pt x="583" y="1722"/>
                    </a:cubicBezTo>
                    <a:cubicBezTo>
                      <a:pt x="579" y="1722"/>
                      <a:pt x="579" y="1722"/>
                      <a:pt x="579" y="1718"/>
                    </a:cubicBezTo>
                    <a:cubicBezTo>
                      <a:pt x="570" y="1697"/>
                      <a:pt x="562" y="1677"/>
                      <a:pt x="549" y="1653"/>
                    </a:cubicBezTo>
                    <a:lnTo>
                      <a:pt x="549" y="1649"/>
                    </a:lnTo>
                    <a:cubicBezTo>
                      <a:pt x="534" y="1612"/>
                      <a:pt x="517" y="1572"/>
                      <a:pt x="500" y="1531"/>
                    </a:cubicBezTo>
                    <a:cubicBezTo>
                      <a:pt x="497" y="1519"/>
                      <a:pt x="489" y="1502"/>
                      <a:pt x="485" y="1489"/>
                    </a:cubicBezTo>
                    <a:cubicBezTo>
                      <a:pt x="485" y="1482"/>
                      <a:pt x="481" y="1478"/>
                      <a:pt x="481" y="1474"/>
                    </a:cubicBezTo>
                    <a:cubicBezTo>
                      <a:pt x="468" y="1446"/>
                      <a:pt x="457" y="1421"/>
                      <a:pt x="448" y="1392"/>
                    </a:cubicBezTo>
                    <a:cubicBezTo>
                      <a:pt x="448" y="1388"/>
                      <a:pt x="444" y="1388"/>
                      <a:pt x="444" y="1384"/>
                    </a:cubicBezTo>
                    <a:cubicBezTo>
                      <a:pt x="444" y="1380"/>
                      <a:pt x="440" y="1372"/>
                      <a:pt x="436" y="1364"/>
                    </a:cubicBezTo>
                    <a:cubicBezTo>
                      <a:pt x="436" y="1360"/>
                      <a:pt x="436" y="1356"/>
                      <a:pt x="432" y="1352"/>
                    </a:cubicBezTo>
                    <a:cubicBezTo>
                      <a:pt x="423" y="1324"/>
                      <a:pt x="412" y="1294"/>
                      <a:pt x="399" y="1266"/>
                    </a:cubicBezTo>
                    <a:cubicBezTo>
                      <a:pt x="399" y="1262"/>
                      <a:pt x="399" y="1258"/>
                      <a:pt x="395" y="1254"/>
                    </a:cubicBezTo>
                    <a:cubicBezTo>
                      <a:pt x="387" y="1221"/>
                      <a:pt x="375" y="1193"/>
                      <a:pt x="363" y="1164"/>
                    </a:cubicBezTo>
                    <a:cubicBezTo>
                      <a:pt x="363" y="1157"/>
                      <a:pt x="359" y="1148"/>
                      <a:pt x="354" y="1140"/>
                    </a:cubicBezTo>
                    <a:cubicBezTo>
                      <a:pt x="350" y="1132"/>
                      <a:pt x="350" y="1123"/>
                      <a:pt x="346" y="1116"/>
                    </a:cubicBezTo>
                    <a:cubicBezTo>
                      <a:pt x="342" y="1108"/>
                      <a:pt x="342" y="1095"/>
                      <a:pt x="338" y="1091"/>
                    </a:cubicBezTo>
                    <a:cubicBezTo>
                      <a:pt x="326" y="1055"/>
                      <a:pt x="314" y="1022"/>
                      <a:pt x="305" y="994"/>
                    </a:cubicBezTo>
                    <a:cubicBezTo>
                      <a:pt x="301" y="986"/>
                      <a:pt x="297" y="977"/>
                      <a:pt x="297" y="969"/>
                    </a:cubicBezTo>
                    <a:cubicBezTo>
                      <a:pt x="294" y="961"/>
                      <a:pt x="290" y="953"/>
                      <a:pt x="290" y="945"/>
                    </a:cubicBezTo>
                    <a:cubicBezTo>
                      <a:pt x="281" y="928"/>
                      <a:pt x="277" y="916"/>
                      <a:pt x="273" y="904"/>
                    </a:cubicBezTo>
                    <a:cubicBezTo>
                      <a:pt x="273" y="892"/>
                      <a:pt x="269" y="884"/>
                      <a:pt x="265" y="871"/>
                    </a:cubicBezTo>
                    <a:cubicBezTo>
                      <a:pt x="256" y="851"/>
                      <a:pt x="253" y="835"/>
                      <a:pt x="245" y="815"/>
                    </a:cubicBezTo>
                    <a:cubicBezTo>
                      <a:pt x="237" y="790"/>
                      <a:pt x="228" y="762"/>
                      <a:pt x="220" y="738"/>
                    </a:cubicBezTo>
                    <a:cubicBezTo>
                      <a:pt x="208" y="697"/>
                      <a:pt x="196" y="660"/>
                      <a:pt x="183" y="620"/>
                    </a:cubicBezTo>
                    <a:cubicBezTo>
                      <a:pt x="179" y="611"/>
                      <a:pt x="175" y="599"/>
                      <a:pt x="171" y="586"/>
                    </a:cubicBezTo>
                    <a:cubicBezTo>
                      <a:pt x="171" y="582"/>
                      <a:pt x="171" y="582"/>
                      <a:pt x="168" y="579"/>
                    </a:cubicBezTo>
                    <a:cubicBezTo>
                      <a:pt x="168" y="567"/>
                      <a:pt x="164" y="558"/>
                      <a:pt x="159" y="546"/>
                    </a:cubicBezTo>
                    <a:cubicBezTo>
                      <a:pt x="155" y="534"/>
                      <a:pt x="151" y="526"/>
                      <a:pt x="151" y="513"/>
                    </a:cubicBezTo>
                    <a:cubicBezTo>
                      <a:pt x="147" y="513"/>
                      <a:pt x="147" y="509"/>
                      <a:pt x="147" y="505"/>
                    </a:cubicBezTo>
                    <a:cubicBezTo>
                      <a:pt x="143" y="494"/>
                      <a:pt x="139" y="485"/>
                      <a:pt x="139" y="473"/>
                    </a:cubicBezTo>
                    <a:cubicBezTo>
                      <a:pt x="134" y="473"/>
                      <a:pt x="134" y="469"/>
                      <a:pt x="134" y="464"/>
                    </a:cubicBezTo>
                    <a:cubicBezTo>
                      <a:pt x="134" y="460"/>
                      <a:pt x="130" y="457"/>
                      <a:pt x="130" y="457"/>
                    </a:cubicBezTo>
                    <a:cubicBezTo>
                      <a:pt x="127" y="445"/>
                      <a:pt x="127" y="436"/>
                      <a:pt x="123" y="428"/>
                    </a:cubicBezTo>
                    <a:lnTo>
                      <a:pt x="119" y="416"/>
                    </a:lnTo>
                    <a:cubicBezTo>
                      <a:pt x="119" y="408"/>
                      <a:pt x="115" y="400"/>
                      <a:pt x="110" y="387"/>
                    </a:cubicBezTo>
                    <a:cubicBezTo>
                      <a:pt x="110" y="383"/>
                      <a:pt x="110" y="383"/>
                      <a:pt x="106" y="379"/>
                    </a:cubicBezTo>
                    <a:cubicBezTo>
                      <a:pt x="102" y="359"/>
                      <a:pt x="98" y="342"/>
                      <a:pt x="94" y="327"/>
                    </a:cubicBezTo>
                    <a:cubicBezTo>
                      <a:pt x="86" y="306"/>
                      <a:pt x="82" y="290"/>
                      <a:pt x="78" y="274"/>
                    </a:cubicBezTo>
                    <a:cubicBezTo>
                      <a:pt x="74" y="269"/>
                      <a:pt x="74" y="265"/>
                      <a:pt x="74" y="257"/>
                    </a:cubicBezTo>
                    <a:cubicBezTo>
                      <a:pt x="70" y="253"/>
                      <a:pt x="70" y="250"/>
                      <a:pt x="70" y="245"/>
                    </a:cubicBezTo>
                    <a:cubicBezTo>
                      <a:pt x="66" y="241"/>
                      <a:pt x="66" y="241"/>
                      <a:pt x="66" y="237"/>
                    </a:cubicBezTo>
                    <a:cubicBezTo>
                      <a:pt x="66" y="229"/>
                      <a:pt x="61" y="220"/>
                      <a:pt x="57" y="212"/>
                    </a:cubicBezTo>
                    <a:cubicBezTo>
                      <a:pt x="57" y="209"/>
                      <a:pt x="57" y="205"/>
                      <a:pt x="53" y="201"/>
                    </a:cubicBezTo>
                    <a:lnTo>
                      <a:pt x="53" y="192"/>
                    </a:lnTo>
                    <a:cubicBezTo>
                      <a:pt x="53" y="192"/>
                      <a:pt x="53" y="188"/>
                      <a:pt x="49" y="184"/>
                    </a:cubicBezTo>
                    <a:cubicBezTo>
                      <a:pt x="49" y="180"/>
                      <a:pt x="46" y="171"/>
                      <a:pt x="46" y="168"/>
                    </a:cubicBezTo>
                    <a:cubicBezTo>
                      <a:pt x="46" y="160"/>
                      <a:pt x="42" y="152"/>
                      <a:pt x="42" y="147"/>
                    </a:cubicBezTo>
                    <a:cubicBezTo>
                      <a:pt x="37" y="139"/>
                      <a:pt x="33" y="131"/>
                      <a:pt x="33" y="123"/>
                    </a:cubicBezTo>
                    <a:cubicBezTo>
                      <a:pt x="33" y="119"/>
                      <a:pt x="29" y="115"/>
                      <a:pt x="29" y="111"/>
                    </a:cubicBezTo>
                    <a:cubicBezTo>
                      <a:pt x="29" y="107"/>
                      <a:pt x="29" y="103"/>
                      <a:pt x="25" y="98"/>
                    </a:cubicBezTo>
                    <a:cubicBezTo>
                      <a:pt x="25" y="94"/>
                      <a:pt x="25" y="90"/>
                      <a:pt x="21" y="86"/>
                    </a:cubicBezTo>
                    <a:cubicBezTo>
                      <a:pt x="17" y="66"/>
                      <a:pt x="12" y="49"/>
                      <a:pt x="8" y="38"/>
                    </a:cubicBezTo>
                    <a:cubicBezTo>
                      <a:pt x="8" y="34"/>
                      <a:pt x="8" y="30"/>
                      <a:pt x="5" y="30"/>
                    </a:cubicBezTo>
                    <a:cubicBezTo>
                      <a:pt x="2" y="20"/>
                      <a:pt x="1" y="13"/>
                      <a:pt x="1" y="9"/>
                    </a:cubicBez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73"/>
              <p:cNvSpPr/>
              <p:nvPr/>
            </p:nvSpPr>
            <p:spPr>
              <a:xfrm>
                <a:off x="3980779" y="2255006"/>
                <a:ext cx="126" cy="126"/>
              </a:xfrm>
              <a:custGeom>
                <a:avLst/>
                <a:gdLst/>
                <a:ahLst/>
                <a:cxnLst/>
                <a:rect l="l" t="t" r="r" b="b"/>
                <a:pathLst>
                  <a:path w="1" h="1" extrusionOk="0">
                    <a:moveTo>
                      <a:pt x="1" y="1"/>
                    </a:moveTo>
                    <a:lnTo>
                      <a:pt x="1" y="1"/>
                    </a:lnTo>
                    <a:close/>
                  </a:path>
                </a:pathLst>
              </a:custGeom>
              <a:solidFill>
                <a:srgbClr val="1600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73"/>
              <p:cNvSpPr/>
              <p:nvPr/>
            </p:nvSpPr>
            <p:spPr>
              <a:xfrm>
                <a:off x="4013684" y="2013076"/>
                <a:ext cx="297021" cy="24710"/>
              </a:xfrm>
              <a:custGeom>
                <a:avLst/>
                <a:gdLst/>
                <a:ahLst/>
                <a:cxnLst/>
                <a:rect l="l" t="t" r="r" b="b"/>
                <a:pathLst>
                  <a:path w="2356" h="196" extrusionOk="0">
                    <a:moveTo>
                      <a:pt x="2355" y="0"/>
                    </a:moveTo>
                    <a:lnTo>
                      <a:pt x="322" y="113"/>
                    </a:lnTo>
                    <a:lnTo>
                      <a:pt x="0" y="195"/>
                    </a:lnTo>
                    <a:lnTo>
                      <a:pt x="2314" y="134"/>
                    </a:lnTo>
                    <a:cubicBezTo>
                      <a:pt x="2319" y="113"/>
                      <a:pt x="2327" y="98"/>
                      <a:pt x="2331" y="77"/>
                    </a:cubicBezTo>
                    <a:cubicBezTo>
                      <a:pt x="2339" y="61"/>
                      <a:pt x="2344" y="40"/>
                      <a:pt x="2347" y="24"/>
                    </a:cubicBezTo>
                    <a:cubicBezTo>
                      <a:pt x="2351" y="16"/>
                      <a:pt x="2355" y="8"/>
                      <a:pt x="2355"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73"/>
              <p:cNvSpPr/>
              <p:nvPr/>
            </p:nvSpPr>
            <p:spPr>
              <a:xfrm>
                <a:off x="4179215" y="1816027"/>
                <a:ext cx="138551" cy="165908"/>
              </a:xfrm>
              <a:custGeom>
                <a:avLst/>
                <a:gdLst/>
                <a:ahLst/>
                <a:cxnLst/>
                <a:rect l="l" t="t" r="r" b="b"/>
                <a:pathLst>
                  <a:path w="1099" h="1316" extrusionOk="0">
                    <a:moveTo>
                      <a:pt x="790" y="1"/>
                    </a:moveTo>
                    <a:cubicBezTo>
                      <a:pt x="432" y="204"/>
                      <a:pt x="0" y="399"/>
                      <a:pt x="0" y="399"/>
                    </a:cubicBezTo>
                    <a:lnTo>
                      <a:pt x="790" y="326"/>
                    </a:lnTo>
                    <a:lnTo>
                      <a:pt x="1099" y="1315"/>
                    </a:lnTo>
                    <a:cubicBezTo>
                      <a:pt x="1055" y="1071"/>
                      <a:pt x="835" y="184"/>
                      <a:pt x="790" y="1"/>
                    </a:cubicBezTo>
                    <a:close/>
                  </a:path>
                </a:pathLst>
              </a:custGeom>
              <a:solidFill>
                <a:srgbClr val="FAD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73"/>
              <p:cNvSpPr/>
              <p:nvPr/>
            </p:nvSpPr>
            <p:spPr>
              <a:xfrm>
                <a:off x="4294192" y="2043333"/>
                <a:ext cx="8825" cy="50302"/>
              </a:xfrm>
              <a:custGeom>
                <a:avLst/>
                <a:gdLst/>
                <a:ahLst/>
                <a:cxnLst/>
                <a:rect l="l" t="t" r="r" b="b"/>
                <a:pathLst>
                  <a:path w="70" h="399" extrusionOk="0">
                    <a:moveTo>
                      <a:pt x="49" y="0"/>
                    </a:moveTo>
                    <a:lnTo>
                      <a:pt x="45" y="16"/>
                    </a:lnTo>
                    <a:cubicBezTo>
                      <a:pt x="40" y="32"/>
                      <a:pt x="37" y="44"/>
                      <a:pt x="33" y="57"/>
                    </a:cubicBezTo>
                    <a:cubicBezTo>
                      <a:pt x="21" y="93"/>
                      <a:pt x="8" y="126"/>
                      <a:pt x="4" y="151"/>
                    </a:cubicBezTo>
                    <a:cubicBezTo>
                      <a:pt x="0" y="203"/>
                      <a:pt x="16" y="284"/>
                      <a:pt x="40" y="378"/>
                    </a:cubicBezTo>
                    <a:cubicBezTo>
                      <a:pt x="40" y="386"/>
                      <a:pt x="45" y="391"/>
                      <a:pt x="45" y="399"/>
                    </a:cubicBezTo>
                    <a:cubicBezTo>
                      <a:pt x="53" y="374"/>
                      <a:pt x="57" y="350"/>
                      <a:pt x="61" y="325"/>
                    </a:cubicBezTo>
                    <a:cubicBezTo>
                      <a:pt x="65" y="305"/>
                      <a:pt x="65" y="288"/>
                      <a:pt x="65" y="269"/>
                    </a:cubicBezTo>
                    <a:cubicBezTo>
                      <a:pt x="70" y="220"/>
                      <a:pt x="70" y="171"/>
                      <a:pt x="65" y="126"/>
                    </a:cubicBezTo>
                    <a:cubicBezTo>
                      <a:pt x="65" y="114"/>
                      <a:pt x="65" y="106"/>
                      <a:pt x="61" y="93"/>
                    </a:cubicBezTo>
                    <a:cubicBezTo>
                      <a:pt x="57" y="40"/>
                      <a:pt x="49" y="0"/>
                      <a:pt x="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73"/>
              <p:cNvSpPr/>
              <p:nvPr/>
            </p:nvSpPr>
            <p:spPr>
              <a:xfrm>
                <a:off x="4355211" y="2440709"/>
                <a:ext cx="630" cy="126"/>
              </a:xfrm>
              <a:custGeom>
                <a:avLst/>
                <a:gdLst/>
                <a:ahLst/>
                <a:cxnLst/>
                <a:rect l="l" t="t" r="r" b="b"/>
                <a:pathLst>
                  <a:path w="5" h="1" extrusionOk="0">
                    <a:moveTo>
                      <a:pt x="1" y="1"/>
                    </a:moveTo>
                    <a:lnTo>
                      <a:pt x="1" y="1"/>
                    </a:lnTo>
                    <a:lnTo>
                      <a:pt x="5" y="1"/>
                    </a:lnTo>
                    <a:close/>
                  </a:path>
                </a:pathLst>
              </a:custGeom>
              <a:solidFill>
                <a:srgbClr val="E6A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73"/>
              <p:cNvSpPr/>
              <p:nvPr/>
            </p:nvSpPr>
            <p:spPr>
              <a:xfrm>
                <a:off x="4364414" y="2452559"/>
                <a:ext cx="630" cy="3278"/>
              </a:xfrm>
              <a:custGeom>
                <a:avLst/>
                <a:gdLst/>
                <a:ahLst/>
                <a:cxnLst/>
                <a:rect l="l" t="t" r="r" b="b"/>
                <a:pathLst>
                  <a:path w="5" h="26" extrusionOk="0">
                    <a:moveTo>
                      <a:pt x="1" y="1"/>
                    </a:moveTo>
                    <a:cubicBezTo>
                      <a:pt x="1" y="8"/>
                      <a:pt x="5" y="16"/>
                      <a:pt x="5" y="25"/>
                    </a:cubicBezTo>
                    <a:lnTo>
                      <a:pt x="5" y="25"/>
                    </a:lnTo>
                    <a:cubicBezTo>
                      <a:pt x="5" y="16"/>
                      <a:pt x="1" y="8"/>
                      <a:pt x="1" y="1"/>
                    </a:cubicBezTo>
                    <a:close/>
                  </a:path>
                </a:pathLst>
              </a:custGeom>
              <a:solidFill>
                <a:srgbClr val="EEE0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73"/>
              <p:cNvSpPr/>
              <p:nvPr/>
            </p:nvSpPr>
            <p:spPr>
              <a:xfrm>
                <a:off x="4317642" y="2440709"/>
                <a:ext cx="47402" cy="15128"/>
              </a:xfrm>
              <a:custGeom>
                <a:avLst/>
                <a:gdLst/>
                <a:ahLst/>
                <a:cxnLst/>
                <a:rect l="l" t="t" r="r" b="b"/>
                <a:pathLst>
                  <a:path w="376" h="120" extrusionOk="0">
                    <a:moveTo>
                      <a:pt x="303" y="1"/>
                    </a:moveTo>
                    <a:lnTo>
                      <a:pt x="282" y="5"/>
                    </a:lnTo>
                    <a:cubicBezTo>
                      <a:pt x="274" y="9"/>
                      <a:pt x="269" y="13"/>
                      <a:pt x="265" y="21"/>
                    </a:cubicBezTo>
                    <a:lnTo>
                      <a:pt x="66" y="21"/>
                    </a:lnTo>
                    <a:lnTo>
                      <a:pt x="1" y="25"/>
                    </a:lnTo>
                    <a:lnTo>
                      <a:pt x="38" y="58"/>
                    </a:lnTo>
                    <a:cubicBezTo>
                      <a:pt x="38" y="58"/>
                      <a:pt x="38" y="58"/>
                      <a:pt x="38" y="58"/>
                    </a:cubicBezTo>
                    <a:lnTo>
                      <a:pt x="38" y="58"/>
                    </a:lnTo>
                    <a:cubicBezTo>
                      <a:pt x="79" y="74"/>
                      <a:pt x="217" y="119"/>
                      <a:pt x="376" y="119"/>
                    </a:cubicBezTo>
                    <a:cubicBezTo>
                      <a:pt x="376" y="110"/>
                      <a:pt x="372" y="102"/>
                      <a:pt x="372" y="95"/>
                    </a:cubicBezTo>
                    <a:cubicBezTo>
                      <a:pt x="367" y="82"/>
                      <a:pt x="363" y="70"/>
                      <a:pt x="355" y="61"/>
                    </a:cubicBezTo>
                    <a:cubicBezTo>
                      <a:pt x="343" y="37"/>
                      <a:pt x="323" y="16"/>
                      <a:pt x="303" y="1"/>
                    </a:cubicBezTo>
                    <a:close/>
                  </a:path>
                </a:pathLst>
              </a:custGeom>
              <a:solidFill>
                <a:srgbClr val="E6A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73"/>
              <p:cNvSpPr/>
              <p:nvPr/>
            </p:nvSpPr>
            <p:spPr>
              <a:xfrm>
                <a:off x="4312094" y="2401249"/>
                <a:ext cx="56101" cy="42233"/>
              </a:xfrm>
              <a:custGeom>
                <a:avLst/>
                <a:gdLst/>
                <a:ahLst/>
                <a:cxnLst/>
                <a:rect l="l" t="t" r="r" b="b"/>
                <a:pathLst>
                  <a:path w="445" h="335" extrusionOk="0">
                    <a:moveTo>
                      <a:pt x="411" y="0"/>
                    </a:moveTo>
                    <a:cubicBezTo>
                      <a:pt x="411" y="0"/>
                      <a:pt x="285" y="196"/>
                      <a:pt x="1" y="334"/>
                    </a:cubicBezTo>
                    <a:lnTo>
                      <a:pt x="9" y="334"/>
                    </a:lnTo>
                    <a:lnTo>
                      <a:pt x="306" y="286"/>
                    </a:lnTo>
                    <a:cubicBezTo>
                      <a:pt x="403" y="232"/>
                      <a:pt x="431" y="196"/>
                      <a:pt x="444" y="155"/>
                    </a:cubicBezTo>
                    <a:lnTo>
                      <a:pt x="444" y="126"/>
                    </a:lnTo>
                    <a:cubicBezTo>
                      <a:pt x="444" y="78"/>
                      <a:pt x="411" y="0"/>
                      <a:pt x="411" y="0"/>
                    </a:cubicBezTo>
                    <a:close/>
                  </a:path>
                </a:pathLst>
              </a:custGeom>
              <a:solidFill>
                <a:srgbClr val="E6A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73"/>
              <p:cNvSpPr/>
              <p:nvPr/>
            </p:nvSpPr>
            <p:spPr>
              <a:xfrm>
                <a:off x="4350546" y="2437179"/>
                <a:ext cx="3656" cy="2647"/>
              </a:xfrm>
              <a:custGeom>
                <a:avLst/>
                <a:gdLst/>
                <a:ahLst/>
                <a:cxnLst/>
                <a:rect l="l" t="t" r="r" b="b"/>
                <a:pathLst>
                  <a:path w="29" h="21" extrusionOk="0">
                    <a:moveTo>
                      <a:pt x="1" y="1"/>
                    </a:moveTo>
                    <a:lnTo>
                      <a:pt x="29" y="20"/>
                    </a:lnTo>
                    <a:lnTo>
                      <a:pt x="29" y="20"/>
                    </a:lnTo>
                    <a:close/>
                  </a:path>
                </a:pathLst>
              </a:custGeom>
              <a:solidFill>
                <a:srgbClr val="E6A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73"/>
              <p:cNvSpPr/>
              <p:nvPr/>
            </p:nvSpPr>
            <p:spPr>
              <a:xfrm>
                <a:off x="4325962" y="2441213"/>
                <a:ext cx="27357" cy="2269"/>
              </a:xfrm>
              <a:custGeom>
                <a:avLst/>
                <a:gdLst/>
                <a:ahLst/>
                <a:cxnLst/>
                <a:rect l="l" t="t" r="r" b="b"/>
                <a:pathLst>
                  <a:path w="217" h="18" extrusionOk="0">
                    <a:moveTo>
                      <a:pt x="216" y="1"/>
                    </a:moveTo>
                    <a:lnTo>
                      <a:pt x="0" y="17"/>
                    </a:lnTo>
                    <a:lnTo>
                      <a:pt x="199" y="17"/>
                    </a:lnTo>
                    <a:cubicBezTo>
                      <a:pt x="203" y="9"/>
                      <a:pt x="208" y="5"/>
                      <a:pt x="216" y="1"/>
                    </a:cubicBezTo>
                    <a:close/>
                  </a:path>
                </a:pathLst>
              </a:custGeom>
              <a:solidFill>
                <a:srgbClr val="DC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73"/>
              <p:cNvSpPr/>
              <p:nvPr/>
            </p:nvSpPr>
            <p:spPr>
              <a:xfrm>
                <a:off x="4300874" y="2437179"/>
                <a:ext cx="54967" cy="8195"/>
              </a:xfrm>
              <a:custGeom>
                <a:avLst/>
                <a:gdLst/>
                <a:ahLst/>
                <a:cxnLst/>
                <a:rect l="l" t="t" r="r" b="b"/>
                <a:pathLst>
                  <a:path w="436" h="65" extrusionOk="0">
                    <a:moveTo>
                      <a:pt x="395" y="1"/>
                    </a:moveTo>
                    <a:lnTo>
                      <a:pt x="0" y="65"/>
                    </a:lnTo>
                    <a:lnTo>
                      <a:pt x="436" y="29"/>
                    </a:lnTo>
                    <a:lnTo>
                      <a:pt x="395" y="1"/>
                    </a:ln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73"/>
              <p:cNvSpPr/>
              <p:nvPr/>
            </p:nvSpPr>
            <p:spPr>
              <a:xfrm>
                <a:off x="3465275" y="2486977"/>
                <a:ext cx="393591" cy="173346"/>
              </a:xfrm>
              <a:custGeom>
                <a:avLst/>
                <a:gdLst/>
                <a:ahLst/>
                <a:cxnLst/>
                <a:rect l="l" t="t" r="r" b="b"/>
                <a:pathLst>
                  <a:path w="3122" h="1375" extrusionOk="0">
                    <a:moveTo>
                      <a:pt x="2936" y="11"/>
                    </a:moveTo>
                    <a:lnTo>
                      <a:pt x="2936" y="11"/>
                    </a:lnTo>
                    <a:cubicBezTo>
                      <a:pt x="2938" y="11"/>
                      <a:pt x="2940" y="11"/>
                      <a:pt x="2942" y="12"/>
                    </a:cubicBezTo>
                    <a:cubicBezTo>
                      <a:pt x="2960" y="12"/>
                      <a:pt x="2977" y="12"/>
                      <a:pt x="2995" y="12"/>
                    </a:cubicBezTo>
                    <a:lnTo>
                      <a:pt x="2995" y="12"/>
                    </a:lnTo>
                    <a:cubicBezTo>
                      <a:pt x="2975" y="11"/>
                      <a:pt x="2956" y="11"/>
                      <a:pt x="2936" y="11"/>
                    </a:cubicBezTo>
                    <a:close/>
                    <a:moveTo>
                      <a:pt x="2995" y="12"/>
                    </a:moveTo>
                    <a:lnTo>
                      <a:pt x="2995" y="12"/>
                    </a:lnTo>
                    <a:cubicBezTo>
                      <a:pt x="3037" y="13"/>
                      <a:pt x="3079" y="14"/>
                      <a:pt x="3121" y="16"/>
                    </a:cubicBezTo>
                    <a:cubicBezTo>
                      <a:pt x="3079" y="13"/>
                      <a:pt x="3036" y="12"/>
                      <a:pt x="2995" y="12"/>
                    </a:cubicBezTo>
                    <a:close/>
                    <a:moveTo>
                      <a:pt x="2446" y="0"/>
                    </a:moveTo>
                    <a:cubicBezTo>
                      <a:pt x="1583" y="0"/>
                      <a:pt x="1006" y="64"/>
                      <a:pt x="656" y="126"/>
                    </a:cubicBezTo>
                    <a:cubicBezTo>
                      <a:pt x="640" y="130"/>
                      <a:pt x="620" y="130"/>
                      <a:pt x="603" y="134"/>
                    </a:cubicBezTo>
                    <a:cubicBezTo>
                      <a:pt x="342" y="183"/>
                      <a:pt x="229" y="227"/>
                      <a:pt x="229" y="227"/>
                    </a:cubicBezTo>
                    <a:lnTo>
                      <a:pt x="38" y="1350"/>
                    </a:lnTo>
                    <a:cubicBezTo>
                      <a:pt x="25" y="1350"/>
                      <a:pt x="13" y="1350"/>
                      <a:pt x="1" y="1354"/>
                    </a:cubicBezTo>
                    <a:lnTo>
                      <a:pt x="359" y="1375"/>
                    </a:lnTo>
                    <a:lnTo>
                      <a:pt x="436" y="353"/>
                    </a:lnTo>
                    <a:cubicBezTo>
                      <a:pt x="436" y="353"/>
                      <a:pt x="1343" y="9"/>
                      <a:pt x="2784" y="9"/>
                    </a:cubicBezTo>
                    <a:cubicBezTo>
                      <a:pt x="2834" y="9"/>
                      <a:pt x="2885" y="10"/>
                      <a:pt x="2936" y="11"/>
                    </a:cubicBezTo>
                    <a:lnTo>
                      <a:pt x="2936" y="11"/>
                    </a:lnTo>
                    <a:cubicBezTo>
                      <a:pt x="2918" y="8"/>
                      <a:pt x="2900" y="8"/>
                      <a:pt x="2886" y="8"/>
                    </a:cubicBezTo>
                    <a:lnTo>
                      <a:pt x="2828" y="8"/>
                    </a:lnTo>
                    <a:cubicBezTo>
                      <a:pt x="2808" y="8"/>
                      <a:pt x="2788" y="8"/>
                      <a:pt x="2772" y="4"/>
                    </a:cubicBezTo>
                    <a:lnTo>
                      <a:pt x="2653" y="4"/>
                    </a:lnTo>
                    <a:cubicBezTo>
                      <a:pt x="2601" y="4"/>
                      <a:pt x="2548" y="4"/>
                      <a:pt x="249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73"/>
              <p:cNvSpPr/>
              <p:nvPr/>
            </p:nvSpPr>
            <p:spPr>
              <a:xfrm>
                <a:off x="4297218" y="2123262"/>
                <a:ext cx="70473" cy="242180"/>
              </a:xfrm>
              <a:custGeom>
                <a:avLst/>
                <a:gdLst/>
                <a:ahLst/>
                <a:cxnLst/>
                <a:rect l="l" t="t" r="r" b="b"/>
                <a:pathLst>
                  <a:path w="559" h="1921" extrusionOk="0">
                    <a:moveTo>
                      <a:pt x="95" y="1"/>
                    </a:moveTo>
                    <a:lnTo>
                      <a:pt x="33" y="696"/>
                    </a:lnTo>
                    <a:cubicBezTo>
                      <a:pt x="1" y="1160"/>
                      <a:pt x="187" y="1616"/>
                      <a:pt x="542" y="1920"/>
                    </a:cubicBezTo>
                    <a:lnTo>
                      <a:pt x="558" y="1558"/>
                    </a:lnTo>
                    <a:cubicBezTo>
                      <a:pt x="558" y="1424"/>
                      <a:pt x="542" y="1286"/>
                      <a:pt x="513" y="1152"/>
                    </a:cubicBezTo>
                    <a:cubicBezTo>
                      <a:pt x="485" y="1017"/>
                      <a:pt x="444" y="887"/>
                      <a:pt x="391" y="761"/>
                    </a:cubicBezTo>
                    <a:cubicBezTo>
                      <a:pt x="363" y="696"/>
                      <a:pt x="334" y="631"/>
                      <a:pt x="305" y="557"/>
                    </a:cubicBezTo>
                    <a:cubicBezTo>
                      <a:pt x="232" y="379"/>
                      <a:pt x="155" y="180"/>
                      <a:pt x="95" y="1"/>
                    </a:cubicBezTo>
                    <a:close/>
                  </a:path>
                </a:pathLst>
              </a:custGeom>
              <a:solidFill>
                <a:srgbClr val="FAD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73"/>
              <p:cNvSpPr/>
              <p:nvPr/>
            </p:nvSpPr>
            <p:spPr>
              <a:xfrm>
                <a:off x="4309069" y="2123262"/>
                <a:ext cx="26727" cy="70347"/>
              </a:xfrm>
              <a:custGeom>
                <a:avLst/>
                <a:gdLst/>
                <a:ahLst/>
                <a:cxnLst/>
                <a:rect l="l" t="t" r="r" b="b"/>
                <a:pathLst>
                  <a:path w="212" h="558" extrusionOk="0">
                    <a:moveTo>
                      <a:pt x="1" y="1"/>
                    </a:moveTo>
                    <a:lnTo>
                      <a:pt x="1" y="1"/>
                    </a:lnTo>
                    <a:cubicBezTo>
                      <a:pt x="61" y="180"/>
                      <a:pt x="138" y="379"/>
                      <a:pt x="211" y="557"/>
                    </a:cubicBezTo>
                    <a:cubicBezTo>
                      <a:pt x="147" y="399"/>
                      <a:pt x="78" y="221"/>
                      <a:pt x="20" y="58"/>
                    </a:cubicBezTo>
                    <a:lnTo>
                      <a:pt x="1" y="1"/>
                    </a:lnTo>
                    <a:close/>
                  </a:path>
                </a:pathLst>
              </a:custGeom>
              <a:solidFill>
                <a:srgbClr val="DEC2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73"/>
              <p:cNvSpPr/>
              <p:nvPr/>
            </p:nvSpPr>
            <p:spPr>
              <a:xfrm>
                <a:off x="3332522" y="2904524"/>
                <a:ext cx="870387" cy="879464"/>
              </a:xfrm>
              <a:custGeom>
                <a:avLst/>
                <a:gdLst/>
                <a:ahLst/>
                <a:cxnLst/>
                <a:rect l="l" t="t" r="r" b="b"/>
                <a:pathLst>
                  <a:path w="6904" h="6976" extrusionOk="0">
                    <a:moveTo>
                      <a:pt x="6887" y="0"/>
                    </a:moveTo>
                    <a:cubicBezTo>
                      <a:pt x="6883" y="0"/>
                      <a:pt x="6879" y="2"/>
                      <a:pt x="6876" y="4"/>
                    </a:cubicBezTo>
                    <a:lnTo>
                      <a:pt x="9" y="4181"/>
                    </a:lnTo>
                    <a:cubicBezTo>
                      <a:pt x="4" y="4185"/>
                      <a:pt x="0" y="4193"/>
                      <a:pt x="0" y="4197"/>
                    </a:cubicBezTo>
                    <a:cubicBezTo>
                      <a:pt x="4" y="4206"/>
                      <a:pt x="9" y="4210"/>
                      <a:pt x="13" y="4214"/>
                    </a:cubicBezTo>
                    <a:lnTo>
                      <a:pt x="4626" y="5947"/>
                    </a:lnTo>
                    <a:lnTo>
                      <a:pt x="2499" y="6944"/>
                    </a:lnTo>
                    <a:cubicBezTo>
                      <a:pt x="2490" y="6947"/>
                      <a:pt x="2486" y="6955"/>
                      <a:pt x="2490" y="6964"/>
                    </a:cubicBezTo>
                    <a:cubicBezTo>
                      <a:pt x="2490" y="6972"/>
                      <a:pt x="2499" y="6976"/>
                      <a:pt x="2503" y="6976"/>
                    </a:cubicBezTo>
                    <a:cubicBezTo>
                      <a:pt x="2506" y="6976"/>
                      <a:pt x="2510" y="6972"/>
                      <a:pt x="2510" y="6972"/>
                    </a:cubicBezTo>
                    <a:lnTo>
                      <a:pt x="4675" y="5959"/>
                    </a:lnTo>
                    <a:cubicBezTo>
                      <a:pt x="4679" y="5959"/>
                      <a:pt x="4683" y="5951"/>
                      <a:pt x="4683" y="5943"/>
                    </a:cubicBezTo>
                    <a:cubicBezTo>
                      <a:pt x="4683" y="5939"/>
                      <a:pt x="4679" y="5930"/>
                      <a:pt x="4675" y="5930"/>
                    </a:cubicBezTo>
                    <a:lnTo>
                      <a:pt x="58" y="4193"/>
                    </a:lnTo>
                    <a:lnTo>
                      <a:pt x="6896" y="32"/>
                    </a:lnTo>
                    <a:cubicBezTo>
                      <a:pt x="6904" y="28"/>
                      <a:pt x="6904" y="15"/>
                      <a:pt x="6900" y="8"/>
                    </a:cubicBezTo>
                    <a:cubicBezTo>
                      <a:pt x="6898" y="3"/>
                      <a:pt x="6893" y="0"/>
                      <a:pt x="68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73"/>
              <p:cNvSpPr/>
              <p:nvPr/>
            </p:nvSpPr>
            <p:spPr>
              <a:xfrm>
                <a:off x="4242377" y="2321194"/>
                <a:ext cx="53454" cy="160613"/>
              </a:xfrm>
              <a:custGeom>
                <a:avLst/>
                <a:gdLst/>
                <a:ahLst/>
                <a:cxnLst/>
                <a:rect l="l" t="t" r="r" b="b"/>
                <a:pathLst>
                  <a:path w="424" h="1274" extrusionOk="0">
                    <a:moveTo>
                      <a:pt x="423" y="1"/>
                    </a:moveTo>
                    <a:lnTo>
                      <a:pt x="423" y="1"/>
                    </a:lnTo>
                    <a:cubicBezTo>
                      <a:pt x="354" y="91"/>
                      <a:pt x="293" y="188"/>
                      <a:pt x="241" y="286"/>
                    </a:cubicBezTo>
                    <a:cubicBezTo>
                      <a:pt x="183" y="387"/>
                      <a:pt x="134" y="493"/>
                      <a:pt x="98" y="598"/>
                    </a:cubicBezTo>
                    <a:cubicBezTo>
                      <a:pt x="57" y="709"/>
                      <a:pt x="33" y="818"/>
                      <a:pt x="17" y="932"/>
                    </a:cubicBezTo>
                    <a:cubicBezTo>
                      <a:pt x="0" y="1047"/>
                      <a:pt x="4" y="1160"/>
                      <a:pt x="21" y="1274"/>
                    </a:cubicBezTo>
                    <a:cubicBezTo>
                      <a:pt x="4" y="1160"/>
                      <a:pt x="4" y="1047"/>
                      <a:pt x="21" y="932"/>
                    </a:cubicBezTo>
                    <a:cubicBezTo>
                      <a:pt x="36" y="818"/>
                      <a:pt x="66" y="709"/>
                      <a:pt x="106" y="603"/>
                    </a:cubicBezTo>
                    <a:cubicBezTo>
                      <a:pt x="143" y="493"/>
                      <a:pt x="192" y="391"/>
                      <a:pt x="244" y="290"/>
                    </a:cubicBezTo>
                    <a:cubicBezTo>
                      <a:pt x="297" y="188"/>
                      <a:pt x="359" y="91"/>
                      <a:pt x="423" y="1"/>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73"/>
              <p:cNvSpPr/>
              <p:nvPr/>
            </p:nvSpPr>
            <p:spPr>
              <a:xfrm>
                <a:off x="4363784" y="2455711"/>
                <a:ext cx="1891" cy="14876"/>
              </a:xfrm>
              <a:custGeom>
                <a:avLst/>
                <a:gdLst/>
                <a:ahLst/>
                <a:cxnLst/>
                <a:rect l="l" t="t" r="r" b="b"/>
                <a:pathLst>
                  <a:path w="15" h="118" extrusionOk="0">
                    <a:moveTo>
                      <a:pt x="10" y="0"/>
                    </a:moveTo>
                    <a:lnTo>
                      <a:pt x="10" y="0"/>
                    </a:lnTo>
                    <a:cubicBezTo>
                      <a:pt x="12" y="11"/>
                      <a:pt x="13" y="23"/>
                      <a:pt x="14" y="34"/>
                    </a:cubicBezTo>
                    <a:lnTo>
                      <a:pt x="14" y="34"/>
                    </a:lnTo>
                    <a:cubicBezTo>
                      <a:pt x="14" y="24"/>
                      <a:pt x="13" y="13"/>
                      <a:pt x="10" y="0"/>
                    </a:cubicBezTo>
                    <a:close/>
                    <a:moveTo>
                      <a:pt x="14" y="34"/>
                    </a:moveTo>
                    <a:cubicBezTo>
                      <a:pt x="14" y="36"/>
                      <a:pt x="14" y="38"/>
                      <a:pt x="14" y="40"/>
                    </a:cubicBezTo>
                    <a:cubicBezTo>
                      <a:pt x="14" y="51"/>
                      <a:pt x="13" y="62"/>
                      <a:pt x="12" y="72"/>
                    </a:cubicBezTo>
                    <a:lnTo>
                      <a:pt x="12" y="72"/>
                    </a:lnTo>
                    <a:cubicBezTo>
                      <a:pt x="13" y="60"/>
                      <a:pt x="14" y="47"/>
                      <a:pt x="14" y="34"/>
                    </a:cubicBezTo>
                    <a:close/>
                    <a:moveTo>
                      <a:pt x="12" y="72"/>
                    </a:moveTo>
                    <a:cubicBezTo>
                      <a:pt x="10" y="88"/>
                      <a:pt x="6" y="103"/>
                      <a:pt x="1" y="117"/>
                    </a:cubicBezTo>
                    <a:cubicBezTo>
                      <a:pt x="6" y="102"/>
                      <a:pt x="10" y="88"/>
                      <a:pt x="12" y="72"/>
                    </a:cubicBezTo>
                    <a:close/>
                  </a:path>
                </a:pathLst>
              </a:custGeom>
              <a:solidFill>
                <a:srgbClr val="E2C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73"/>
              <p:cNvSpPr/>
              <p:nvPr/>
            </p:nvSpPr>
            <p:spPr>
              <a:xfrm>
                <a:off x="4322306" y="2447895"/>
                <a:ext cx="43746" cy="33030"/>
              </a:xfrm>
              <a:custGeom>
                <a:avLst/>
                <a:gdLst/>
                <a:ahLst/>
                <a:cxnLst/>
                <a:rect l="l" t="t" r="r" b="b"/>
                <a:pathLst>
                  <a:path w="347" h="262" extrusionOk="0">
                    <a:moveTo>
                      <a:pt x="1" y="1"/>
                    </a:moveTo>
                    <a:lnTo>
                      <a:pt x="1" y="1"/>
                    </a:lnTo>
                    <a:cubicBezTo>
                      <a:pt x="58" y="98"/>
                      <a:pt x="172" y="252"/>
                      <a:pt x="277" y="261"/>
                    </a:cubicBezTo>
                    <a:cubicBezTo>
                      <a:pt x="281" y="257"/>
                      <a:pt x="281" y="252"/>
                      <a:pt x="286" y="252"/>
                    </a:cubicBezTo>
                    <a:lnTo>
                      <a:pt x="286" y="248"/>
                    </a:lnTo>
                    <a:lnTo>
                      <a:pt x="290" y="248"/>
                    </a:lnTo>
                    <a:cubicBezTo>
                      <a:pt x="306" y="228"/>
                      <a:pt x="318" y="208"/>
                      <a:pt x="326" y="184"/>
                    </a:cubicBezTo>
                    <a:lnTo>
                      <a:pt x="330" y="184"/>
                    </a:lnTo>
                    <a:lnTo>
                      <a:pt x="330" y="179"/>
                    </a:lnTo>
                    <a:cubicBezTo>
                      <a:pt x="343" y="143"/>
                      <a:pt x="347" y="102"/>
                      <a:pt x="339" y="62"/>
                    </a:cubicBezTo>
                    <a:cubicBezTo>
                      <a:pt x="180" y="62"/>
                      <a:pt x="42" y="17"/>
                      <a:pt x="1" y="1"/>
                    </a:cubicBezTo>
                    <a:close/>
                  </a:path>
                </a:pathLst>
              </a:custGeom>
              <a:solidFill>
                <a:srgbClr val="DC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73"/>
              <p:cNvSpPr/>
              <p:nvPr/>
            </p:nvSpPr>
            <p:spPr>
              <a:xfrm>
                <a:off x="3877653" y="1979163"/>
                <a:ext cx="98587" cy="106781"/>
              </a:xfrm>
              <a:custGeom>
                <a:avLst/>
                <a:gdLst/>
                <a:ahLst/>
                <a:cxnLst/>
                <a:rect l="l" t="t" r="r" b="b"/>
                <a:pathLst>
                  <a:path w="782" h="847" extrusionOk="0">
                    <a:moveTo>
                      <a:pt x="79" y="1"/>
                    </a:moveTo>
                    <a:cubicBezTo>
                      <a:pt x="74" y="4"/>
                      <a:pt x="70" y="4"/>
                      <a:pt x="66" y="4"/>
                    </a:cubicBezTo>
                    <a:cubicBezTo>
                      <a:pt x="62" y="4"/>
                      <a:pt x="58" y="4"/>
                      <a:pt x="58" y="8"/>
                    </a:cubicBezTo>
                    <a:lnTo>
                      <a:pt x="49" y="8"/>
                    </a:lnTo>
                    <a:cubicBezTo>
                      <a:pt x="45" y="8"/>
                      <a:pt x="41" y="12"/>
                      <a:pt x="41" y="12"/>
                    </a:cubicBezTo>
                    <a:cubicBezTo>
                      <a:pt x="30" y="16"/>
                      <a:pt x="13" y="25"/>
                      <a:pt x="0" y="37"/>
                    </a:cubicBezTo>
                    <a:lnTo>
                      <a:pt x="5" y="37"/>
                    </a:lnTo>
                    <a:cubicBezTo>
                      <a:pt x="49" y="37"/>
                      <a:pt x="436" y="57"/>
                      <a:pt x="700" y="846"/>
                    </a:cubicBezTo>
                    <a:lnTo>
                      <a:pt x="782" y="842"/>
                    </a:lnTo>
                    <a:cubicBezTo>
                      <a:pt x="782" y="842"/>
                      <a:pt x="762" y="789"/>
                      <a:pt x="725" y="712"/>
                    </a:cubicBezTo>
                    <a:cubicBezTo>
                      <a:pt x="721" y="705"/>
                      <a:pt x="717" y="692"/>
                      <a:pt x="713" y="684"/>
                    </a:cubicBezTo>
                    <a:lnTo>
                      <a:pt x="713" y="680"/>
                    </a:lnTo>
                    <a:lnTo>
                      <a:pt x="704" y="671"/>
                    </a:lnTo>
                    <a:cubicBezTo>
                      <a:pt x="704" y="664"/>
                      <a:pt x="700" y="656"/>
                      <a:pt x="697" y="647"/>
                    </a:cubicBezTo>
                    <a:cubicBezTo>
                      <a:pt x="672" y="598"/>
                      <a:pt x="640" y="541"/>
                      <a:pt x="607" y="480"/>
                    </a:cubicBezTo>
                    <a:cubicBezTo>
                      <a:pt x="603" y="476"/>
                      <a:pt x="599" y="468"/>
                      <a:pt x="595" y="460"/>
                    </a:cubicBezTo>
                    <a:cubicBezTo>
                      <a:pt x="591" y="452"/>
                      <a:pt x="582" y="440"/>
                      <a:pt x="578" y="427"/>
                    </a:cubicBezTo>
                    <a:cubicBezTo>
                      <a:pt x="562" y="407"/>
                      <a:pt x="550" y="382"/>
                      <a:pt x="537" y="363"/>
                    </a:cubicBezTo>
                    <a:cubicBezTo>
                      <a:pt x="534" y="358"/>
                      <a:pt x="530" y="354"/>
                      <a:pt x="530" y="350"/>
                    </a:cubicBezTo>
                    <a:cubicBezTo>
                      <a:pt x="518" y="334"/>
                      <a:pt x="505" y="314"/>
                      <a:pt x="493" y="297"/>
                    </a:cubicBezTo>
                    <a:lnTo>
                      <a:pt x="489" y="293"/>
                    </a:lnTo>
                    <a:cubicBezTo>
                      <a:pt x="469" y="265"/>
                      <a:pt x="449" y="232"/>
                      <a:pt x="424" y="208"/>
                    </a:cubicBezTo>
                    <a:cubicBezTo>
                      <a:pt x="420" y="204"/>
                      <a:pt x="415" y="200"/>
                      <a:pt x="411" y="192"/>
                    </a:cubicBezTo>
                    <a:cubicBezTo>
                      <a:pt x="408" y="187"/>
                      <a:pt x="404" y="183"/>
                      <a:pt x="404" y="179"/>
                    </a:cubicBezTo>
                    <a:cubicBezTo>
                      <a:pt x="400" y="175"/>
                      <a:pt x="396" y="171"/>
                      <a:pt x="391" y="168"/>
                    </a:cubicBezTo>
                    <a:lnTo>
                      <a:pt x="318" y="94"/>
                    </a:lnTo>
                    <a:cubicBezTo>
                      <a:pt x="314" y="94"/>
                      <a:pt x="310" y="89"/>
                      <a:pt x="306" y="86"/>
                    </a:cubicBezTo>
                    <a:cubicBezTo>
                      <a:pt x="293" y="74"/>
                      <a:pt x="278" y="65"/>
                      <a:pt x="265" y="53"/>
                    </a:cubicBezTo>
                    <a:cubicBezTo>
                      <a:pt x="261" y="53"/>
                      <a:pt x="257" y="49"/>
                      <a:pt x="257" y="49"/>
                    </a:cubicBezTo>
                    <a:cubicBezTo>
                      <a:pt x="253" y="49"/>
                      <a:pt x="253" y="49"/>
                      <a:pt x="253" y="45"/>
                    </a:cubicBezTo>
                    <a:cubicBezTo>
                      <a:pt x="249" y="45"/>
                      <a:pt x="245" y="41"/>
                      <a:pt x="241" y="41"/>
                    </a:cubicBezTo>
                    <a:cubicBezTo>
                      <a:pt x="237" y="37"/>
                      <a:pt x="237" y="37"/>
                      <a:pt x="233" y="37"/>
                    </a:cubicBezTo>
                    <a:cubicBezTo>
                      <a:pt x="220" y="29"/>
                      <a:pt x="212" y="25"/>
                      <a:pt x="201" y="21"/>
                    </a:cubicBezTo>
                    <a:cubicBezTo>
                      <a:pt x="196" y="16"/>
                      <a:pt x="192" y="16"/>
                      <a:pt x="184" y="16"/>
                    </a:cubicBezTo>
                    <a:cubicBezTo>
                      <a:pt x="184" y="12"/>
                      <a:pt x="180" y="12"/>
                      <a:pt x="176" y="12"/>
                    </a:cubicBezTo>
                    <a:cubicBezTo>
                      <a:pt x="171" y="8"/>
                      <a:pt x="167" y="8"/>
                      <a:pt x="163" y="8"/>
                    </a:cubicBezTo>
                    <a:cubicBezTo>
                      <a:pt x="160" y="4"/>
                      <a:pt x="156" y="4"/>
                      <a:pt x="152" y="4"/>
                    </a:cubicBezTo>
                    <a:lnTo>
                      <a:pt x="139" y="4"/>
                    </a:lnTo>
                    <a:lnTo>
                      <a:pt x="135" y="1"/>
                    </a:lnTo>
                    <a:close/>
                  </a:path>
                </a:pathLst>
              </a:custGeom>
              <a:solidFill>
                <a:srgbClr val="FADE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73"/>
              <p:cNvSpPr/>
              <p:nvPr/>
            </p:nvSpPr>
            <p:spPr>
              <a:xfrm>
                <a:off x="3877653" y="1979163"/>
                <a:ext cx="98587" cy="106277"/>
              </a:xfrm>
              <a:custGeom>
                <a:avLst/>
                <a:gdLst/>
                <a:ahLst/>
                <a:cxnLst/>
                <a:rect l="l" t="t" r="r" b="b"/>
                <a:pathLst>
                  <a:path w="782" h="843" extrusionOk="0">
                    <a:moveTo>
                      <a:pt x="725" y="712"/>
                    </a:moveTo>
                    <a:lnTo>
                      <a:pt x="725" y="712"/>
                    </a:lnTo>
                    <a:cubicBezTo>
                      <a:pt x="762" y="789"/>
                      <a:pt x="782" y="842"/>
                      <a:pt x="782" y="842"/>
                    </a:cubicBezTo>
                    <a:lnTo>
                      <a:pt x="782" y="842"/>
                    </a:lnTo>
                    <a:cubicBezTo>
                      <a:pt x="782" y="842"/>
                      <a:pt x="762" y="789"/>
                      <a:pt x="725" y="712"/>
                    </a:cubicBezTo>
                    <a:lnTo>
                      <a:pt x="725" y="712"/>
                    </a:lnTo>
                    <a:close/>
                    <a:moveTo>
                      <a:pt x="704" y="671"/>
                    </a:moveTo>
                    <a:lnTo>
                      <a:pt x="704" y="671"/>
                    </a:lnTo>
                    <a:lnTo>
                      <a:pt x="713" y="680"/>
                    </a:lnTo>
                    <a:lnTo>
                      <a:pt x="713" y="680"/>
                    </a:lnTo>
                    <a:lnTo>
                      <a:pt x="713" y="684"/>
                    </a:lnTo>
                    <a:lnTo>
                      <a:pt x="713" y="684"/>
                    </a:lnTo>
                    <a:lnTo>
                      <a:pt x="713" y="684"/>
                    </a:lnTo>
                    <a:lnTo>
                      <a:pt x="713" y="680"/>
                    </a:lnTo>
                    <a:lnTo>
                      <a:pt x="704" y="671"/>
                    </a:lnTo>
                    <a:close/>
                    <a:moveTo>
                      <a:pt x="607" y="480"/>
                    </a:moveTo>
                    <a:lnTo>
                      <a:pt x="607" y="480"/>
                    </a:lnTo>
                    <a:cubicBezTo>
                      <a:pt x="640" y="541"/>
                      <a:pt x="672" y="598"/>
                      <a:pt x="697" y="647"/>
                    </a:cubicBezTo>
                    <a:lnTo>
                      <a:pt x="697" y="647"/>
                    </a:lnTo>
                    <a:lnTo>
                      <a:pt x="697" y="647"/>
                    </a:lnTo>
                    <a:cubicBezTo>
                      <a:pt x="672" y="598"/>
                      <a:pt x="640" y="541"/>
                      <a:pt x="607" y="480"/>
                    </a:cubicBezTo>
                    <a:lnTo>
                      <a:pt x="607" y="480"/>
                    </a:lnTo>
                    <a:close/>
                    <a:moveTo>
                      <a:pt x="257" y="49"/>
                    </a:moveTo>
                    <a:lnTo>
                      <a:pt x="257" y="49"/>
                    </a:lnTo>
                    <a:cubicBezTo>
                      <a:pt x="257" y="49"/>
                      <a:pt x="261" y="53"/>
                      <a:pt x="265" y="53"/>
                    </a:cubicBezTo>
                    <a:lnTo>
                      <a:pt x="265" y="53"/>
                    </a:lnTo>
                    <a:cubicBezTo>
                      <a:pt x="278" y="65"/>
                      <a:pt x="293" y="74"/>
                      <a:pt x="306" y="86"/>
                    </a:cubicBezTo>
                    <a:cubicBezTo>
                      <a:pt x="310" y="89"/>
                      <a:pt x="314" y="94"/>
                      <a:pt x="318" y="94"/>
                    </a:cubicBezTo>
                    <a:lnTo>
                      <a:pt x="391" y="168"/>
                    </a:lnTo>
                    <a:cubicBezTo>
                      <a:pt x="396" y="171"/>
                      <a:pt x="400" y="175"/>
                      <a:pt x="404" y="179"/>
                    </a:cubicBezTo>
                    <a:cubicBezTo>
                      <a:pt x="404" y="183"/>
                      <a:pt x="408" y="187"/>
                      <a:pt x="411" y="192"/>
                    </a:cubicBezTo>
                    <a:cubicBezTo>
                      <a:pt x="415" y="200"/>
                      <a:pt x="420" y="204"/>
                      <a:pt x="424" y="208"/>
                    </a:cubicBezTo>
                    <a:cubicBezTo>
                      <a:pt x="449" y="232"/>
                      <a:pt x="469" y="265"/>
                      <a:pt x="489" y="293"/>
                    </a:cubicBezTo>
                    <a:lnTo>
                      <a:pt x="489" y="293"/>
                    </a:lnTo>
                    <a:lnTo>
                      <a:pt x="493" y="297"/>
                    </a:lnTo>
                    <a:cubicBezTo>
                      <a:pt x="505" y="314"/>
                      <a:pt x="518" y="334"/>
                      <a:pt x="530" y="350"/>
                    </a:cubicBezTo>
                    <a:lnTo>
                      <a:pt x="530" y="350"/>
                    </a:lnTo>
                    <a:cubicBezTo>
                      <a:pt x="530" y="354"/>
                      <a:pt x="534" y="358"/>
                      <a:pt x="537" y="363"/>
                    </a:cubicBezTo>
                    <a:lnTo>
                      <a:pt x="537" y="363"/>
                    </a:lnTo>
                    <a:cubicBezTo>
                      <a:pt x="550" y="382"/>
                      <a:pt x="562" y="407"/>
                      <a:pt x="578" y="427"/>
                    </a:cubicBezTo>
                    <a:cubicBezTo>
                      <a:pt x="582" y="440"/>
                      <a:pt x="591" y="452"/>
                      <a:pt x="595" y="460"/>
                    </a:cubicBezTo>
                    <a:lnTo>
                      <a:pt x="595" y="460"/>
                    </a:lnTo>
                    <a:lnTo>
                      <a:pt x="595" y="460"/>
                    </a:lnTo>
                    <a:cubicBezTo>
                      <a:pt x="591" y="452"/>
                      <a:pt x="582" y="440"/>
                      <a:pt x="578" y="427"/>
                    </a:cubicBezTo>
                    <a:cubicBezTo>
                      <a:pt x="562" y="407"/>
                      <a:pt x="550" y="382"/>
                      <a:pt x="537" y="363"/>
                    </a:cubicBezTo>
                    <a:cubicBezTo>
                      <a:pt x="534" y="358"/>
                      <a:pt x="530" y="354"/>
                      <a:pt x="530" y="350"/>
                    </a:cubicBezTo>
                    <a:cubicBezTo>
                      <a:pt x="518" y="334"/>
                      <a:pt x="505" y="314"/>
                      <a:pt x="493" y="297"/>
                    </a:cubicBezTo>
                    <a:lnTo>
                      <a:pt x="489" y="293"/>
                    </a:lnTo>
                    <a:lnTo>
                      <a:pt x="489" y="293"/>
                    </a:lnTo>
                    <a:cubicBezTo>
                      <a:pt x="469" y="265"/>
                      <a:pt x="449" y="232"/>
                      <a:pt x="424" y="208"/>
                    </a:cubicBezTo>
                    <a:cubicBezTo>
                      <a:pt x="420" y="204"/>
                      <a:pt x="415" y="200"/>
                      <a:pt x="411" y="192"/>
                    </a:cubicBezTo>
                    <a:cubicBezTo>
                      <a:pt x="408" y="187"/>
                      <a:pt x="404" y="183"/>
                      <a:pt x="404" y="179"/>
                    </a:cubicBezTo>
                    <a:cubicBezTo>
                      <a:pt x="400" y="175"/>
                      <a:pt x="396" y="171"/>
                      <a:pt x="391" y="168"/>
                    </a:cubicBezTo>
                    <a:lnTo>
                      <a:pt x="318" y="94"/>
                    </a:lnTo>
                    <a:cubicBezTo>
                      <a:pt x="314" y="94"/>
                      <a:pt x="310" y="89"/>
                      <a:pt x="306" y="86"/>
                    </a:cubicBezTo>
                    <a:cubicBezTo>
                      <a:pt x="293" y="74"/>
                      <a:pt x="278" y="65"/>
                      <a:pt x="265" y="53"/>
                    </a:cubicBezTo>
                    <a:cubicBezTo>
                      <a:pt x="261" y="53"/>
                      <a:pt x="257" y="49"/>
                      <a:pt x="257" y="49"/>
                    </a:cubicBezTo>
                    <a:close/>
                    <a:moveTo>
                      <a:pt x="41" y="12"/>
                    </a:moveTo>
                    <a:lnTo>
                      <a:pt x="41" y="12"/>
                    </a:lnTo>
                    <a:cubicBezTo>
                      <a:pt x="30" y="16"/>
                      <a:pt x="13" y="25"/>
                      <a:pt x="0" y="37"/>
                    </a:cubicBezTo>
                    <a:lnTo>
                      <a:pt x="0" y="37"/>
                    </a:lnTo>
                    <a:cubicBezTo>
                      <a:pt x="13" y="25"/>
                      <a:pt x="30" y="16"/>
                      <a:pt x="41" y="12"/>
                    </a:cubicBezTo>
                    <a:lnTo>
                      <a:pt x="41" y="12"/>
                    </a:lnTo>
                    <a:close/>
                    <a:moveTo>
                      <a:pt x="107" y="1"/>
                    </a:moveTo>
                    <a:lnTo>
                      <a:pt x="79" y="1"/>
                    </a:lnTo>
                    <a:cubicBezTo>
                      <a:pt x="74" y="4"/>
                      <a:pt x="70" y="4"/>
                      <a:pt x="66" y="4"/>
                    </a:cubicBezTo>
                    <a:cubicBezTo>
                      <a:pt x="62" y="4"/>
                      <a:pt x="58" y="4"/>
                      <a:pt x="58" y="8"/>
                    </a:cubicBezTo>
                    <a:lnTo>
                      <a:pt x="49" y="8"/>
                    </a:lnTo>
                    <a:lnTo>
                      <a:pt x="49" y="8"/>
                    </a:lnTo>
                    <a:lnTo>
                      <a:pt x="49" y="8"/>
                    </a:lnTo>
                    <a:lnTo>
                      <a:pt x="49" y="8"/>
                    </a:lnTo>
                    <a:lnTo>
                      <a:pt x="49" y="8"/>
                    </a:lnTo>
                    <a:lnTo>
                      <a:pt x="58" y="8"/>
                    </a:lnTo>
                    <a:cubicBezTo>
                      <a:pt x="58" y="4"/>
                      <a:pt x="62" y="4"/>
                      <a:pt x="66" y="4"/>
                    </a:cubicBezTo>
                    <a:cubicBezTo>
                      <a:pt x="70" y="4"/>
                      <a:pt x="74" y="4"/>
                      <a:pt x="79" y="1"/>
                    </a:cubicBezTo>
                    <a:lnTo>
                      <a:pt x="107" y="1"/>
                    </a:lnTo>
                    <a:lnTo>
                      <a:pt x="122" y="1"/>
                    </a:lnTo>
                    <a:lnTo>
                      <a:pt x="135" y="1"/>
                    </a:lnTo>
                    <a:lnTo>
                      <a:pt x="139" y="4"/>
                    </a:lnTo>
                    <a:lnTo>
                      <a:pt x="139" y="4"/>
                    </a:lnTo>
                    <a:lnTo>
                      <a:pt x="152" y="4"/>
                    </a:lnTo>
                    <a:lnTo>
                      <a:pt x="152" y="4"/>
                    </a:lnTo>
                    <a:cubicBezTo>
                      <a:pt x="156" y="4"/>
                      <a:pt x="160" y="4"/>
                      <a:pt x="163" y="8"/>
                    </a:cubicBezTo>
                    <a:cubicBezTo>
                      <a:pt x="167" y="8"/>
                      <a:pt x="171" y="8"/>
                      <a:pt x="176" y="12"/>
                    </a:cubicBezTo>
                    <a:lnTo>
                      <a:pt x="176" y="12"/>
                    </a:lnTo>
                    <a:cubicBezTo>
                      <a:pt x="180" y="12"/>
                      <a:pt x="184" y="12"/>
                      <a:pt x="184" y="16"/>
                    </a:cubicBezTo>
                    <a:lnTo>
                      <a:pt x="184" y="16"/>
                    </a:lnTo>
                    <a:lnTo>
                      <a:pt x="184" y="16"/>
                    </a:lnTo>
                    <a:cubicBezTo>
                      <a:pt x="192" y="16"/>
                      <a:pt x="196" y="16"/>
                      <a:pt x="201" y="21"/>
                    </a:cubicBezTo>
                    <a:lnTo>
                      <a:pt x="201" y="21"/>
                    </a:lnTo>
                    <a:cubicBezTo>
                      <a:pt x="212" y="25"/>
                      <a:pt x="220" y="29"/>
                      <a:pt x="233" y="37"/>
                    </a:cubicBezTo>
                    <a:cubicBezTo>
                      <a:pt x="237" y="37"/>
                      <a:pt x="237" y="37"/>
                      <a:pt x="241" y="41"/>
                    </a:cubicBezTo>
                    <a:cubicBezTo>
                      <a:pt x="245" y="41"/>
                      <a:pt x="249" y="45"/>
                      <a:pt x="253" y="45"/>
                    </a:cubicBezTo>
                    <a:lnTo>
                      <a:pt x="253" y="45"/>
                    </a:lnTo>
                    <a:lnTo>
                      <a:pt x="253" y="45"/>
                    </a:lnTo>
                    <a:cubicBezTo>
                      <a:pt x="249" y="45"/>
                      <a:pt x="245" y="41"/>
                      <a:pt x="241" y="41"/>
                    </a:cubicBezTo>
                    <a:cubicBezTo>
                      <a:pt x="237" y="37"/>
                      <a:pt x="237" y="37"/>
                      <a:pt x="233" y="37"/>
                    </a:cubicBezTo>
                    <a:cubicBezTo>
                      <a:pt x="220" y="29"/>
                      <a:pt x="212" y="25"/>
                      <a:pt x="201" y="21"/>
                    </a:cubicBezTo>
                    <a:cubicBezTo>
                      <a:pt x="196" y="16"/>
                      <a:pt x="192" y="16"/>
                      <a:pt x="184" y="16"/>
                    </a:cubicBezTo>
                    <a:cubicBezTo>
                      <a:pt x="184" y="12"/>
                      <a:pt x="180" y="12"/>
                      <a:pt x="176" y="12"/>
                    </a:cubicBezTo>
                    <a:cubicBezTo>
                      <a:pt x="171" y="8"/>
                      <a:pt x="167" y="8"/>
                      <a:pt x="163" y="8"/>
                    </a:cubicBezTo>
                    <a:cubicBezTo>
                      <a:pt x="160" y="4"/>
                      <a:pt x="156" y="4"/>
                      <a:pt x="152" y="4"/>
                    </a:cubicBezTo>
                    <a:lnTo>
                      <a:pt x="139" y="4"/>
                    </a:lnTo>
                    <a:lnTo>
                      <a:pt x="135" y="1"/>
                    </a:lnTo>
                    <a:lnTo>
                      <a:pt x="122" y="1"/>
                    </a:lnTo>
                    <a:close/>
                  </a:path>
                </a:pathLst>
              </a:custGeom>
              <a:solidFill>
                <a:srgbClr val="8B80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73"/>
              <p:cNvSpPr/>
              <p:nvPr/>
            </p:nvSpPr>
            <p:spPr>
              <a:xfrm>
                <a:off x="4034612" y="2054049"/>
                <a:ext cx="230834" cy="200577"/>
              </a:xfrm>
              <a:custGeom>
                <a:avLst/>
                <a:gdLst/>
                <a:ahLst/>
                <a:cxnLst/>
                <a:rect l="l" t="t" r="r" b="b"/>
                <a:pathLst>
                  <a:path w="1831" h="1591" extrusionOk="0">
                    <a:moveTo>
                      <a:pt x="1827" y="0"/>
                    </a:moveTo>
                    <a:lnTo>
                      <a:pt x="5" y="53"/>
                    </a:lnTo>
                    <a:cubicBezTo>
                      <a:pt x="0" y="53"/>
                      <a:pt x="0" y="53"/>
                      <a:pt x="0" y="57"/>
                    </a:cubicBezTo>
                    <a:cubicBezTo>
                      <a:pt x="0" y="62"/>
                      <a:pt x="0" y="62"/>
                      <a:pt x="5" y="62"/>
                    </a:cubicBezTo>
                    <a:lnTo>
                      <a:pt x="1819" y="8"/>
                    </a:lnTo>
                    <a:lnTo>
                      <a:pt x="1819" y="8"/>
                    </a:lnTo>
                    <a:cubicBezTo>
                      <a:pt x="1799" y="49"/>
                      <a:pt x="1681" y="248"/>
                      <a:pt x="1592" y="517"/>
                    </a:cubicBezTo>
                    <a:cubicBezTo>
                      <a:pt x="1494" y="794"/>
                      <a:pt x="1404" y="1204"/>
                      <a:pt x="1514" y="1587"/>
                    </a:cubicBezTo>
                    <a:cubicBezTo>
                      <a:pt x="1514" y="1591"/>
                      <a:pt x="1518" y="1591"/>
                      <a:pt x="1518" y="1591"/>
                    </a:cubicBezTo>
                    <a:cubicBezTo>
                      <a:pt x="1522" y="1591"/>
                      <a:pt x="1522" y="1587"/>
                      <a:pt x="1522" y="1587"/>
                    </a:cubicBezTo>
                    <a:cubicBezTo>
                      <a:pt x="1311" y="855"/>
                      <a:pt x="1827" y="17"/>
                      <a:pt x="1831" y="8"/>
                    </a:cubicBezTo>
                    <a:lnTo>
                      <a:pt x="1831" y="4"/>
                    </a:lnTo>
                    <a:cubicBezTo>
                      <a:pt x="1831" y="0"/>
                      <a:pt x="1831" y="0"/>
                      <a:pt x="1827"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73"/>
              <p:cNvSpPr/>
              <p:nvPr/>
            </p:nvSpPr>
            <p:spPr>
              <a:xfrm>
                <a:off x="3870971" y="1488747"/>
                <a:ext cx="467341" cy="599211"/>
              </a:xfrm>
              <a:custGeom>
                <a:avLst/>
                <a:gdLst/>
                <a:ahLst/>
                <a:cxnLst/>
                <a:rect l="l" t="t" r="r" b="b"/>
                <a:pathLst>
                  <a:path w="3707" h="4753" extrusionOk="0">
                    <a:moveTo>
                      <a:pt x="1805" y="1"/>
                    </a:moveTo>
                    <a:cubicBezTo>
                      <a:pt x="1796" y="1"/>
                      <a:pt x="1787" y="1"/>
                      <a:pt x="1779" y="1"/>
                    </a:cubicBezTo>
                    <a:cubicBezTo>
                      <a:pt x="1779" y="1"/>
                      <a:pt x="1795" y="10"/>
                      <a:pt x="1820" y="30"/>
                    </a:cubicBezTo>
                    <a:cubicBezTo>
                      <a:pt x="2670" y="680"/>
                      <a:pt x="2572" y="1987"/>
                      <a:pt x="1640" y="2511"/>
                    </a:cubicBezTo>
                    <a:cubicBezTo>
                      <a:pt x="721" y="3032"/>
                      <a:pt x="58" y="3658"/>
                      <a:pt x="1" y="3979"/>
                    </a:cubicBezTo>
                    <a:cubicBezTo>
                      <a:pt x="5" y="3976"/>
                      <a:pt x="5" y="3972"/>
                      <a:pt x="10" y="3968"/>
                    </a:cubicBezTo>
                    <a:cubicBezTo>
                      <a:pt x="17" y="3960"/>
                      <a:pt x="29" y="3947"/>
                      <a:pt x="38" y="3939"/>
                    </a:cubicBezTo>
                    <a:cubicBezTo>
                      <a:pt x="42" y="3935"/>
                      <a:pt x="42" y="3935"/>
                      <a:pt x="46" y="3931"/>
                    </a:cubicBezTo>
                    <a:lnTo>
                      <a:pt x="50" y="3931"/>
                    </a:lnTo>
                    <a:cubicBezTo>
                      <a:pt x="50" y="3927"/>
                      <a:pt x="53" y="3927"/>
                      <a:pt x="53" y="3927"/>
                    </a:cubicBezTo>
                    <a:cubicBezTo>
                      <a:pt x="66" y="3915"/>
                      <a:pt x="83" y="3906"/>
                      <a:pt x="94" y="3902"/>
                    </a:cubicBezTo>
                    <a:cubicBezTo>
                      <a:pt x="94" y="3902"/>
                      <a:pt x="98" y="3898"/>
                      <a:pt x="102" y="3898"/>
                    </a:cubicBezTo>
                    <a:lnTo>
                      <a:pt x="111" y="3898"/>
                    </a:lnTo>
                    <a:cubicBezTo>
                      <a:pt x="111" y="3894"/>
                      <a:pt x="115" y="3894"/>
                      <a:pt x="119" y="3894"/>
                    </a:cubicBezTo>
                    <a:cubicBezTo>
                      <a:pt x="123" y="3894"/>
                      <a:pt x="127" y="3894"/>
                      <a:pt x="132" y="3891"/>
                    </a:cubicBezTo>
                    <a:lnTo>
                      <a:pt x="188" y="3891"/>
                    </a:lnTo>
                    <a:lnTo>
                      <a:pt x="192" y="3894"/>
                    </a:lnTo>
                    <a:lnTo>
                      <a:pt x="205" y="3894"/>
                    </a:lnTo>
                    <a:cubicBezTo>
                      <a:pt x="209" y="3894"/>
                      <a:pt x="213" y="3894"/>
                      <a:pt x="216" y="3898"/>
                    </a:cubicBezTo>
                    <a:cubicBezTo>
                      <a:pt x="220" y="3898"/>
                      <a:pt x="224" y="3898"/>
                      <a:pt x="229" y="3902"/>
                    </a:cubicBezTo>
                    <a:cubicBezTo>
                      <a:pt x="233" y="3902"/>
                      <a:pt x="237" y="3902"/>
                      <a:pt x="237" y="3906"/>
                    </a:cubicBezTo>
                    <a:cubicBezTo>
                      <a:pt x="245" y="3906"/>
                      <a:pt x="249" y="3906"/>
                      <a:pt x="254" y="3911"/>
                    </a:cubicBezTo>
                    <a:cubicBezTo>
                      <a:pt x="265" y="3915"/>
                      <a:pt x="273" y="3919"/>
                      <a:pt x="286" y="3927"/>
                    </a:cubicBezTo>
                    <a:cubicBezTo>
                      <a:pt x="290" y="3927"/>
                      <a:pt x="290" y="3927"/>
                      <a:pt x="294" y="3931"/>
                    </a:cubicBezTo>
                    <a:cubicBezTo>
                      <a:pt x="298" y="3931"/>
                      <a:pt x="302" y="3935"/>
                      <a:pt x="306" y="3935"/>
                    </a:cubicBezTo>
                    <a:cubicBezTo>
                      <a:pt x="310" y="3939"/>
                      <a:pt x="314" y="3943"/>
                      <a:pt x="318" y="3943"/>
                    </a:cubicBezTo>
                    <a:cubicBezTo>
                      <a:pt x="331" y="3955"/>
                      <a:pt x="346" y="3964"/>
                      <a:pt x="359" y="3976"/>
                    </a:cubicBezTo>
                    <a:cubicBezTo>
                      <a:pt x="363" y="3979"/>
                      <a:pt x="367" y="3984"/>
                      <a:pt x="371" y="3984"/>
                    </a:cubicBezTo>
                    <a:lnTo>
                      <a:pt x="444" y="4058"/>
                    </a:lnTo>
                    <a:cubicBezTo>
                      <a:pt x="449" y="4061"/>
                      <a:pt x="453" y="4065"/>
                      <a:pt x="457" y="4069"/>
                    </a:cubicBezTo>
                    <a:cubicBezTo>
                      <a:pt x="457" y="4073"/>
                      <a:pt x="461" y="4077"/>
                      <a:pt x="464" y="4082"/>
                    </a:cubicBezTo>
                    <a:cubicBezTo>
                      <a:pt x="468" y="4090"/>
                      <a:pt x="473" y="4094"/>
                      <a:pt x="477" y="4098"/>
                    </a:cubicBezTo>
                    <a:cubicBezTo>
                      <a:pt x="502" y="4122"/>
                      <a:pt x="522" y="4155"/>
                      <a:pt x="542" y="4183"/>
                    </a:cubicBezTo>
                    <a:lnTo>
                      <a:pt x="546" y="4187"/>
                    </a:lnTo>
                    <a:cubicBezTo>
                      <a:pt x="558" y="4204"/>
                      <a:pt x="571" y="4224"/>
                      <a:pt x="583" y="4240"/>
                    </a:cubicBezTo>
                    <a:cubicBezTo>
                      <a:pt x="583" y="4244"/>
                      <a:pt x="587" y="4248"/>
                      <a:pt x="590" y="4253"/>
                    </a:cubicBezTo>
                    <a:cubicBezTo>
                      <a:pt x="603" y="4272"/>
                      <a:pt x="615" y="4297"/>
                      <a:pt x="631" y="4317"/>
                    </a:cubicBezTo>
                    <a:cubicBezTo>
                      <a:pt x="635" y="4330"/>
                      <a:pt x="644" y="4342"/>
                      <a:pt x="648" y="4350"/>
                    </a:cubicBezTo>
                    <a:cubicBezTo>
                      <a:pt x="652" y="4358"/>
                      <a:pt x="656" y="4366"/>
                      <a:pt x="660" y="4370"/>
                    </a:cubicBezTo>
                    <a:cubicBezTo>
                      <a:pt x="693" y="4431"/>
                      <a:pt x="725" y="4488"/>
                      <a:pt x="750" y="4537"/>
                    </a:cubicBezTo>
                    <a:cubicBezTo>
                      <a:pt x="753" y="4550"/>
                      <a:pt x="757" y="4561"/>
                      <a:pt x="766" y="4570"/>
                    </a:cubicBezTo>
                    <a:lnTo>
                      <a:pt x="766" y="4574"/>
                    </a:lnTo>
                    <a:cubicBezTo>
                      <a:pt x="770" y="4582"/>
                      <a:pt x="774" y="4595"/>
                      <a:pt x="778" y="4602"/>
                    </a:cubicBezTo>
                    <a:cubicBezTo>
                      <a:pt x="815" y="4679"/>
                      <a:pt x="835" y="4732"/>
                      <a:pt x="835" y="4732"/>
                    </a:cubicBezTo>
                    <a:lnTo>
                      <a:pt x="1005" y="4753"/>
                    </a:lnTo>
                    <a:cubicBezTo>
                      <a:pt x="1005" y="4753"/>
                      <a:pt x="1116" y="4505"/>
                      <a:pt x="1132" y="4354"/>
                    </a:cubicBezTo>
                    <a:cubicBezTo>
                      <a:pt x="1144" y="4354"/>
                      <a:pt x="1165" y="4350"/>
                      <a:pt x="1193" y="4342"/>
                    </a:cubicBezTo>
                    <a:cubicBezTo>
                      <a:pt x="1197" y="4342"/>
                      <a:pt x="1201" y="4338"/>
                      <a:pt x="1206" y="4338"/>
                    </a:cubicBezTo>
                    <a:cubicBezTo>
                      <a:pt x="1213" y="4338"/>
                      <a:pt x="1221" y="4334"/>
                      <a:pt x="1225" y="4334"/>
                    </a:cubicBezTo>
                    <a:cubicBezTo>
                      <a:pt x="1234" y="4334"/>
                      <a:pt x="1238" y="4330"/>
                      <a:pt x="1246" y="4330"/>
                    </a:cubicBezTo>
                    <a:cubicBezTo>
                      <a:pt x="1249" y="4330"/>
                      <a:pt x="1254" y="4326"/>
                      <a:pt x="1258" y="4326"/>
                    </a:cubicBezTo>
                    <a:cubicBezTo>
                      <a:pt x="1266" y="4326"/>
                      <a:pt x="1270" y="4321"/>
                      <a:pt x="1279" y="4321"/>
                    </a:cubicBezTo>
                    <a:cubicBezTo>
                      <a:pt x="1287" y="4317"/>
                      <a:pt x="1294" y="4317"/>
                      <a:pt x="1303" y="4313"/>
                    </a:cubicBezTo>
                    <a:cubicBezTo>
                      <a:pt x="1311" y="4313"/>
                      <a:pt x="1319" y="4309"/>
                      <a:pt x="1328" y="4306"/>
                    </a:cubicBezTo>
                    <a:cubicBezTo>
                      <a:pt x="1347" y="4302"/>
                      <a:pt x="1371" y="4293"/>
                      <a:pt x="1396" y="4289"/>
                    </a:cubicBezTo>
                    <a:cubicBezTo>
                      <a:pt x="1416" y="4281"/>
                      <a:pt x="1433" y="4277"/>
                      <a:pt x="1454" y="4272"/>
                    </a:cubicBezTo>
                    <a:cubicBezTo>
                      <a:pt x="1469" y="4265"/>
                      <a:pt x="1490" y="4261"/>
                      <a:pt x="1506" y="4257"/>
                    </a:cubicBezTo>
                    <a:cubicBezTo>
                      <a:pt x="1518" y="4253"/>
                      <a:pt x="1527" y="4248"/>
                      <a:pt x="1535" y="4244"/>
                    </a:cubicBezTo>
                    <a:cubicBezTo>
                      <a:pt x="1547" y="4244"/>
                      <a:pt x="1555" y="4240"/>
                      <a:pt x="1563" y="4236"/>
                    </a:cubicBezTo>
                    <a:cubicBezTo>
                      <a:pt x="1576" y="4232"/>
                      <a:pt x="1583" y="4232"/>
                      <a:pt x="1591" y="4228"/>
                    </a:cubicBezTo>
                    <a:cubicBezTo>
                      <a:pt x="1604" y="4224"/>
                      <a:pt x="1612" y="4220"/>
                      <a:pt x="1624" y="4216"/>
                    </a:cubicBezTo>
                    <a:cubicBezTo>
                      <a:pt x="1645" y="4212"/>
                      <a:pt x="1664" y="4204"/>
                      <a:pt x="1685" y="4195"/>
                    </a:cubicBezTo>
                    <a:cubicBezTo>
                      <a:pt x="1702" y="4191"/>
                      <a:pt x="1726" y="4183"/>
                      <a:pt x="1746" y="4175"/>
                    </a:cubicBezTo>
                    <a:cubicBezTo>
                      <a:pt x="1758" y="4171"/>
                      <a:pt x="1775" y="4167"/>
                      <a:pt x="1786" y="4159"/>
                    </a:cubicBezTo>
                    <a:cubicBezTo>
                      <a:pt x="1799" y="4155"/>
                      <a:pt x="1816" y="4150"/>
                      <a:pt x="1827" y="4146"/>
                    </a:cubicBezTo>
                    <a:cubicBezTo>
                      <a:pt x="1840" y="4139"/>
                      <a:pt x="1856" y="4135"/>
                      <a:pt x="1868" y="4131"/>
                    </a:cubicBezTo>
                    <a:cubicBezTo>
                      <a:pt x="1884" y="4122"/>
                      <a:pt x="1901" y="4118"/>
                      <a:pt x="1917" y="4110"/>
                    </a:cubicBezTo>
                    <a:cubicBezTo>
                      <a:pt x="1921" y="4110"/>
                      <a:pt x="1925" y="4106"/>
                      <a:pt x="1933" y="4101"/>
                    </a:cubicBezTo>
                    <a:cubicBezTo>
                      <a:pt x="1978" y="4086"/>
                      <a:pt x="2027" y="4065"/>
                      <a:pt x="2072" y="4041"/>
                    </a:cubicBezTo>
                    <a:cubicBezTo>
                      <a:pt x="2079" y="4037"/>
                      <a:pt x="2088" y="4033"/>
                      <a:pt x="2096" y="4028"/>
                    </a:cubicBezTo>
                    <a:cubicBezTo>
                      <a:pt x="2137" y="4009"/>
                      <a:pt x="2177" y="3988"/>
                      <a:pt x="2218" y="3968"/>
                    </a:cubicBezTo>
                    <a:cubicBezTo>
                      <a:pt x="2235" y="3960"/>
                      <a:pt x="2246" y="3951"/>
                      <a:pt x="2259" y="3943"/>
                    </a:cubicBezTo>
                    <a:cubicBezTo>
                      <a:pt x="2267" y="3939"/>
                      <a:pt x="2279" y="3931"/>
                      <a:pt x="2287" y="3927"/>
                    </a:cubicBezTo>
                    <a:cubicBezTo>
                      <a:pt x="2295" y="3923"/>
                      <a:pt x="2299" y="3919"/>
                      <a:pt x="2308" y="3915"/>
                    </a:cubicBezTo>
                    <a:cubicBezTo>
                      <a:pt x="2336" y="3894"/>
                      <a:pt x="2364" y="3878"/>
                      <a:pt x="2393" y="3857"/>
                    </a:cubicBezTo>
                    <a:lnTo>
                      <a:pt x="2409" y="3842"/>
                    </a:lnTo>
                    <a:cubicBezTo>
                      <a:pt x="2430" y="3829"/>
                      <a:pt x="2445" y="3813"/>
                      <a:pt x="2462" y="3797"/>
                    </a:cubicBezTo>
                    <a:cubicBezTo>
                      <a:pt x="2556" y="3447"/>
                      <a:pt x="2445" y="2995"/>
                      <a:pt x="2445" y="2995"/>
                    </a:cubicBezTo>
                    <a:cubicBezTo>
                      <a:pt x="2445" y="2995"/>
                      <a:pt x="2877" y="2800"/>
                      <a:pt x="3235" y="2597"/>
                    </a:cubicBezTo>
                    <a:cubicBezTo>
                      <a:pt x="3442" y="2475"/>
                      <a:pt x="3626" y="2349"/>
                      <a:pt x="3683" y="2259"/>
                    </a:cubicBezTo>
                    <a:cubicBezTo>
                      <a:pt x="3707" y="2051"/>
                      <a:pt x="3630" y="1722"/>
                      <a:pt x="3479" y="1384"/>
                    </a:cubicBezTo>
                    <a:cubicBezTo>
                      <a:pt x="3324" y="1039"/>
                      <a:pt x="3093" y="684"/>
                      <a:pt x="2812" y="453"/>
                    </a:cubicBezTo>
                    <a:lnTo>
                      <a:pt x="3109" y="396"/>
                    </a:lnTo>
                    <a:cubicBezTo>
                      <a:pt x="3109" y="396"/>
                      <a:pt x="2698" y="1"/>
                      <a:pt x="1805" y="1"/>
                    </a:cubicBezTo>
                    <a:close/>
                  </a:path>
                </a:pathLst>
              </a:custGeom>
              <a:solidFill>
                <a:srgbClr val="2A1F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73"/>
              <p:cNvSpPr/>
              <p:nvPr/>
            </p:nvSpPr>
            <p:spPr>
              <a:xfrm>
                <a:off x="3425940" y="1714036"/>
                <a:ext cx="310889" cy="185701"/>
              </a:xfrm>
              <a:custGeom>
                <a:avLst/>
                <a:gdLst/>
                <a:ahLst/>
                <a:cxnLst/>
                <a:rect l="l" t="t" r="r" b="b"/>
                <a:pathLst>
                  <a:path w="2466" h="1473" extrusionOk="0">
                    <a:moveTo>
                      <a:pt x="2453" y="1"/>
                    </a:moveTo>
                    <a:cubicBezTo>
                      <a:pt x="1306" y="326"/>
                      <a:pt x="1001" y="838"/>
                      <a:pt x="964" y="904"/>
                    </a:cubicBezTo>
                    <a:lnTo>
                      <a:pt x="313" y="708"/>
                    </a:lnTo>
                    <a:cubicBezTo>
                      <a:pt x="309" y="708"/>
                      <a:pt x="309" y="708"/>
                      <a:pt x="305" y="712"/>
                    </a:cubicBezTo>
                    <a:cubicBezTo>
                      <a:pt x="301" y="712"/>
                      <a:pt x="301" y="716"/>
                      <a:pt x="305" y="720"/>
                    </a:cubicBezTo>
                    <a:lnTo>
                      <a:pt x="435" y="956"/>
                    </a:lnTo>
                    <a:lnTo>
                      <a:pt x="8" y="956"/>
                    </a:lnTo>
                    <a:cubicBezTo>
                      <a:pt x="4" y="956"/>
                      <a:pt x="0" y="956"/>
                      <a:pt x="0" y="960"/>
                    </a:cubicBezTo>
                    <a:lnTo>
                      <a:pt x="0" y="968"/>
                    </a:lnTo>
                    <a:lnTo>
                      <a:pt x="444" y="1469"/>
                    </a:lnTo>
                    <a:cubicBezTo>
                      <a:pt x="447" y="1473"/>
                      <a:pt x="447" y="1473"/>
                      <a:pt x="451" y="1473"/>
                    </a:cubicBezTo>
                    <a:lnTo>
                      <a:pt x="455" y="1473"/>
                    </a:lnTo>
                    <a:cubicBezTo>
                      <a:pt x="459" y="1469"/>
                      <a:pt x="459" y="1465"/>
                      <a:pt x="455" y="1460"/>
                    </a:cubicBezTo>
                    <a:lnTo>
                      <a:pt x="25" y="972"/>
                    </a:lnTo>
                    <a:lnTo>
                      <a:pt x="451" y="972"/>
                    </a:lnTo>
                    <a:cubicBezTo>
                      <a:pt x="455" y="972"/>
                      <a:pt x="455" y="968"/>
                      <a:pt x="459" y="968"/>
                    </a:cubicBezTo>
                    <a:lnTo>
                      <a:pt x="459" y="960"/>
                    </a:lnTo>
                    <a:lnTo>
                      <a:pt x="329" y="733"/>
                    </a:lnTo>
                    <a:lnTo>
                      <a:pt x="968" y="923"/>
                    </a:lnTo>
                    <a:cubicBezTo>
                      <a:pt x="972" y="923"/>
                      <a:pt x="977" y="919"/>
                      <a:pt x="977" y="915"/>
                    </a:cubicBezTo>
                    <a:cubicBezTo>
                      <a:pt x="981" y="911"/>
                      <a:pt x="1245" y="358"/>
                      <a:pt x="2461" y="16"/>
                    </a:cubicBezTo>
                    <a:cubicBezTo>
                      <a:pt x="2466" y="16"/>
                      <a:pt x="2466" y="12"/>
                      <a:pt x="2466" y="8"/>
                    </a:cubicBezTo>
                    <a:cubicBezTo>
                      <a:pt x="2466" y="4"/>
                      <a:pt x="2461" y="1"/>
                      <a:pt x="24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73"/>
              <p:cNvSpPr/>
              <p:nvPr/>
            </p:nvSpPr>
            <p:spPr>
              <a:xfrm>
                <a:off x="6081503" y="3858250"/>
                <a:ext cx="210411" cy="105899"/>
              </a:xfrm>
              <a:custGeom>
                <a:avLst/>
                <a:gdLst/>
                <a:ahLst/>
                <a:cxnLst/>
                <a:rect l="l" t="t" r="r" b="b"/>
                <a:pathLst>
                  <a:path w="1669" h="840" extrusionOk="0">
                    <a:moveTo>
                      <a:pt x="1" y="0"/>
                    </a:moveTo>
                    <a:lnTo>
                      <a:pt x="1" y="0"/>
                    </a:lnTo>
                    <a:cubicBezTo>
                      <a:pt x="172" y="412"/>
                      <a:pt x="228" y="839"/>
                      <a:pt x="228" y="839"/>
                    </a:cubicBezTo>
                    <a:lnTo>
                      <a:pt x="1668" y="839"/>
                    </a:lnTo>
                    <a:cubicBezTo>
                      <a:pt x="1668" y="830"/>
                      <a:pt x="1668" y="819"/>
                      <a:pt x="1665" y="811"/>
                    </a:cubicBezTo>
                    <a:cubicBezTo>
                      <a:pt x="1648" y="656"/>
                      <a:pt x="1522" y="526"/>
                      <a:pt x="1343" y="420"/>
                    </a:cubicBezTo>
                    <a:cubicBezTo>
                      <a:pt x="1314" y="400"/>
                      <a:pt x="1282" y="383"/>
                      <a:pt x="1253" y="367"/>
                    </a:cubicBezTo>
                    <a:cubicBezTo>
                      <a:pt x="867" y="171"/>
                      <a:pt x="326" y="58"/>
                      <a:pt x="102" y="21"/>
                    </a:cubicBezTo>
                    <a:cubicBezTo>
                      <a:pt x="41" y="9"/>
                      <a:pt x="1" y="0"/>
                      <a:pt x="1" y="0"/>
                    </a:cubicBezTo>
                    <a:close/>
                  </a:path>
                </a:pathLst>
              </a:custGeom>
              <a:solidFill>
                <a:srgbClr val="F4BD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73"/>
              <p:cNvSpPr/>
              <p:nvPr/>
            </p:nvSpPr>
            <p:spPr>
              <a:xfrm>
                <a:off x="6081503" y="3858250"/>
                <a:ext cx="210411" cy="105899"/>
              </a:xfrm>
              <a:custGeom>
                <a:avLst/>
                <a:gdLst/>
                <a:ahLst/>
                <a:cxnLst/>
                <a:rect l="l" t="t" r="r" b="b"/>
                <a:pathLst>
                  <a:path w="1669" h="840" extrusionOk="0">
                    <a:moveTo>
                      <a:pt x="1" y="0"/>
                    </a:moveTo>
                    <a:lnTo>
                      <a:pt x="1" y="0"/>
                    </a:lnTo>
                    <a:cubicBezTo>
                      <a:pt x="172" y="412"/>
                      <a:pt x="228" y="839"/>
                      <a:pt x="228" y="839"/>
                    </a:cubicBezTo>
                    <a:lnTo>
                      <a:pt x="1668" y="839"/>
                    </a:lnTo>
                    <a:cubicBezTo>
                      <a:pt x="1668" y="830"/>
                      <a:pt x="1668" y="819"/>
                      <a:pt x="1665" y="811"/>
                    </a:cubicBezTo>
                    <a:cubicBezTo>
                      <a:pt x="1558" y="802"/>
                      <a:pt x="1257" y="790"/>
                      <a:pt x="395" y="745"/>
                    </a:cubicBezTo>
                    <a:cubicBezTo>
                      <a:pt x="358" y="603"/>
                      <a:pt x="208" y="253"/>
                      <a:pt x="102" y="21"/>
                    </a:cubicBezTo>
                    <a:cubicBezTo>
                      <a:pt x="41" y="9"/>
                      <a:pt x="1" y="0"/>
                      <a:pt x="1" y="0"/>
                    </a:cubicBezTo>
                    <a:close/>
                  </a:path>
                </a:pathLst>
              </a:custGeom>
              <a:solidFill>
                <a:srgbClr val="BD85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Subtitle 2">
            <a:extLst>
              <a:ext uri="{FF2B5EF4-FFF2-40B4-BE49-F238E27FC236}">
                <a16:creationId xmlns:a16="http://schemas.microsoft.com/office/drawing/2014/main" id="{DA1C5F47-0B3F-2D88-875B-D0638F90DAD7}"/>
              </a:ext>
            </a:extLst>
          </p:cNvPr>
          <p:cNvSpPr>
            <a:spLocks noGrp="1"/>
          </p:cNvSpPr>
          <p:nvPr>
            <p:ph type="subTitle" idx="1"/>
          </p:nvPr>
        </p:nvSpPr>
        <p:spPr>
          <a:xfrm>
            <a:off x="540308" y="4084800"/>
            <a:ext cx="4503754" cy="1058700"/>
          </a:xfrm>
        </p:spPr>
        <p:txBody>
          <a:bodyPr/>
          <a:lstStyle/>
          <a:p>
            <a:r>
              <a:rPr lang="en-US" sz="1100" dirty="0"/>
              <a:t>By</a:t>
            </a:r>
          </a:p>
          <a:p>
            <a:r>
              <a:rPr lang="en-US" sz="1100" dirty="0"/>
              <a:t>P. SOWMYASHREE,</a:t>
            </a:r>
          </a:p>
          <a:p>
            <a:r>
              <a:rPr lang="en-US" sz="1100" dirty="0"/>
              <a:t>ASSISTANT PROFESSOR, DEPT OF PSYCHOLOGY</a:t>
            </a:r>
          </a:p>
          <a:p>
            <a:r>
              <a:rPr lang="en-US" sz="1100" dirty="0"/>
              <a:t>ETHIRAJ COLLEGE FOR WOMEN,</a:t>
            </a:r>
          </a:p>
          <a:p>
            <a:r>
              <a:rPr lang="en-US" sz="1100" dirty="0"/>
              <a:t>CHENNAI - 600008</a:t>
            </a:r>
            <a:endParaRPr lang="en-IN" sz="1100" dirty="0"/>
          </a:p>
        </p:txBody>
      </p:sp>
      <p:sp>
        <p:nvSpPr>
          <p:cNvPr id="7" name="TextBox 6">
            <a:extLst>
              <a:ext uri="{FF2B5EF4-FFF2-40B4-BE49-F238E27FC236}">
                <a16:creationId xmlns:a16="http://schemas.microsoft.com/office/drawing/2014/main" id="{C15CFAD4-5ACE-74FD-FE06-CB52D18F4E5E}"/>
              </a:ext>
            </a:extLst>
          </p:cNvPr>
          <p:cNvSpPr txBox="1"/>
          <p:nvPr/>
        </p:nvSpPr>
        <p:spPr>
          <a:xfrm>
            <a:off x="661306" y="2877831"/>
            <a:ext cx="3788229" cy="1323439"/>
          </a:xfrm>
          <a:prstGeom prst="rect">
            <a:avLst/>
          </a:prstGeom>
          <a:solidFill>
            <a:schemeClr val="bg1"/>
          </a:solidFill>
        </p:spPr>
        <p:txBody>
          <a:bodyPr wrap="square" rtlCol="0">
            <a:spAutoFit/>
          </a:bodyPr>
          <a:lstStyle/>
          <a:p>
            <a:pPr algn="ctr">
              <a:spcBef>
                <a:spcPts val="600"/>
              </a:spcBef>
            </a:pPr>
            <a:r>
              <a:rPr lang="en-IN" b="1" dirty="0">
                <a:solidFill>
                  <a:srgbClr val="FF0000"/>
                </a:solidFill>
              </a:rPr>
              <a:t>REFERENCE</a:t>
            </a:r>
          </a:p>
          <a:p>
            <a:pPr>
              <a:spcBef>
                <a:spcPts val="600"/>
              </a:spcBef>
            </a:pPr>
            <a:r>
              <a:rPr lang="en-IN" dirty="0">
                <a:solidFill>
                  <a:srgbClr val="0070C0"/>
                </a:solidFill>
              </a:rPr>
              <a:t>Kalat, J. W. (2013). </a:t>
            </a:r>
            <a:r>
              <a:rPr lang="en-IN" i="1" dirty="0">
                <a:solidFill>
                  <a:srgbClr val="0070C0"/>
                </a:solidFill>
              </a:rPr>
              <a:t>Biological psychology</a:t>
            </a:r>
            <a:r>
              <a:rPr lang="en-IN" dirty="0">
                <a:solidFill>
                  <a:srgbClr val="0070C0"/>
                </a:solidFill>
              </a:rPr>
              <a:t> (11th ed.). Cengage Learning.</a:t>
            </a:r>
          </a:p>
          <a:p>
            <a:pPr>
              <a:spcBef>
                <a:spcPts val="600"/>
              </a:spcBef>
            </a:pPr>
            <a:r>
              <a:rPr lang="en-IN" dirty="0">
                <a:solidFill>
                  <a:srgbClr val="0070C0"/>
                </a:solidFill>
              </a:rPr>
              <a:t>Pinel, J. P. J. (2011). </a:t>
            </a:r>
            <a:r>
              <a:rPr lang="en-IN" i="1" dirty="0">
                <a:solidFill>
                  <a:srgbClr val="0070C0"/>
                </a:solidFill>
              </a:rPr>
              <a:t>Biopsychology</a:t>
            </a:r>
            <a:r>
              <a:rPr lang="en-IN" dirty="0">
                <a:solidFill>
                  <a:srgbClr val="0070C0"/>
                </a:solidFill>
              </a:rPr>
              <a:t> (8th ed.). Pearson.</a:t>
            </a:r>
          </a:p>
        </p:txBody>
      </p:sp>
    </p:spTree>
  </p:cSld>
  <p:clrMapOvr>
    <a:masterClrMapping/>
  </p:clrMapOvr>
</p:sld>
</file>

<file path=ppt/theme/theme1.xml><?xml version="1.0" encoding="utf-8"?>
<a:theme xmlns:a="http://schemas.openxmlformats.org/drawingml/2006/main" name="Diagnosis with Medical Imaging by Slidesgo">
  <a:themeElements>
    <a:clrScheme name="Simple Light">
      <a:dk1>
        <a:srgbClr val="16002A"/>
      </a:dk1>
      <a:lt1>
        <a:srgbClr val="EEF5FA"/>
      </a:lt1>
      <a:dk2>
        <a:srgbClr val="FFFFFF"/>
      </a:dk2>
      <a:lt2>
        <a:srgbClr val="1F2C3F"/>
      </a:lt2>
      <a:accent1>
        <a:srgbClr val="2F425E"/>
      </a:accent1>
      <a:accent2>
        <a:srgbClr val="3E587D"/>
      </a:accent2>
      <a:accent3>
        <a:srgbClr val="246895"/>
      </a:accent3>
      <a:accent4>
        <a:srgbClr val="3F85BF"/>
      </a:accent4>
      <a:accent5>
        <a:srgbClr val="A8CFE8"/>
      </a:accent5>
      <a:accent6>
        <a:srgbClr val="FF5948"/>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1264</TotalTime>
  <Words>4929</Words>
  <Application>Microsoft Office PowerPoint</Application>
  <PresentationFormat>On-screen Show (16:9)</PresentationFormat>
  <Paragraphs>281</Paragraphs>
  <Slides>30</Slides>
  <Notes>30</Notes>
  <HiddenSlides>0</HiddenSlides>
  <MMClips>9</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Nunito Light</vt:lpstr>
      <vt:lpstr>Lexend</vt:lpstr>
      <vt:lpstr>Catamaran Light</vt:lpstr>
      <vt:lpstr>Catamaran</vt:lpstr>
      <vt:lpstr>Wingdings</vt:lpstr>
      <vt:lpstr>Arial</vt:lpstr>
      <vt:lpstr>Diagnosis with Medical Imaging by Slidesgo</vt:lpstr>
      <vt:lpstr>  CHAPTER:1 INTRODUCTION TO BIOPSYCHOLOGY</vt:lpstr>
      <vt:lpstr>Definition of Biopsychology</vt:lpstr>
      <vt:lpstr>Biological Explanations of Behaviour </vt:lpstr>
      <vt:lpstr>Example: Birdsong </vt:lpstr>
      <vt:lpstr>Example: Birdsong (Cont.) </vt:lpstr>
      <vt:lpstr>Example: Birdsong (Cont.) </vt:lpstr>
      <vt:lpstr>Research Methods of Biopsychology Methods of Studying the Nervous System Methods of Visualizing and Stimulating the Living Human Brain</vt:lpstr>
      <vt:lpstr>X-Ray-Based Techniques</vt:lpstr>
      <vt:lpstr>X-Ray-Based Techniques (Cont.)</vt:lpstr>
      <vt:lpstr>X-Ray-Based Techniques (Cont.)</vt:lpstr>
      <vt:lpstr>Radioactivity-Based Techniques</vt:lpstr>
      <vt:lpstr>Magnetic-Field-Based Techniques</vt:lpstr>
      <vt:lpstr>Magnetic-Field-Based Techniques</vt:lpstr>
      <vt:lpstr>Transcranial Magnetic Stimulation</vt:lpstr>
      <vt:lpstr>Recording Human Psychophysiological Activity</vt:lpstr>
      <vt:lpstr>Scalp Electroencephalography</vt:lpstr>
      <vt:lpstr>Scalp Electroencephalography (Cont.)</vt:lpstr>
      <vt:lpstr>Muscle Tension</vt:lpstr>
      <vt:lpstr>Eye Movement </vt:lpstr>
      <vt:lpstr>Skin Conductance</vt:lpstr>
      <vt:lpstr>Cardiovascular Activity</vt:lpstr>
      <vt:lpstr>Cardiovascular Activity (Cont.)</vt:lpstr>
      <vt:lpstr>Invasive Physiological Research Methods</vt:lpstr>
      <vt:lpstr>Invasive Physiological Research Methods</vt:lpstr>
      <vt:lpstr>Invasive Physiological Research Methods</vt:lpstr>
      <vt:lpstr>Invasive Physiological Research Methods</vt:lpstr>
      <vt:lpstr>Invasive Physiological Research Methods</vt:lpstr>
      <vt:lpstr>Invasive Electrophysiological Recording Methods</vt:lpstr>
      <vt:lpstr>Invasive Electrophysiological Recording Methods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sowmyashree1602@outlook.com</cp:lastModifiedBy>
  <cp:revision>4</cp:revision>
  <dcterms:modified xsi:type="dcterms:W3CDTF">2026-08-27T10:26:01Z</dcterms:modified>
</cp:coreProperties>
</file>